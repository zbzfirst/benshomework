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1" r:id="rId4"/>
    <p:sldMasterId id="214748374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Black"/>
      <p:bold r:id="rId24"/>
      <p:boldItalic r:id="rId25"/>
    </p:embeddedFont>
    <p:embeddedFont>
      <p:font typeface="Roboto"/>
      <p:regular r:id="rId26"/>
      <p:bold r:id="rId27"/>
      <p:italic r:id="rId28"/>
      <p:boldItalic r:id="rId29"/>
    </p:embeddedFont>
    <p:embeddedFont>
      <p:font typeface="Roboto Medium"/>
      <p:regular r:id="rId30"/>
      <p:bold r:id="rId31"/>
      <p:italic r:id="rId32"/>
      <p:boldItalic r:id="rId33"/>
    </p:embeddedFont>
    <p:embeddedFont>
      <p:font typeface="Inconsolata"/>
      <p:regular r:id="rId34"/>
      <p:bold r:id="rId35"/>
    </p:embeddedFont>
    <p:embeddedFont>
      <p:font typeface="Pangolin"/>
      <p:regular r:id="rId36"/>
    </p:embeddedFont>
    <p:embeddedFont>
      <p:font typeface="Loved by the King"/>
      <p:regular r:id="rId37"/>
    </p:embeddedFont>
    <p:embeddedFont>
      <p:font typeface="Give You Glory"/>
      <p:regular r:id="rId38"/>
    </p:embeddedFont>
    <p:embeddedFont>
      <p:font typeface="McLaren"/>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edium-bold.fntdata"/><Relationship Id="rId30" Type="http://schemas.openxmlformats.org/officeDocument/2006/relationships/font" Target="fonts/RobotoMedium-regular.fntdata"/><Relationship Id="rId33" Type="http://schemas.openxmlformats.org/officeDocument/2006/relationships/font" Target="fonts/RobotoMedium-boldItalic.fntdata"/><Relationship Id="rId32" Type="http://schemas.openxmlformats.org/officeDocument/2006/relationships/font" Target="fonts/RobotoMedium-italic.fntdata"/><Relationship Id="rId35" Type="http://schemas.openxmlformats.org/officeDocument/2006/relationships/font" Target="fonts/Inconsolata-bold.fntdata"/><Relationship Id="rId34" Type="http://schemas.openxmlformats.org/officeDocument/2006/relationships/font" Target="fonts/Inconsolata-regular.fntdata"/><Relationship Id="rId37" Type="http://schemas.openxmlformats.org/officeDocument/2006/relationships/font" Target="fonts/LovedbytheKing-regular.fntdata"/><Relationship Id="rId36" Type="http://schemas.openxmlformats.org/officeDocument/2006/relationships/font" Target="fonts/Pangolin-regular.fntdata"/><Relationship Id="rId39" Type="http://schemas.openxmlformats.org/officeDocument/2006/relationships/font" Target="fonts/McLaren-regular.fntdata"/><Relationship Id="rId38" Type="http://schemas.openxmlformats.org/officeDocument/2006/relationships/font" Target="fonts/GiveYouGlory-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lack-bold.fntdata"/><Relationship Id="rId23" Type="http://schemas.openxmlformats.org/officeDocument/2006/relationships/slide" Target="slides/slide17.xml"/><Relationship Id="rId26" Type="http://schemas.openxmlformats.org/officeDocument/2006/relationships/font" Target="fonts/Roboto-regular.fntdata"/><Relationship Id="rId25" Type="http://schemas.openxmlformats.org/officeDocument/2006/relationships/font" Target="fonts/RobotoBlack-boldItalic.fntdata"/><Relationship Id="rId28" Type="http://schemas.openxmlformats.org/officeDocument/2006/relationships/font" Target="fonts/Roboto-italic.fntdata"/><Relationship Id="rId27" Type="http://schemas.openxmlformats.org/officeDocument/2006/relationships/font" Target="fonts/Roboto-bold.fntdata"/><Relationship Id="rId29"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c299d9a63a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c299d9a63a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a:solidFill>
                <a:schemeClr val="dk1"/>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69694836b9_0_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69694836b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c299d9a63a_0_11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c299d9a63a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69694836b9_0_1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69694836b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c299d9a63a_0_11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c299d9a63a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bc981b613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bc981b61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c299d9a63a_0_11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c299d9a63a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c299d9a63a_0_11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c299d9a63a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bc981b6137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bc981b613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69694836b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69694836b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bc981b613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bc981b613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c981b6137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bc981b61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bc981b6137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bc981b613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bc981b613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3bc981b613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6bd9ec98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6bd9ec98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bc981b6137_0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bc981b613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bd913f2ea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bd913f2e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32.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45450" y="1197750"/>
            <a:ext cx="3434100" cy="2748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1pPr>
            <a:lvl2pPr lvl="1"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2pPr>
            <a:lvl3pPr lvl="2"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3pPr>
            <a:lvl4pPr lvl="3"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4pPr>
            <a:lvl5pPr lvl="4"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5pPr>
            <a:lvl6pPr lvl="5"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6pPr>
            <a:lvl7pPr lvl="6"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7pPr>
            <a:lvl8pPr lvl="7"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8pPr>
            <a:lvl9pPr lvl="8"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703525" y="1735750"/>
            <a:ext cx="3486300" cy="115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1pPr>
            <a:lvl2pPr lvl="1"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2pPr>
            <a:lvl3pPr lvl="2"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3pPr>
            <a:lvl4pPr lvl="3"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4pPr>
            <a:lvl5pPr lvl="4"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5pPr>
            <a:lvl6pPr lvl="5"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6pPr>
            <a:lvl7pPr lvl="6"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7pPr>
            <a:lvl8pPr lvl="7"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8pPr>
            <a:lvl9pPr lvl="8"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9pPr>
          </a:lstStyle>
          <a:p/>
        </p:txBody>
      </p:sp>
      <p:sp>
        <p:nvSpPr>
          <p:cNvPr id="13" name="Google Shape;13;p3"/>
          <p:cNvSpPr txBox="1"/>
          <p:nvPr>
            <p:ph idx="1" type="subTitle"/>
          </p:nvPr>
        </p:nvSpPr>
        <p:spPr>
          <a:xfrm>
            <a:off x="2703525" y="2763852"/>
            <a:ext cx="34863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400"/>
              <a:buFont typeface="Inconsolata"/>
              <a:buNone/>
              <a:defRPr>
                <a:solidFill>
                  <a:srgbClr val="434343"/>
                </a:solidFill>
                <a:latin typeface="Inconsolata"/>
                <a:ea typeface="Inconsolata"/>
                <a:cs typeface="Inconsolata"/>
                <a:sym typeface="Inconsolata"/>
              </a:defRPr>
            </a:lvl1pPr>
            <a:lvl2pPr lvl="1"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2pPr>
            <a:lvl3pPr lvl="2"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3pPr>
            <a:lvl4pPr lvl="3"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4pPr>
            <a:lvl5pPr lvl="4"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5pPr>
            <a:lvl6pPr lvl="5"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6pPr>
            <a:lvl7pPr lvl="6"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7pPr>
            <a:lvl8pPr lvl="7"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8pPr>
            <a:lvl9pPr lvl="8"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4"/>
          <p:cNvSpPr txBox="1"/>
          <p:nvPr>
            <p:ph idx="1" type="body"/>
          </p:nvPr>
        </p:nvSpPr>
        <p:spPr>
          <a:xfrm>
            <a:off x="962850" y="876850"/>
            <a:ext cx="4955700" cy="819900"/>
          </a:xfrm>
          <a:prstGeom prst="rect">
            <a:avLst/>
          </a:prstGeom>
        </p:spPr>
        <p:txBody>
          <a:bodyPr anchorCtr="0" anchor="t" bIns="91425" lIns="91425" spcFirstLastPara="1" rIns="91425" wrap="square" tIns="91425">
            <a:noAutofit/>
          </a:bodyPr>
          <a:lstStyle>
            <a:lvl1pPr indent="-419100" lvl="0" marL="457200">
              <a:lnSpc>
                <a:spcPct val="130000"/>
              </a:lnSpc>
              <a:spcBef>
                <a:spcPts val="0"/>
              </a:spcBef>
              <a:spcAft>
                <a:spcPts val="0"/>
              </a:spcAft>
              <a:buSzPts val="3000"/>
              <a:buChar char="✗"/>
              <a:defRPr i="1" sz="3000"/>
            </a:lvl1pPr>
            <a:lvl2pPr indent="-419100" lvl="1" marL="914400">
              <a:lnSpc>
                <a:spcPct val="130000"/>
              </a:lnSpc>
              <a:spcBef>
                <a:spcPts val="0"/>
              </a:spcBef>
              <a:spcAft>
                <a:spcPts val="0"/>
              </a:spcAft>
              <a:buSzPts val="3000"/>
              <a:buChar char="✗"/>
              <a:defRPr i="1" sz="3000"/>
            </a:lvl2pPr>
            <a:lvl3pPr indent="-419100" lvl="2" marL="1371600">
              <a:lnSpc>
                <a:spcPct val="130000"/>
              </a:lnSpc>
              <a:spcBef>
                <a:spcPts val="0"/>
              </a:spcBef>
              <a:spcAft>
                <a:spcPts val="0"/>
              </a:spcAft>
              <a:buSzPts val="3000"/>
              <a:buChar char="✗"/>
              <a:defRPr i="1" sz="3000"/>
            </a:lvl3pPr>
            <a:lvl4pPr indent="-419100" lvl="3" marL="1828800">
              <a:lnSpc>
                <a:spcPct val="130000"/>
              </a:lnSpc>
              <a:spcBef>
                <a:spcPts val="0"/>
              </a:spcBef>
              <a:spcAft>
                <a:spcPts val="0"/>
              </a:spcAft>
              <a:buSzPts val="3000"/>
              <a:buChar char="✗"/>
              <a:defRPr i="1" sz="3000"/>
            </a:lvl4pPr>
            <a:lvl5pPr indent="-419100" lvl="4" marL="2286000">
              <a:lnSpc>
                <a:spcPct val="130000"/>
              </a:lnSpc>
              <a:spcBef>
                <a:spcPts val="0"/>
              </a:spcBef>
              <a:spcAft>
                <a:spcPts val="0"/>
              </a:spcAft>
              <a:buSzPts val="3000"/>
              <a:buChar char="✗"/>
              <a:defRPr i="1" sz="3000"/>
            </a:lvl5pPr>
            <a:lvl6pPr indent="-419100" lvl="5" marL="2743200">
              <a:lnSpc>
                <a:spcPct val="130000"/>
              </a:lnSpc>
              <a:spcBef>
                <a:spcPts val="0"/>
              </a:spcBef>
              <a:spcAft>
                <a:spcPts val="0"/>
              </a:spcAft>
              <a:buSzPts val="3000"/>
              <a:buChar char="✗"/>
              <a:defRPr i="1" sz="3000"/>
            </a:lvl6pPr>
            <a:lvl7pPr indent="-419100" lvl="6" marL="3200400">
              <a:lnSpc>
                <a:spcPct val="130000"/>
              </a:lnSpc>
              <a:spcBef>
                <a:spcPts val="0"/>
              </a:spcBef>
              <a:spcAft>
                <a:spcPts val="0"/>
              </a:spcAft>
              <a:buSzPts val="3000"/>
              <a:buChar char="✗"/>
              <a:defRPr i="1" sz="3000"/>
            </a:lvl7pPr>
            <a:lvl8pPr indent="-419100" lvl="7" marL="3657600">
              <a:lnSpc>
                <a:spcPct val="130000"/>
              </a:lnSpc>
              <a:spcBef>
                <a:spcPts val="0"/>
              </a:spcBef>
              <a:spcAft>
                <a:spcPts val="0"/>
              </a:spcAft>
              <a:buSzPts val="3000"/>
              <a:buChar char="✗"/>
              <a:defRPr i="1" sz="3000"/>
            </a:lvl8pPr>
            <a:lvl9pPr indent="-419100" lvl="8" marL="4114800">
              <a:lnSpc>
                <a:spcPct val="130000"/>
              </a:lnSpc>
              <a:spcBef>
                <a:spcPts val="0"/>
              </a:spcBef>
              <a:spcAft>
                <a:spcPts val="0"/>
              </a:spcAft>
              <a:buSzPts val="3000"/>
              <a:buChar char="✗"/>
              <a:defRPr i="1" sz="3000"/>
            </a:lvl9pPr>
          </a:lstStyle>
          <a:p/>
        </p:txBody>
      </p:sp>
      <p:sp>
        <p:nvSpPr>
          <p:cNvPr id="16" name="Google Shape;16;p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866375" y="1304543"/>
            <a:ext cx="5626200" cy="30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6"/>
          <p:cNvSpPr txBox="1"/>
          <p:nvPr>
            <p:ph type="title"/>
          </p:nvPr>
        </p:nvSpPr>
        <p:spPr>
          <a:xfrm>
            <a:off x="866375" y="642310"/>
            <a:ext cx="3966600" cy="8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 name="Google Shape;23;p6"/>
          <p:cNvSpPr txBox="1"/>
          <p:nvPr>
            <p:ph idx="1" type="body"/>
          </p:nvPr>
        </p:nvSpPr>
        <p:spPr>
          <a:xfrm>
            <a:off x="866375" y="1609350"/>
            <a:ext cx="3966600" cy="283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7"/>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7"/>
          <p:cNvSpPr txBox="1"/>
          <p:nvPr>
            <p:ph idx="1" type="body"/>
          </p:nvPr>
        </p:nvSpPr>
        <p:spPr>
          <a:xfrm>
            <a:off x="866375"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 name="Google Shape;28;p7"/>
          <p:cNvSpPr txBox="1"/>
          <p:nvPr>
            <p:ph idx="2" type="body"/>
          </p:nvPr>
        </p:nvSpPr>
        <p:spPr>
          <a:xfrm>
            <a:off x="3761704"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 name="Google Shape;29;p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66375" y="358375"/>
            <a:ext cx="75678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8"/>
          <p:cNvSpPr txBox="1"/>
          <p:nvPr>
            <p:ph idx="1" type="body"/>
          </p:nvPr>
        </p:nvSpPr>
        <p:spPr>
          <a:xfrm>
            <a:off x="866375"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3" name="Google Shape;33;p8"/>
          <p:cNvSpPr txBox="1"/>
          <p:nvPr>
            <p:ph idx="2" type="body"/>
          </p:nvPr>
        </p:nvSpPr>
        <p:spPr>
          <a:xfrm>
            <a:off x="3430687"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4" name="Google Shape;34;p8"/>
          <p:cNvSpPr txBox="1"/>
          <p:nvPr>
            <p:ph idx="3" type="body"/>
          </p:nvPr>
        </p:nvSpPr>
        <p:spPr>
          <a:xfrm>
            <a:off x="5994999"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5" name="Google Shape;35;p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0"/>
          <p:cNvSpPr txBox="1"/>
          <p:nvPr>
            <p:ph idx="1" type="body"/>
          </p:nvPr>
        </p:nvSpPr>
        <p:spPr>
          <a:xfrm>
            <a:off x="924850" y="3872900"/>
            <a:ext cx="75990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41" name="Google Shape;41;p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laroid"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stit">
  <p:cSld name="BLANK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ig postit">
  <p:cSld name="BLANK_1_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2_1">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_1">
    <p:bg>
      <p:bgPr>
        <a:noFill/>
      </p:bgPr>
    </p:bg>
    <p:spTree>
      <p:nvGrpSpPr>
        <p:cNvPr id="50" name="Shape 50"/>
        <p:cNvGrpSpPr/>
        <p:nvPr/>
      </p:nvGrpSpPr>
      <p:grpSpPr>
        <a:xfrm>
          <a:off x="0" y="0"/>
          <a:ext cx="0" cy="0"/>
          <a:chOff x="0" y="0"/>
          <a:chExt cx="0" cy="0"/>
        </a:xfrm>
      </p:grpSpPr>
      <p:pic>
        <p:nvPicPr>
          <p:cNvPr descr="notepad4.png" id="51" name="Google Shape;51;p15"/>
          <p:cNvPicPr preferRelativeResize="0"/>
          <p:nvPr/>
        </p:nvPicPr>
        <p:blipFill>
          <a:blip r:embed="rId2">
            <a:alphaModFix/>
          </a:blip>
          <a:stretch>
            <a:fillRect/>
          </a:stretch>
        </p:blipFill>
        <p:spPr>
          <a:xfrm>
            <a:off x="0" y="0"/>
            <a:ext cx="9144000" cy="5143516"/>
          </a:xfrm>
          <a:prstGeom prst="rect">
            <a:avLst/>
          </a:prstGeom>
          <a:noFill/>
          <a:ln>
            <a:noFill/>
          </a:ln>
        </p:spPr>
      </p:pic>
      <p:sp>
        <p:nvSpPr>
          <p:cNvPr id="52" name="Google Shape;52;p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5" name="Google Shape;55;p16"/>
          <p:cNvSpPr txBox="1"/>
          <p:nvPr>
            <p:ph type="title"/>
          </p:nvPr>
        </p:nvSpPr>
        <p:spPr>
          <a:xfrm>
            <a:off x="808850" y="2596896"/>
            <a:ext cx="7439700" cy="553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56" name="Google Shape;56;p16"/>
          <p:cNvSpPr txBox="1"/>
          <p:nvPr>
            <p:ph idx="2" type="title"/>
          </p:nvPr>
        </p:nvSpPr>
        <p:spPr>
          <a:xfrm>
            <a:off x="808850" y="3109821"/>
            <a:ext cx="7439700" cy="865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57" name="Shape 57"/>
        <p:cNvGrpSpPr/>
        <p:nvPr/>
      </p:nvGrpSpPr>
      <p:grpSpPr>
        <a:xfrm>
          <a:off x="0" y="0"/>
          <a:ext cx="0" cy="0"/>
          <a:chOff x="0" y="0"/>
          <a:chExt cx="0" cy="0"/>
        </a:xfrm>
      </p:grpSpPr>
      <p:sp>
        <p:nvSpPr>
          <p:cNvPr id="58" name="Google Shape;58;p17"/>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7"/>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7"/>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61" name="Shape 61"/>
        <p:cNvGrpSpPr/>
        <p:nvPr/>
      </p:nvGrpSpPr>
      <p:grpSpPr>
        <a:xfrm>
          <a:off x="0" y="0"/>
          <a:ext cx="0" cy="0"/>
          <a:chOff x="0" y="0"/>
          <a:chExt cx="0" cy="0"/>
        </a:xfrm>
      </p:grpSpPr>
      <p:sp>
        <p:nvSpPr>
          <p:cNvPr id="62" name="Google Shape;62;p18"/>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3" name="Google Shape;63;p18"/>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5" name="Google Shape;65;p1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6" name="Google Shape;66;p18"/>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67" name="Shape 67"/>
        <p:cNvGrpSpPr/>
        <p:nvPr/>
      </p:nvGrpSpPr>
      <p:grpSpPr>
        <a:xfrm>
          <a:off x="0" y="0"/>
          <a:ext cx="0" cy="0"/>
          <a:chOff x="0" y="0"/>
          <a:chExt cx="0" cy="0"/>
        </a:xfrm>
      </p:grpSpPr>
      <p:sp>
        <p:nvSpPr>
          <p:cNvPr id="68" name="Google Shape;68;p19"/>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9" name="Google Shape;69;p19"/>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70" name="Google Shape;70;p19"/>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 name="Google Shape;71;p19"/>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2" name="Google Shape;72;p19"/>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73" name="Shape 73"/>
        <p:cNvGrpSpPr/>
        <p:nvPr/>
      </p:nvGrpSpPr>
      <p:grpSpPr>
        <a:xfrm>
          <a:off x="0" y="0"/>
          <a:ext cx="0" cy="0"/>
          <a:chOff x="0" y="0"/>
          <a:chExt cx="0" cy="0"/>
        </a:xfrm>
      </p:grpSpPr>
      <p:sp>
        <p:nvSpPr>
          <p:cNvPr id="74" name="Google Shape;7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2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76" name="Shape 76"/>
        <p:cNvGrpSpPr/>
        <p:nvPr/>
      </p:nvGrpSpPr>
      <p:grpSpPr>
        <a:xfrm>
          <a:off x="0" y="0"/>
          <a:ext cx="0" cy="0"/>
          <a:chOff x="0" y="0"/>
          <a:chExt cx="0" cy="0"/>
        </a:xfrm>
      </p:grpSpPr>
      <p:sp>
        <p:nvSpPr>
          <p:cNvPr id="77" name="Google Shape;77;p2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2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 name="Google Shape;79;p21"/>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0" name="Google Shape;80;p2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82" name="Shape 82"/>
        <p:cNvGrpSpPr/>
        <p:nvPr/>
      </p:nvGrpSpPr>
      <p:grpSpPr>
        <a:xfrm>
          <a:off x="0" y="0"/>
          <a:ext cx="0" cy="0"/>
          <a:chOff x="0" y="0"/>
          <a:chExt cx="0" cy="0"/>
        </a:xfrm>
      </p:grpSpPr>
      <p:pic>
        <p:nvPicPr>
          <p:cNvPr id="83" name="Google Shape;83;p22"/>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84" name="Google Shape;84;p22"/>
          <p:cNvSpPr txBox="1"/>
          <p:nvPr>
            <p:ph type="title"/>
          </p:nvPr>
        </p:nvSpPr>
        <p:spPr>
          <a:xfrm>
            <a:off x="1229950" y="1739144"/>
            <a:ext cx="7011900" cy="572700"/>
          </a:xfrm>
          <a:prstGeom prst="rect">
            <a:avLst/>
          </a:prstGeom>
        </p:spPr>
        <p:txBody>
          <a:bodyPr anchorCtr="0" anchor="b" bIns="91425" lIns="91425" spcFirstLastPara="1" rIns="91425" wrap="square" tIns="91425">
            <a:noAutofit/>
          </a:bodyPr>
          <a:lstStyle>
            <a:lvl1pPr lvl="0">
              <a:spcBef>
                <a:spcPts val="0"/>
              </a:spcBef>
              <a:spcAft>
                <a:spcPts val="0"/>
              </a:spcAft>
              <a:buClr>
                <a:srgbClr val="2F2F2F"/>
              </a:buClr>
              <a:buSzPts val="2800"/>
              <a:buFont typeface="Roboto Black"/>
              <a:buNone/>
              <a:defRPr sz="2800">
                <a:solidFill>
                  <a:srgbClr val="2F2F2F"/>
                </a:solidFill>
                <a:latin typeface="Roboto Black"/>
                <a:ea typeface="Roboto Black"/>
                <a:cs typeface="Roboto Black"/>
                <a:sym typeface="Roboto Black"/>
              </a:defRPr>
            </a:lvl1pPr>
            <a:lvl2pPr lvl="1">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2pPr>
            <a:lvl3pPr lvl="2">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3pPr>
            <a:lvl4pPr lvl="3">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4pPr>
            <a:lvl5pPr lvl="4">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5pPr>
            <a:lvl6pPr lvl="5">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6pPr>
            <a:lvl7pPr lvl="6">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7pPr>
            <a:lvl8pPr lvl="7">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8pPr>
            <a:lvl9pPr lvl="8">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9pPr>
          </a:lstStyle>
          <a:p/>
        </p:txBody>
      </p:sp>
      <p:sp>
        <p:nvSpPr>
          <p:cNvPr id="85" name="Google Shape;85;p2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6" name="Google Shape;86;p2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 name="Google Shape;87;p22"/>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81000" lvl="1" marL="914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2pPr>
            <a:lvl3pPr indent="-381000" lvl="2" marL="1371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3pPr>
            <a:lvl4pPr indent="-381000" lvl="3" marL="1828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4pPr>
            <a:lvl5pPr indent="-381000" lvl="4" marL="22860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5pPr>
            <a:lvl6pPr indent="-381000" lvl="5" marL="27432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6pPr>
            <a:lvl7pPr indent="-381000" lvl="6" marL="3200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7pPr>
            <a:lvl8pPr indent="-381000" lvl="7" marL="3657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8pPr>
            <a:lvl9pPr indent="-381000" lvl="8" marL="4114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88" name="Shape 88"/>
        <p:cNvGrpSpPr/>
        <p:nvPr/>
      </p:nvGrpSpPr>
      <p:grpSpPr>
        <a:xfrm>
          <a:off x="0" y="0"/>
          <a:ext cx="0" cy="0"/>
          <a:chOff x="0" y="0"/>
          <a:chExt cx="0" cy="0"/>
        </a:xfrm>
      </p:grpSpPr>
      <p:sp>
        <p:nvSpPr>
          <p:cNvPr id="89" name="Google Shape;89;p2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0" name="Google Shape;90;p2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 name="Google Shape;91;p2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2" name="Google Shape;92;p2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93" name="Google Shape;93;p23"/>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23"/>
          <p:cNvGrpSpPr/>
          <p:nvPr/>
        </p:nvGrpSpPr>
        <p:grpSpPr>
          <a:xfrm>
            <a:off x="256025" y="1280050"/>
            <a:ext cx="3657600" cy="164700"/>
            <a:chOff x="256025" y="1280050"/>
            <a:chExt cx="3657600" cy="164700"/>
          </a:xfrm>
        </p:grpSpPr>
        <p:sp>
          <p:nvSpPr>
            <p:cNvPr id="95" name="Google Shape;95;p23"/>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23"/>
            <p:cNvGrpSpPr/>
            <p:nvPr/>
          </p:nvGrpSpPr>
          <p:grpSpPr>
            <a:xfrm>
              <a:off x="323020" y="1326935"/>
              <a:ext cx="264664" cy="61800"/>
              <a:chOff x="322595" y="642846"/>
              <a:chExt cx="264664" cy="61800"/>
            </a:xfrm>
          </p:grpSpPr>
          <p:sp>
            <p:nvSpPr>
              <p:cNvPr id="97" name="Google Shape;97;p2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100" name="Shape 100"/>
        <p:cNvGrpSpPr/>
        <p:nvPr/>
      </p:nvGrpSpPr>
      <p:grpSpPr>
        <a:xfrm>
          <a:off x="0" y="0"/>
          <a:ext cx="0" cy="0"/>
          <a:chOff x="0" y="0"/>
          <a:chExt cx="0" cy="0"/>
        </a:xfrm>
      </p:grpSpPr>
      <p:sp>
        <p:nvSpPr>
          <p:cNvPr id="101" name="Google Shape;101;p2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02" name="Google Shape;102;p24"/>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03" name="Google Shape;103;p2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4" name="Google Shape;104;p24"/>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5" name="Google Shape;105;p24"/>
          <p:cNvSpPr/>
          <p:nvPr/>
        </p:nvSpPr>
        <p:spPr>
          <a:xfrm>
            <a:off x="246888" y="594360"/>
            <a:ext cx="3447300" cy="426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4"/>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107" name="Shape 107"/>
        <p:cNvGrpSpPr/>
        <p:nvPr/>
      </p:nvGrpSpPr>
      <p:grpSpPr>
        <a:xfrm>
          <a:off x="0" y="0"/>
          <a:ext cx="0" cy="0"/>
          <a:chOff x="0" y="0"/>
          <a:chExt cx="0" cy="0"/>
        </a:xfrm>
      </p:grpSpPr>
      <p:sp>
        <p:nvSpPr>
          <p:cNvPr id="108" name="Google Shape;108;p2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9" name="Google Shape;109;p2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 name="Google Shape;111;p2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12" name="Google Shape;112;p2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
        <p:nvSpPr>
          <p:cNvPr id="113" name="Google Shape;113;p2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5"/>
          <p:cNvGrpSpPr/>
          <p:nvPr/>
        </p:nvGrpSpPr>
        <p:grpSpPr>
          <a:xfrm>
            <a:off x="256025" y="1280050"/>
            <a:ext cx="3657600" cy="164700"/>
            <a:chOff x="256025" y="1280050"/>
            <a:chExt cx="3657600" cy="164700"/>
          </a:xfrm>
        </p:grpSpPr>
        <p:sp>
          <p:nvSpPr>
            <p:cNvPr id="115" name="Google Shape;115;p2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25"/>
            <p:cNvGrpSpPr/>
            <p:nvPr/>
          </p:nvGrpSpPr>
          <p:grpSpPr>
            <a:xfrm>
              <a:off x="323020" y="1326935"/>
              <a:ext cx="264664" cy="61800"/>
              <a:chOff x="322595" y="642846"/>
              <a:chExt cx="264664" cy="61800"/>
            </a:xfrm>
          </p:grpSpPr>
          <p:sp>
            <p:nvSpPr>
              <p:cNvPr id="117" name="Google Shape;117;p2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20" name="Shape 120"/>
        <p:cNvGrpSpPr/>
        <p:nvPr/>
      </p:nvGrpSpPr>
      <p:grpSpPr>
        <a:xfrm>
          <a:off x="0" y="0"/>
          <a:ext cx="0" cy="0"/>
          <a:chOff x="0" y="0"/>
          <a:chExt cx="0" cy="0"/>
        </a:xfrm>
      </p:grpSpPr>
      <p:pic>
        <p:nvPicPr>
          <p:cNvPr id="121" name="Google Shape;121;p26"/>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22" name="Google Shape;122;p26"/>
          <p:cNvSpPr txBox="1"/>
          <p:nvPr>
            <p:ph type="title"/>
          </p:nvPr>
        </p:nvSpPr>
        <p:spPr>
          <a:xfrm>
            <a:off x="820200" y="1184699"/>
            <a:ext cx="75036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23" name="Google Shape;123;p26"/>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4" name="Google Shape;124;p26"/>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5" name="Google Shape;125;p26"/>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0"/>
              </a:spcBef>
              <a:spcAft>
                <a:spcPts val="0"/>
              </a:spcAft>
              <a:buSzPts val="2000"/>
              <a:buFont typeface="Roboto Medium"/>
              <a:buChar char="✗"/>
              <a:defRPr sz="2000">
                <a:latin typeface="Roboto Medium"/>
                <a:ea typeface="Roboto Medium"/>
                <a:cs typeface="Roboto Medium"/>
                <a:sym typeface="Roboto Medium"/>
              </a:defRPr>
            </a:lvl9pPr>
          </a:lstStyle>
          <a:p/>
        </p:txBody>
      </p:sp>
      <p:sp>
        <p:nvSpPr>
          <p:cNvPr id="126" name="Google Shape;126;p26"/>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Black"/>
              <a:buChar char="✗"/>
              <a:defRPr sz="4000">
                <a:latin typeface="Roboto Black"/>
                <a:ea typeface="Roboto Black"/>
                <a:cs typeface="Roboto Black"/>
                <a:sym typeface="Roboto Black"/>
              </a:defRPr>
            </a:lvl1pPr>
            <a:lvl2pPr indent="-482600" lvl="1" marL="914400" algn="ctr">
              <a:spcBef>
                <a:spcPts val="0"/>
              </a:spcBef>
              <a:spcAft>
                <a:spcPts val="0"/>
              </a:spcAft>
              <a:buSzPts val="4000"/>
              <a:buFont typeface="Roboto Black"/>
              <a:buChar char="✗"/>
              <a:defRPr sz="4000">
                <a:latin typeface="Roboto Black"/>
                <a:ea typeface="Roboto Black"/>
                <a:cs typeface="Roboto Black"/>
                <a:sym typeface="Roboto Black"/>
              </a:defRPr>
            </a:lvl2pPr>
            <a:lvl3pPr indent="-482600" lvl="2" marL="1371600" algn="ctr">
              <a:spcBef>
                <a:spcPts val="0"/>
              </a:spcBef>
              <a:spcAft>
                <a:spcPts val="0"/>
              </a:spcAft>
              <a:buSzPts val="4000"/>
              <a:buFont typeface="Roboto Black"/>
              <a:buChar char="✗"/>
              <a:defRPr sz="4000">
                <a:latin typeface="Roboto Black"/>
                <a:ea typeface="Roboto Black"/>
                <a:cs typeface="Roboto Black"/>
                <a:sym typeface="Roboto Black"/>
              </a:defRPr>
            </a:lvl3pPr>
            <a:lvl4pPr indent="-482600" lvl="3" marL="1828800" algn="ctr">
              <a:spcBef>
                <a:spcPts val="0"/>
              </a:spcBef>
              <a:spcAft>
                <a:spcPts val="0"/>
              </a:spcAft>
              <a:buSzPts val="4000"/>
              <a:buFont typeface="Roboto Black"/>
              <a:buChar char="✗"/>
              <a:defRPr sz="4000">
                <a:latin typeface="Roboto Black"/>
                <a:ea typeface="Roboto Black"/>
                <a:cs typeface="Roboto Black"/>
                <a:sym typeface="Roboto Black"/>
              </a:defRPr>
            </a:lvl4pPr>
            <a:lvl5pPr indent="-482600" lvl="4" marL="2286000" algn="ctr">
              <a:spcBef>
                <a:spcPts val="0"/>
              </a:spcBef>
              <a:spcAft>
                <a:spcPts val="0"/>
              </a:spcAft>
              <a:buSzPts val="4000"/>
              <a:buFont typeface="Roboto Black"/>
              <a:buChar char="✗"/>
              <a:defRPr sz="4000">
                <a:latin typeface="Roboto Black"/>
                <a:ea typeface="Roboto Black"/>
                <a:cs typeface="Roboto Black"/>
                <a:sym typeface="Roboto Black"/>
              </a:defRPr>
            </a:lvl5pPr>
            <a:lvl6pPr indent="-482600" lvl="5" marL="2743200" algn="ctr">
              <a:spcBef>
                <a:spcPts val="0"/>
              </a:spcBef>
              <a:spcAft>
                <a:spcPts val="0"/>
              </a:spcAft>
              <a:buSzPts val="4000"/>
              <a:buFont typeface="Roboto Black"/>
              <a:buChar char="✗"/>
              <a:defRPr sz="4000">
                <a:latin typeface="Roboto Black"/>
                <a:ea typeface="Roboto Black"/>
                <a:cs typeface="Roboto Black"/>
                <a:sym typeface="Roboto Black"/>
              </a:defRPr>
            </a:lvl6pPr>
            <a:lvl7pPr indent="-482600" lvl="6" marL="3200400" algn="ctr">
              <a:spcBef>
                <a:spcPts val="0"/>
              </a:spcBef>
              <a:spcAft>
                <a:spcPts val="0"/>
              </a:spcAft>
              <a:buSzPts val="4000"/>
              <a:buFont typeface="Roboto Black"/>
              <a:buChar char="✗"/>
              <a:defRPr sz="4000">
                <a:latin typeface="Roboto Black"/>
                <a:ea typeface="Roboto Black"/>
                <a:cs typeface="Roboto Black"/>
                <a:sym typeface="Roboto Black"/>
              </a:defRPr>
            </a:lvl7pPr>
            <a:lvl8pPr indent="-482600" lvl="7" marL="3657600" algn="ctr">
              <a:spcBef>
                <a:spcPts val="0"/>
              </a:spcBef>
              <a:spcAft>
                <a:spcPts val="0"/>
              </a:spcAft>
              <a:buSzPts val="4000"/>
              <a:buFont typeface="Roboto Black"/>
              <a:buChar char="✗"/>
              <a:defRPr sz="4000">
                <a:latin typeface="Roboto Black"/>
                <a:ea typeface="Roboto Black"/>
                <a:cs typeface="Roboto Black"/>
                <a:sym typeface="Roboto Black"/>
              </a:defRPr>
            </a:lvl8pPr>
            <a:lvl9pPr indent="-482600" lvl="8" marL="4114800" algn="ctr">
              <a:spcBef>
                <a:spcPts val="0"/>
              </a:spcBef>
              <a:spcAft>
                <a:spcPts val="0"/>
              </a:spcAft>
              <a:buSzPts val="4000"/>
              <a:buFont typeface="Roboto Black"/>
              <a:buChar char="✗"/>
              <a:defRPr sz="4000">
                <a:latin typeface="Roboto Black"/>
                <a:ea typeface="Roboto Black"/>
                <a:cs typeface="Roboto Black"/>
                <a:sym typeface="Roboto Black"/>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127" name="Shape 127"/>
        <p:cNvGrpSpPr/>
        <p:nvPr/>
      </p:nvGrpSpPr>
      <p:grpSpPr>
        <a:xfrm>
          <a:off x="0" y="0"/>
          <a:ext cx="0" cy="0"/>
          <a:chOff x="0" y="0"/>
          <a:chExt cx="0" cy="0"/>
        </a:xfrm>
      </p:grpSpPr>
      <p:sp>
        <p:nvSpPr>
          <p:cNvPr id="128" name="Google Shape;128;p2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29" name="Google Shape;129;p2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0" name="Google Shape;130;p2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1" name="Google Shape;131;p2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132" name="Google Shape;132;p27"/>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27"/>
          <p:cNvGrpSpPr/>
          <p:nvPr/>
        </p:nvGrpSpPr>
        <p:grpSpPr>
          <a:xfrm>
            <a:off x="248150" y="722275"/>
            <a:ext cx="3447300" cy="164700"/>
            <a:chOff x="248150" y="722275"/>
            <a:chExt cx="3447300" cy="164700"/>
          </a:xfrm>
        </p:grpSpPr>
        <p:sp>
          <p:nvSpPr>
            <p:cNvPr id="134" name="Google Shape;134;p27"/>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7"/>
            <p:cNvGrpSpPr/>
            <p:nvPr/>
          </p:nvGrpSpPr>
          <p:grpSpPr>
            <a:xfrm>
              <a:off x="322595" y="769160"/>
              <a:ext cx="264664" cy="61800"/>
              <a:chOff x="322595" y="642846"/>
              <a:chExt cx="264664" cy="61800"/>
            </a:xfrm>
          </p:grpSpPr>
          <p:sp>
            <p:nvSpPr>
              <p:cNvPr id="136" name="Google Shape;136;p27"/>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7"/>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139" name="Shape 139"/>
        <p:cNvGrpSpPr/>
        <p:nvPr/>
      </p:nvGrpSpPr>
      <p:grpSpPr>
        <a:xfrm>
          <a:off x="0" y="0"/>
          <a:ext cx="0" cy="0"/>
          <a:chOff x="0" y="0"/>
          <a:chExt cx="0" cy="0"/>
        </a:xfrm>
      </p:grpSpPr>
      <p:sp>
        <p:nvSpPr>
          <p:cNvPr id="140" name="Google Shape;140;p28"/>
          <p:cNvSpPr txBox="1"/>
          <p:nvPr/>
        </p:nvSpPr>
        <p:spPr>
          <a:xfrm>
            <a:off x="804676" y="2133000"/>
            <a:ext cx="7408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800">
                <a:solidFill>
                  <a:srgbClr val="333FBF"/>
                </a:solidFill>
                <a:latin typeface="Roboto"/>
                <a:ea typeface="Roboto"/>
                <a:cs typeface="Roboto"/>
                <a:sym typeface="Roboto"/>
              </a:rPr>
              <a:t>End of @Home Lesson </a:t>
            </a:r>
            <a:endParaRPr b="1" sz="4800">
              <a:solidFill>
                <a:srgbClr val="333FBF"/>
              </a:solidFill>
              <a:latin typeface="Roboto"/>
              <a:ea typeface="Roboto"/>
              <a:cs typeface="Roboto"/>
              <a:sym typeface="Roboto"/>
            </a:endParaRPr>
          </a:p>
        </p:txBody>
      </p:sp>
      <p:pic>
        <p:nvPicPr>
          <p:cNvPr id="141" name="Google Shape;141;p28"/>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142" name="Google Shape;142;p28"/>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8"/>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144" name="Google Shape;144;p28"/>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145" name="Google Shape;145;p28"/>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150" name="Shape 150"/>
        <p:cNvGrpSpPr/>
        <p:nvPr/>
      </p:nvGrpSpPr>
      <p:grpSpPr>
        <a:xfrm>
          <a:off x="0" y="0"/>
          <a:ext cx="0" cy="0"/>
          <a:chOff x="0" y="0"/>
          <a:chExt cx="0" cy="0"/>
        </a:xfrm>
      </p:grpSpPr>
      <p:sp>
        <p:nvSpPr>
          <p:cNvPr id="151" name="Google Shape;151;p3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52" name="Google Shape;152;p30"/>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53" name="Google Shape;153;p30"/>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Font typeface="Roboto"/>
              <a:buChar char="○"/>
              <a:defRPr sz="2800">
                <a:latin typeface="Roboto"/>
                <a:ea typeface="Roboto"/>
                <a:cs typeface="Roboto"/>
                <a:sym typeface="Roboto"/>
              </a:defRPr>
            </a:lvl2pPr>
            <a:lvl3pPr indent="-406400" lvl="2" marL="1371600">
              <a:lnSpc>
                <a:spcPct val="100000"/>
              </a:lnSpc>
              <a:spcBef>
                <a:spcPts val="1600"/>
              </a:spcBef>
              <a:spcAft>
                <a:spcPts val="0"/>
              </a:spcAft>
              <a:buSzPts val="2800"/>
              <a:buFont typeface="Roboto"/>
              <a:buChar char="■"/>
              <a:defRPr sz="2800">
                <a:latin typeface="Roboto"/>
                <a:ea typeface="Roboto"/>
                <a:cs typeface="Roboto"/>
                <a:sym typeface="Roboto"/>
              </a:defRPr>
            </a:lvl3pPr>
            <a:lvl4pPr indent="-406400" lvl="3" marL="1828800">
              <a:lnSpc>
                <a:spcPct val="100000"/>
              </a:lnSpc>
              <a:spcBef>
                <a:spcPts val="1600"/>
              </a:spcBef>
              <a:spcAft>
                <a:spcPts val="0"/>
              </a:spcAft>
              <a:buSzPts val="2800"/>
              <a:buFont typeface="Roboto"/>
              <a:buChar char="●"/>
              <a:defRPr sz="2800">
                <a:latin typeface="Roboto"/>
                <a:ea typeface="Roboto"/>
                <a:cs typeface="Roboto"/>
                <a:sym typeface="Roboto"/>
              </a:defRPr>
            </a:lvl4pPr>
            <a:lvl5pPr indent="-406400" lvl="4" marL="2286000">
              <a:lnSpc>
                <a:spcPct val="100000"/>
              </a:lnSpc>
              <a:spcBef>
                <a:spcPts val="1600"/>
              </a:spcBef>
              <a:spcAft>
                <a:spcPts val="0"/>
              </a:spcAft>
              <a:buSzPts val="2800"/>
              <a:buFont typeface="Roboto"/>
              <a:buChar char="○"/>
              <a:defRPr sz="2800">
                <a:latin typeface="Roboto"/>
                <a:ea typeface="Roboto"/>
                <a:cs typeface="Roboto"/>
                <a:sym typeface="Roboto"/>
              </a:defRPr>
            </a:lvl5pPr>
            <a:lvl6pPr indent="-406400" lvl="5" marL="2743200">
              <a:lnSpc>
                <a:spcPct val="100000"/>
              </a:lnSpc>
              <a:spcBef>
                <a:spcPts val="1600"/>
              </a:spcBef>
              <a:spcAft>
                <a:spcPts val="0"/>
              </a:spcAft>
              <a:buSzPts val="2800"/>
              <a:buFont typeface="Roboto"/>
              <a:buChar char="■"/>
              <a:defRPr sz="2800">
                <a:latin typeface="Roboto"/>
                <a:ea typeface="Roboto"/>
                <a:cs typeface="Roboto"/>
                <a:sym typeface="Roboto"/>
              </a:defRPr>
            </a:lvl6pPr>
            <a:lvl7pPr indent="-406400" lvl="6" marL="3200400">
              <a:lnSpc>
                <a:spcPct val="100000"/>
              </a:lnSpc>
              <a:spcBef>
                <a:spcPts val="1600"/>
              </a:spcBef>
              <a:spcAft>
                <a:spcPts val="0"/>
              </a:spcAft>
              <a:buSzPts val="2800"/>
              <a:buFont typeface="Roboto"/>
              <a:buChar char="●"/>
              <a:defRPr sz="2800">
                <a:latin typeface="Roboto"/>
                <a:ea typeface="Roboto"/>
                <a:cs typeface="Roboto"/>
                <a:sym typeface="Roboto"/>
              </a:defRPr>
            </a:lvl7pPr>
            <a:lvl8pPr indent="-406400" lvl="7" marL="3657600">
              <a:lnSpc>
                <a:spcPct val="100000"/>
              </a:lnSpc>
              <a:spcBef>
                <a:spcPts val="1600"/>
              </a:spcBef>
              <a:spcAft>
                <a:spcPts val="0"/>
              </a:spcAft>
              <a:buSzPts val="2800"/>
              <a:buFont typeface="Roboto"/>
              <a:buChar char="○"/>
              <a:defRPr sz="2800">
                <a:latin typeface="Roboto"/>
                <a:ea typeface="Roboto"/>
                <a:cs typeface="Roboto"/>
                <a:sym typeface="Roboto"/>
              </a:defRPr>
            </a:lvl8pPr>
            <a:lvl9pPr indent="-406400" lvl="8" marL="4114800">
              <a:lnSpc>
                <a:spcPct val="100000"/>
              </a:lnSpc>
              <a:spcBef>
                <a:spcPts val="1600"/>
              </a:spcBef>
              <a:spcAft>
                <a:spcPts val="1600"/>
              </a:spcAft>
              <a:buSzPts val="2800"/>
              <a:buFont typeface="Roboto"/>
              <a:buChar char="■"/>
              <a:defRPr sz="28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itle">
  <p:cSld name="SECTION_HEADER_1_1_2_4">
    <p:bg>
      <p:bgPr>
        <a:solidFill>
          <a:srgbClr val="FFFFFF"/>
        </a:solidFill>
      </p:bgPr>
    </p:bg>
    <p:spTree>
      <p:nvGrpSpPr>
        <p:cNvPr id="154" name="Shape 154"/>
        <p:cNvGrpSpPr/>
        <p:nvPr/>
      </p:nvGrpSpPr>
      <p:grpSpPr>
        <a:xfrm>
          <a:off x="0" y="0"/>
          <a:ext cx="0" cy="0"/>
          <a:chOff x="0" y="0"/>
          <a:chExt cx="0" cy="0"/>
        </a:xfrm>
      </p:grpSpPr>
      <p:sp>
        <p:nvSpPr>
          <p:cNvPr id="155" name="Google Shape;155;p3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
          <p:cNvSpPr txBox="1"/>
          <p:nvPr>
            <p:ph idx="1" type="subTitle"/>
          </p:nvPr>
        </p:nvSpPr>
        <p:spPr>
          <a:xfrm>
            <a:off x="804672" y="2048256"/>
            <a:ext cx="6080700" cy="5760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160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7" name="Google Shape;157;p31"/>
          <p:cNvSpPr txBox="1"/>
          <p:nvPr>
            <p:ph type="title"/>
          </p:nvPr>
        </p:nvSpPr>
        <p:spPr>
          <a:xfrm>
            <a:off x="804675" y="2477494"/>
            <a:ext cx="6080700" cy="8568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58" name="Google Shape;158;p31"/>
          <p:cNvSpPr txBox="1"/>
          <p:nvPr>
            <p:ph idx="2" type="subTitle"/>
          </p:nvPr>
        </p:nvSpPr>
        <p:spPr>
          <a:xfrm>
            <a:off x="6839700"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FFFFFF"/>
                </a:solidFill>
                <a:latin typeface="Roboto"/>
                <a:ea typeface="Roboto"/>
                <a:cs typeface="Roboto"/>
                <a:sym typeface="Roboto"/>
              </a:defRPr>
            </a:lvl1pPr>
            <a:lvl2pPr lvl="1">
              <a:spcBef>
                <a:spcPts val="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9" name="Google Shape;159;p31"/>
          <p:cNvSpPr txBox="1"/>
          <p:nvPr>
            <p:ph idx="3" type="subTitle"/>
          </p:nvPr>
        </p:nvSpPr>
        <p:spPr>
          <a:xfrm>
            <a:off x="228600" y="164600"/>
            <a:ext cx="43434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FFFFFF"/>
                </a:solidFill>
                <a:latin typeface="Roboto"/>
                <a:ea typeface="Roboto"/>
                <a:cs typeface="Roboto"/>
                <a:sym typeface="Roboto"/>
              </a:defRPr>
            </a:lvl1pPr>
            <a:lvl2pPr lvl="1">
              <a:spcBef>
                <a:spcPts val="0"/>
              </a:spcBef>
              <a:spcAft>
                <a:spcPts val="0"/>
              </a:spcAft>
              <a:buNone/>
              <a:defRPr>
                <a:solidFill>
                  <a:srgbClr val="FFFFFF"/>
                </a:solidFill>
                <a:latin typeface="Roboto"/>
                <a:ea typeface="Roboto"/>
                <a:cs typeface="Roboto"/>
                <a:sym typeface="Roboto"/>
              </a:defRPr>
            </a:lvl2pPr>
            <a:lvl3pPr lvl="2">
              <a:spcBef>
                <a:spcPts val="1600"/>
              </a:spcBef>
              <a:spcAft>
                <a:spcPts val="0"/>
              </a:spcAft>
              <a:buNone/>
              <a:defRPr>
                <a:solidFill>
                  <a:srgbClr val="FFFFFF"/>
                </a:solidFill>
                <a:latin typeface="Roboto"/>
                <a:ea typeface="Roboto"/>
                <a:cs typeface="Roboto"/>
                <a:sym typeface="Roboto"/>
              </a:defRPr>
            </a:lvl3pPr>
            <a:lvl4pPr lvl="3">
              <a:spcBef>
                <a:spcPts val="1600"/>
              </a:spcBef>
              <a:spcAft>
                <a:spcPts val="0"/>
              </a:spcAft>
              <a:buNone/>
              <a:defRPr>
                <a:solidFill>
                  <a:srgbClr val="FFFFFF"/>
                </a:solidFill>
                <a:latin typeface="Roboto"/>
                <a:ea typeface="Roboto"/>
                <a:cs typeface="Roboto"/>
                <a:sym typeface="Roboto"/>
              </a:defRPr>
            </a:lvl4pPr>
            <a:lvl5pPr lvl="4">
              <a:spcBef>
                <a:spcPts val="1600"/>
              </a:spcBef>
              <a:spcAft>
                <a:spcPts val="0"/>
              </a:spcAft>
              <a:buNone/>
              <a:defRPr>
                <a:solidFill>
                  <a:srgbClr val="FFFFFF"/>
                </a:solidFill>
                <a:latin typeface="Roboto"/>
                <a:ea typeface="Roboto"/>
                <a:cs typeface="Roboto"/>
                <a:sym typeface="Roboto"/>
              </a:defRPr>
            </a:lvl5pPr>
            <a:lvl6pPr lvl="5">
              <a:spcBef>
                <a:spcPts val="1600"/>
              </a:spcBef>
              <a:spcAft>
                <a:spcPts val="0"/>
              </a:spcAft>
              <a:buNone/>
              <a:defRPr>
                <a:solidFill>
                  <a:srgbClr val="FFFFFF"/>
                </a:solidFill>
                <a:latin typeface="Roboto"/>
                <a:ea typeface="Roboto"/>
                <a:cs typeface="Roboto"/>
                <a:sym typeface="Roboto"/>
              </a:defRPr>
            </a:lvl6pPr>
            <a:lvl7pPr lvl="6">
              <a:spcBef>
                <a:spcPts val="1600"/>
              </a:spcBef>
              <a:spcAft>
                <a:spcPts val="0"/>
              </a:spcAft>
              <a:buNone/>
              <a:defRPr>
                <a:solidFill>
                  <a:srgbClr val="FFFFFF"/>
                </a:solidFill>
                <a:latin typeface="Roboto"/>
                <a:ea typeface="Roboto"/>
                <a:cs typeface="Roboto"/>
                <a:sym typeface="Roboto"/>
              </a:defRPr>
            </a:lvl7pPr>
            <a:lvl8pPr lvl="7">
              <a:spcBef>
                <a:spcPts val="1600"/>
              </a:spcBef>
              <a:spcAft>
                <a:spcPts val="0"/>
              </a:spcAft>
              <a:buNone/>
              <a:defRPr>
                <a:solidFill>
                  <a:srgbClr val="FFFFFF"/>
                </a:solidFill>
                <a:latin typeface="Roboto"/>
                <a:ea typeface="Roboto"/>
                <a:cs typeface="Roboto"/>
                <a:sym typeface="Roboto"/>
              </a:defRPr>
            </a:lvl8pPr>
            <a:lvl9pPr lvl="8">
              <a:spcBef>
                <a:spcPts val="1600"/>
              </a:spcBef>
              <a:spcAft>
                <a:spcPts val="1600"/>
              </a:spcAft>
              <a:buNone/>
              <a:defRPr>
                <a:solidFill>
                  <a:srgbClr val="FFFFFF"/>
                </a:solidFill>
                <a:latin typeface="Roboto"/>
                <a:ea typeface="Roboto"/>
                <a:cs typeface="Roboto"/>
                <a:sym typeface="Roboto"/>
              </a:defRPr>
            </a:lvl9pPr>
          </a:lstStyle>
          <a:p/>
        </p:txBody>
      </p:sp>
      <p:pic>
        <p:nvPicPr>
          <p:cNvPr id="160" name="Google Shape;160;p31"/>
          <p:cNvPicPr preferRelativeResize="0"/>
          <p:nvPr/>
        </p:nvPicPr>
        <p:blipFill>
          <a:blip r:embed="rId2">
            <a:alphaModFix/>
          </a:blip>
          <a:stretch>
            <a:fillRect/>
          </a:stretch>
        </p:blipFill>
        <p:spPr>
          <a:xfrm>
            <a:off x="8716563" y="173736"/>
            <a:ext cx="193362" cy="224275"/>
          </a:xfrm>
          <a:prstGeom prst="rect">
            <a:avLst/>
          </a:prstGeom>
          <a:noFill/>
          <a:ln>
            <a:noFill/>
          </a:ln>
        </p:spPr>
      </p:pic>
    </p:spTree>
  </p:cSld>
  <p:clrMapOvr>
    <a:masterClrMapping/>
  </p:clrMapOvr>
  <p:extLst>
    <p:ext uri="{DCECCB84-F9BA-43D5-87BE-67443E8EF086}">
      <p15:sldGuideLst>
        <p15:guide id="1" pos="144">
          <p15:clr>
            <a:srgbClr val="F9AD4C"/>
          </p15:clr>
        </p15:guide>
        <p15:guide id="2" pos="2880">
          <p15:clr>
            <a:srgbClr val="F9AD4C"/>
          </p15:clr>
        </p15:guide>
        <p15:guide id="3" pos="5451">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 pg#">
  <p:cSld name="CUSTOM">
    <p:spTree>
      <p:nvGrpSpPr>
        <p:cNvPr id="161" name="Shape 161"/>
        <p:cNvGrpSpPr/>
        <p:nvPr/>
      </p:nvGrpSpPr>
      <p:grpSpPr>
        <a:xfrm>
          <a:off x="0" y="0"/>
          <a:ext cx="0" cy="0"/>
          <a:chOff x="0" y="0"/>
          <a:chExt cx="0" cy="0"/>
        </a:xfrm>
      </p:grpSpPr>
      <p:pic>
        <p:nvPicPr>
          <p:cNvPr id="162" name="Google Shape;162;p32"/>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63" name="Google Shape;163;p32"/>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32"/>
          <p:cNvGrpSpPr/>
          <p:nvPr/>
        </p:nvGrpSpPr>
        <p:grpSpPr>
          <a:xfrm>
            <a:off x="-75" y="457670"/>
            <a:ext cx="9144000" cy="165300"/>
            <a:chOff x="0" y="548800"/>
            <a:chExt cx="9144000" cy="165300"/>
          </a:xfrm>
        </p:grpSpPr>
        <p:sp>
          <p:nvSpPr>
            <p:cNvPr id="165" name="Google Shape;165;p32"/>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2"/>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2"/>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2"/>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3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70" name="Google Shape;170;p32"/>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71" name="Google Shape;171;p32"/>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Differentiation - pg#">
  <p:cSld name="CUSTOM_3">
    <p:spTree>
      <p:nvGrpSpPr>
        <p:cNvPr id="172" name="Shape 172"/>
        <p:cNvGrpSpPr/>
        <p:nvPr/>
      </p:nvGrpSpPr>
      <p:grpSpPr>
        <a:xfrm>
          <a:off x="0" y="0"/>
          <a:ext cx="0" cy="0"/>
          <a:chOff x="0" y="0"/>
          <a:chExt cx="0" cy="0"/>
        </a:xfrm>
      </p:grpSpPr>
      <p:pic>
        <p:nvPicPr>
          <p:cNvPr id="173" name="Google Shape;173;p33"/>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74" name="Google Shape;174;p33"/>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33"/>
          <p:cNvGrpSpPr/>
          <p:nvPr/>
        </p:nvGrpSpPr>
        <p:grpSpPr>
          <a:xfrm>
            <a:off x="-75" y="457670"/>
            <a:ext cx="9144000" cy="165300"/>
            <a:chOff x="0" y="548800"/>
            <a:chExt cx="9144000" cy="165300"/>
          </a:xfrm>
        </p:grpSpPr>
        <p:sp>
          <p:nvSpPr>
            <p:cNvPr id="176" name="Google Shape;176;p33"/>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3"/>
          <p:cNvSpPr txBox="1"/>
          <p:nvPr>
            <p:ph idx="1" type="subTitle"/>
          </p:nvPr>
        </p:nvSpPr>
        <p:spPr>
          <a:xfrm>
            <a:off x="3511296" y="4800600"/>
            <a:ext cx="16734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81" name="Google Shape;181;p33"/>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82" name="Google Shape;182;p33"/>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
        <p:nvSpPr>
          <p:cNvPr id="183" name="Google Shape;183;p33"/>
          <p:cNvSpPr txBox="1"/>
          <p:nvPr>
            <p:ph idx="4" type="subTitle"/>
          </p:nvPr>
        </p:nvSpPr>
        <p:spPr>
          <a:xfrm>
            <a:off x="5184648"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4" name="Google Shape;184;p33"/>
          <p:cNvSpPr txBox="1"/>
          <p:nvPr>
            <p:ph idx="5" type="subTitle"/>
          </p:nvPr>
        </p:nvSpPr>
        <p:spPr>
          <a:xfrm>
            <a:off x="6391656"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5" name="Google Shape;185;p33"/>
          <p:cNvSpPr txBox="1"/>
          <p:nvPr>
            <p:ph idx="6" type="subTitle"/>
          </p:nvPr>
        </p:nvSpPr>
        <p:spPr>
          <a:xfrm>
            <a:off x="7598664"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6" name="Google Shape;186;p33"/>
          <p:cNvSpPr/>
          <p:nvPr/>
        </p:nvSpPr>
        <p:spPr>
          <a:xfrm>
            <a:off x="7217750" y="4822650"/>
            <a:ext cx="192000" cy="184500"/>
          </a:xfrm>
          <a:prstGeom prst="pentagon">
            <a:avLst>
              <a:gd fmla="val 105146" name="hf"/>
              <a:gd fmla="val 110557" name="vf"/>
            </a:avLst>
          </a:prstGeom>
          <a:solidFill>
            <a:srgbClr val="17B4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6008350" y="4820250"/>
            <a:ext cx="219600" cy="189300"/>
          </a:xfrm>
          <a:prstGeom prst="triangle">
            <a:avLst>
              <a:gd fmla="val 50000" name="adj"/>
            </a:avLst>
          </a:prstGeom>
          <a:solidFill>
            <a:srgbClr val="8FC3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a:off x="8427388" y="4823400"/>
            <a:ext cx="183000" cy="183000"/>
          </a:xfrm>
          <a:prstGeom prst="ellipse">
            <a:avLst/>
          </a:prstGeom>
          <a:solidFill>
            <a:srgbClr val="9A5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 name="Google Shape;189;p33"/>
          <p:cNvCxnSpPr/>
          <p:nvPr/>
        </p:nvCxnSpPr>
        <p:spPr>
          <a:xfrm>
            <a:off x="5270375"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0" name="Google Shape;190;p33"/>
          <p:cNvCxnSpPr/>
          <p:nvPr/>
        </p:nvCxnSpPr>
        <p:spPr>
          <a:xfrm>
            <a:off x="6449450"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1" name="Google Shape;191;p33"/>
          <p:cNvCxnSpPr/>
          <p:nvPr/>
        </p:nvCxnSpPr>
        <p:spPr>
          <a:xfrm>
            <a:off x="7650100" y="5057204"/>
            <a:ext cx="960300" cy="0"/>
          </a:xfrm>
          <a:prstGeom prst="straightConnector1">
            <a:avLst/>
          </a:prstGeom>
          <a:noFill/>
          <a:ln cap="flat" cmpd="sng" w="19050">
            <a:solidFill>
              <a:srgbClr val="D9D9D9"/>
            </a:solidFill>
            <a:prstDash val="solid"/>
            <a:round/>
            <a:headEnd len="med" w="med" type="none"/>
            <a:tailEnd len="med" w="med" type="none"/>
          </a:ln>
        </p:spPr>
      </p:cxnSp>
      <p:pic>
        <p:nvPicPr>
          <p:cNvPr id="192" name="Google Shape;192;p33"/>
          <p:cNvPicPr preferRelativeResize="0"/>
          <p:nvPr/>
        </p:nvPicPr>
        <p:blipFill>
          <a:blip r:embed="rId3">
            <a:alphaModFix/>
          </a:blip>
          <a:stretch>
            <a:fillRect/>
          </a:stretch>
        </p:blipFill>
        <p:spPr>
          <a:xfrm>
            <a:off x="8808400" y="4804875"/>
            <a:ext cx="228175" cy="2281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93" name="Shape 193"/>
        <p:cNvGrpSpPr/>
        <p:nvPr/>
      </p:nvGrpSpPr>
      <p:grpSpPr>
        <a:xfrm>
          <a:off x="0" y="0"/>
          <a:ext cx="0" cy="0"/>
          <a:chOff x="0" y="0"/>
          <a:chExt cx="0" cy="0"/>
        </a:xfrm>
      </p:grpSpPr>
      <p:pic>
        <p:nvPicPr>
          <p:cNvPr id="194" name="Google Shape;194;p34"/>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95" name="Google Shape;195;p34"/>
          <p:cNvSpPr txBox="1"/>
          <p:nvPr>
            <p:ph type="title"/>
          </p:nvPr>
        </p:nvSpPr>
        <p:spPr>
          <a:xfrm>
            <a:off x="820200" y="1184699"/>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96" name="Google Shape;196;p3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97" name="Google Shape;197;p34"/>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98" name="Google Shape;198;p34"/>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199" name="Google Shape;199;p34"/>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with Drawn Element">
  <p:cSld name="SECTION_HEADER_1_1_2_3_3">
    <p:bg>
      <p:bgPr>
        <a:solidFill>
          <a:srgbClr val="FFFFFF"/>
        </a:solidFill>
      </p:bgPr>
    </p:bg>
    <p:spTree>
      <p:nvGrpSpPr>
        <p:cNvPr id="200" name="Shape 200"/>
        <p:cNvGrpSpPr/>
        <p:nvPr/>
      </p:nvGrpSpPr>
      <p:grpSpPr>
        <a:xfrm>
          <a:off x="0" y="0"/>
          <a:ext cx="0" cy="0"/>
          <a:chOff x="0" y="0"/>
          <a:chExt cx="0" cy="0"/>
        </a:xfrm>
      </p:grpSpPr>
      <p:pic>
        <p:nvPicPr>
          <p:cNvPr id="201" name="Google Shape;201;p35"/>
          <p:cNvPicPr preferRelativeResize="0"/>
          <p:nvPr/>
        </p:nvPicPr>
        <p:blipFill>
          <a:blip r:embed="rId2">
            <a:alphaModFix/>
          </a:blip>
          <a:stretch>
            <a:fillRect/>
          </a:stretch>
        </p:blipFill>
        <p:spPr>
          <a:xfrm>
            <a:off x="182880" y="1737360"/>
            <a:ext cx="5751577" cy="1614152"/>
          </a:xfrm>
          <a:prstGeom prst="rect">
            <a:avLst/>
          </a:prstGeom>
          <a:noFill/>
          <a:ln>
            <a:noFill/>
          </a:ln>
        </p:spPr>
      </p:pic>
      <p:sp>
        <p:nvSpPr>
          <p:cNvPr id="202" name="Google Shape;202;p35"/>
          <p:cNvSpPr txBox="1"/>
          <p:nvPr>
            <p:ph type="title"/>
          </p:nvPr>
        </p:nvSpPr>
        <p:spPr>
          <a:xfrm>
            <a:off x="219519" y="1179576"/>
            <a:ext cx="5413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2pPr>
            <a:lvl3pPr lvl="2">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3pPr>
            <a:lvl4pPr lvl="3">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4pPr>
            <a:lvl5pPr lvl="4">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5pPr>
            <a:lvl6pPr lvl="5">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6pPr>
            <a:lvl7pPr lvl="6">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7pPr>
            <a:lvl8pPr lvl="7">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8pPr>
            <a:lvl9pPr lvl="8">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9pPr>
          </a:lstStyle>
          <a:p/>
        </p:txBody>
      </p:sp>
      <p:sp>
        <p:nvSpPr>
          <p:cNvPr id="203" name="Google Shape;203;p3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04" name="Google Shape;204;p35"/>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05" name="Google Shape;205;p35"/>
          <p:cNvPicPr preferRelativeResize="0"/>
          <p:nvPr/>
        </p:nvPicPr>
        <p:blipFill>
          <a:blip r:embed="rId3">
            <a:alphaModFix/>
          </a:blip>
          <a:stretch>
            <a:fillRect/>
          </a:stretch>
        </p:blipFill>
        <p:spPr>
          <a:xfrm>
            <a:off x="5959056" y="1690357"/>
            <a:ext cx="2785749" cy="1757325"/>
          </a:xfrm>
          <a:prstGeom prst="rect">
            <a:avLst/>
          </a:prstGeom>
          <a:noFill/>
          <a:ln>
            <a:noFill/>
          </a:ln>
        </p:spPr>
      </p:pic>
      <p:sp>
        <p:nvSpPr>
          <p:cNvPr id="206" name="Google Shape;206;p35"/>
          <p:cNvSpPr txBox="1"/>
          <p:nvPr>
            <p:ph idx="3" type="body"/>
          </p:nvPr>
        </p:nvSpPr>
        <p:spPr>
          <a:xfrm>
            <a:off x="347472" y="3474720"/>
            <a:ext cx="51573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207" name="Google Shape;207;p35"/>
          <p:cNvSpPr txBox="1"/>
          <p:nvPr>
            <p:ph idx="4" type="body"/>
          </p:nvPr>
        </p:nvSpPr>
        <p:spPr>
          <a:xfrm>
            <a:off x="630936" y="2185416"/>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TT">
  <p:cSld name="SECTION_HEADER_1_1_2_3_2_1">
    <p:bg>
      <p:bgPr>
        <a:solidFill>
          <a:srgbClr val="FFFFFF"/>
        </a:solidFill>
      </p:bgPr>
    </p:bg>
    <p:spTree>
      <p:nvGrpSpPr>
        <p:cNvPr id="208" name="Shape 208"/>
        <p:cNvGrpSpPr/>
        <p:nvPr/>
      </p:nvGrpSpPr>
      <p:grpSpPr>
        <a:xfrm>
          <a:off x="0" y="0"/>
          <a:ext cx="0" cy="0"/>
          <a:chOff x="0" y="0"/>
          <a:chExt cx="0" cy="0"/>
        </a:xfrm>
      </p:grpSpPr>
      <p:pic>
        <p:nvPicPr>
          <p:cNvPr id="209" name="Google Shape;209;p36"/>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0" name="Google Shape;210;p36"/>
          <p:cNvSpPr txBox="1"/>
          <p:nvPr>
            <p:ph idx="1" type="body"/>
          </p:nvPr>
        </p:nvSpPr>
        <p:spPr>
          <a:xfrm>
            <a:off x="804672" y="941832"/>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11" name="Google Shape;211;p3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2" name="Google Shape;212;p36"/>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13" name="Google Shape;213;p36"/>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SA">
  <p:cSld name="SECTION_HEADER_1_1_2_3_2_1_2">
    <p:bg>
      <p:bgPr>
        <a:solidFill>
          <a:srgbClr val="FFFFFF"/>
        </a:solidFill>
      </p:bgPr>
    </p:bg>
    <p:spTree>
      <p:nvGrpSpPr>
        <p:cNvPr id="214" name="Shape 214"/>
        <p:cNvGrpSpPr/>
        <p:nvPr/>
      </p:nvGrpSpPr>
      <p:grpSpPr>
        <a:xfrm>
          <a:off x="0" y="0"/>
          <a:ext cx="0" cy="0"/>
          <a:chOff x="0" y="0"/>
          <a:chExt cx="0" cy="0"/>
        </a:xfrm>
      </p:grpSpPr>
      <p:sp>
        <p:nvSpPr>
          <p:cNvPr id="215" name="Google Shape;215;p37"/>
          <p:cNvSpPr txBox="1"/>
          <p:nvPr>
            <p:ph idx="1" type="body"/>
          </p:nvPr>
        </p:nvSpPr>
        <p:spPr>
          <a:xfrm>
            <a:off x="804672" y="1014984"/>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16" name="Google Shape;216;p3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7" name="Google Shape;217;p37"/>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18" name="Google Shape;218;p37"/>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9" name="Google Shape;219;p37"/>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 numbered">
  <p:cSld name="SECTION_HEADER_1_1_2_3_1_3">
    <p:bg>
      <p:bgPr>
        <a:solidFill>
          <a:srgbClr val="FFFFFF"/>
        </a:solidFill>
      </p:bgPr>
    </p:bg>
    <p:spTree>
      <p:nvGrpSpPr>
        <p:cNvPr id="220" name="Shape 220"/>
        <p:cNvGrpSpPr/>
        <p:nvPr/>
      </p:nvGrpSpPr>
      <p:grpSpPr>
        <a:xfrm>
          <a:off x="0" y="0"/>
          <a:ext cx="0" cy="0"/>
          <a:chOff x="0" y="0"/>
          <a:chExt cx="0" cy="0"/>
        </a:xfrm>
      </p:grpSpPr>
      <p:pic>
        <p:nvPicPr>
          <p:cNvPr id="221" name="Google Shape;221;p3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2" name="Google Shape;222;p38"/>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spcBef>
                <a:spcPts val="0"/>
              </a:spcBef>
              <a:spcAft>
                <a:spcPts val="0"/>
              </a:spcAft>
              <a:buClr>
                <a:srgbClr val="2F2F2F"/>
              </a:buClr>
              <a:buSzPts val="2800"/>
              <a:buNone/>
              <a:defRPr>
                <a:solidFill>
                  <a:srgbClr val="2F2F2F"/>
                </a:solidFill>
              </a:defRPr>
            </a:lvl2pPr>
            <a:lvl3pPr lvl="2">
              <a:spcBef>
                <a:spcPts val="0"/>
              </a:spcBef>
              <a:spcAft>
                <a:spcPts val="0"/>
              </a:spcAft>
              <a:buClr>
                <a:srgbClr val="2F2F2F"/>
              </a:buClr>
              <a:buSzPts val="2800"/>
              <a:buNone/>
              <a:defRPr>
                <a:solidFill>
                  <a:srgbClr val="2F2F2F"/>
                </a:solidFill>
              </a:defRPr>
            </a:lvl3pPr>
            <a:lvl4pPr lvl="3">
              <a:spcBef>
                <a:spcPts val="0"/>
              </a:spcBef>
              <a:spcAft>
                <a:spcPts val="0"/>
              </a:spcAft>
              <a:buClr>
                <a:srgbClr val="2F2F2F"/>
              </a:buClr>
              <a:buSzPts val="2800"/>
              <a:buNone/>
              <a:defRPr>
                <a:solidFill>
                  <a:srgbClr val="2F2F2F"/>
                </a:solidFill>
              </a:defRPr>
            </a:lvl4pPr>
            <a:lvl5pPr lvl="4">
              <a:spcBef>
                <a:spcPts val="0"/>
              </a:spcBef>
              <a:spcAft>
                <a:spcPts val="0"/>
              </a:spcAft>
              <a:buClr>
                <a:srgbClr val="2F2F2F"/>
              </a:buClr>
              <a:buSzPts val="2800"/>
              <a:buNone/>
              <a:defRPr>
                <a:solidFill>
                  <a:srgbClr val="2F2F2F"/>
                </a:solidFill>
              </a:defRPr>
            </a:lvl5pPr>
            <a:lvl6pPr lvl="5">
              <a:spcBef>
                <a:spcPts val="0"/>
              </a:spcBef>
              <a:spcAft>
                <a:spcPts val="0"/>
              </a:spcAft>
              <a:buClr>
                <a:srgbClr val="2F2F2F"/>
              </a:buClr>
              <a:buSzPts val="2800"/>
              <a:buNone/>
              <a:defRPr>
                <a:solidFill>
                  <a:srgbClr val="2F2F2F"/>
                </a:solidFill>
              </a:defRPr>
            </a:lvl6pPr>
            <a:lvl7pPr lvl="6">
              <a:spcBef>
                <a:spcPts val="0"/>
              </a:spcBef>
              <a:spcAft>
                <a:spcPts val="0"/>
              </a:spcAft>
              <a:buClr>
                <a:srgbClr val="2F2F2F"/>
              </a:buClr>
              <a:buSzPts val="2800"/>
              <a:buNone/>
              <a:defRPr>
                <a:solidFill>
                  <a:srgbClr val="2F2F2F"/>
                </a:solidFill>
              </a:defRPr>
            </a:lvl7pPr>
            <a:lvl8pPr lvl="7">
              <a:spcBef>
                <a:spcPts val="0"/>
              </a:spcBef>
              <a:spcAft>
                <a:spcPts val="0"/>
              </a:spcAft>
              <a:buClr>
                <a:srgbClr val="2F2F2F"/>
              </a:buClr>
              <a:buSzPts val="2800"/>
              <a:buNone/>
              <a:defRPr>
                <a:solidFill>
                  <a:srgbClr val="2F2F2F"/>
                </a:solidFill>
              </a:defRPr>
            </a:lvl8pPr>
            <a:lvl9pPr lvl="8">
              <a:spcBef>
                <a:spcPts val="0"/>
              </a:spcBef>
              <a:spcAft>
                <a:spcPts val="0"/>
              </a:spcAft>
              <a:buClr>
                <a:srgbClr val="2F2F2F"/>
              </a:buClr>
              <a:buSzPts val="2800"/>
              <a:buNone/>
              <a:defRPr>
                <a:solidFill>
                  <a:srgbClr val="2F2F2F"/>
                </a:solidFill>
              </a:defRPr>
            </a:lvl9pPr>
          </a:lstStyle>
          <a:p/>
        </p:txBody>
      </p:sp>
      <p:sp>
        <p:nvSpPr>
          <p:cNvPr id="223" name="Google Shape;223;p3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24" name="Google Shape;224;p3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25" name="Google Shape;225;p38"/>
          <p:cNvSpPr txBox="1"/>
          <p:nvPr>
            <p:ph idx="3" type="body"/>
          </p:nvPr>
        </p:nvSpPr>
        <p:spPr>
          <a:xfrm>
            <a:off x="10332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226" name="Google Shape;226;p38"/>
          <p:cNvSpPr txBox="1"/>
          <p:nvPr>
            <p:ph idx="4" type="body"/>
          </p:nvPr>
        </p:nvSpPr>
        <p:spPr>
          <a:xfrm>
            <a:off x="1664208" y="2109216"/>
            <a:ext cx="64989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p:cSld name="SECTION_HEADER_1_1_2_3_1">
    <p:bg>
      <p:bgPr>
        <a:solidFill>
          <a:srgbClr val="FFFFFF"/>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9" name="Google Shape;229;p39"/>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30" name="Google Shape;230;p3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1" name="Google Shape;231;p3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2" name="Google Shape;232;p39"/>
          <p:cNvSpPr txBox="1"/>
          <p:nvPr>
            <p:ph idx="3" type="body"/>
          </p:nvPr>
        </p:nvSpPr>
        <p:spPr>
          <a:xfrm>
            <a:off x="1152144" y="2109216"/>
            <a:ext cx="70134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235" name="Google Shape;235;p40"/>
          <p:cNvSpPr txBox="1"/>
          <p:nvPr>
            <p:ph type="title"/>
          </p:nvPr>
        </p:nvSpPr>
        <p:spPr>
          <a:xfrm>
            <a:off x="1229950" y="1739144"/>
            <a:ext cx="7011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F2F2F"/>
              </a:buClr>
              <a:buSzPts val="2800"/>
              <a:buNone/>
              <a:defRPr b="1" sz="2800">
                <a:solidFill>
                  <a:srgbClr val="2F2F2F"/>
                </a:solidFill>
              </a:defRPr>
            </a:lvl1pPr>
            <a:lvl2pPr lvl="1">
              <a:spcBef>
                <a:spcPts val="0"/>
              </a:spcBef>
              <a:spcAft>
                <a:spcPts val="0"/>
              </a:spcAft>
              <a:buClr>
                <a:srgbClr val="2F2F2F"/>
              </a:buClr>
              <a:buSzPts val="2800"/>
              <a:buNone/>
              <a:defRPr b="1">
                <a:solidFill>
                  <a:srgbClr val="2F2F2F"/>
                </a:solidFill>
              </a:defRPr>
            </a:lvl2pPr>
            <a:lvl3pPr lvl="2">
              <a:spcBef>
                <a:spcPts val="0"/>
              </a:spcBef>
              <a:spcAft>
                <a:spcPts val="0"/>
              </a:spcAft>
              <a:buClr>
                <a:srgbClr val="2F2F2F"/>
              </a:buClr>
              <a:buSzPts val="2800"/>
              <a:buNone/>
              <a:defRPr b="1">
                <a:solidFill>
                  <a:srgbClr val="2F2F2F"/>
                </a:solidFill>
              </a:defRPr>
            </a:lvl3pPr>
            <a:lvl4pPr lvl="3">
              <a:spcBef>
                <a:spcPts val="0"/>
              </a:spcBef>
              <a:spcAft>
                <a:spcPts val="0"/>
              </a:spcAft>
              <a:buClr>
                <a:srgbClr val="2F2F2F"/>
              </a:buClr>
              <a:buSzPts val="2800"/>
              <a:buNone/>
              <a:defRPr b="1">
                <a:solidFill>
                  <a:srgbClr val="2F2F2F"/>
                </a:solidFill>
              </a:defRPr>
            </a:lvl4pPr>
            <a:lvl5pPr lvl="4">
              <a:spcBef>
                <a:spcPts val="0"/>
              </a:spcBef>
              <a:spcAft>
                <a:spcPts val="0"/>
              </a:spcAft>
              <a:buClr>
                <a:srgbClr val="2F2F2F"/>
              </a:buClr>
              <a:buSzPts val="2800"/>
              <a:buNone/>
              <a:defRPr b="1">
                <a:solidFill>
                  <a:srgbClr val="2F2F2F"/>
                </a:solidFill>
              </a:defRPr>
            </a:lvl5pPr>
            <a:lvl6pPr lvl="5">
              <a:spcBef>
                <a:spcPts val="0"/>
              </a:spcBef>
              <a:spcAft>
                <a:spcPts val="0"/>
              </a:spcAft>
              <a:buClr>
                <a:srgbClr val="2F2F2F"/>
              </a:buClr>
              <a:buSzPts val="2800"/>
              <a:buNone/>
              <a:defRPr b="1">
                <a:solidFill>
                  <a:srgbClr val="2F2F2F"/>
                </a:solidFill>
              </a:defRPr>
            </a:lvl6pPr>
            <a:lvl7pPr lvl="6">
              <a:spcBef>
                <a:spcPts val="0"/>
              </a:spcBef>
              <a:spcAft>
                <a:spcPts val="0"/>
              </a:spcAft>
              <a:buClr>
                <a:srgbClr val="2F2F2F"/>
              </a:buClr>
              <a:buSzPts val="2800"/>
              <a:buNone/>
              <a:defRPr b="1">
                <a:solidFill>
                  <a:srgbClr val="2F2F2F"/>
                </a:solidFill>
              </a:defRPr>
            </a:lvl7pPr>
            <a:lvl8pPr lvl="7">
              <a:spcBef>
                <a:spcPts val="0"/>
              </a:spcBef>
              <a:spcAft>
                <a:spcPts val="0"/>
              </a:spcAft>
              <a:buClr>
                <a:srgbClr val="2F2F2F"/>
              </a:buClr>
              <a:buSzPts val="2800"/>
              <a:buNone/>
              <a:defRPr b="1">
                <a:solidFill>
                  <a:srgbClr val="2F2F2F"/>
                </a:solidFill>
              </a:defRPr>
            </a:lvl8pPr>
            <a:lvl9pPr lvl="8">
              <a:spcBef>
                <a:spcPts val="0"/>
              </a:spcBef>
              <a:spcAft>
                <a:spcPts val="0"/>
              </a:spcAft>
              <a:buClr>
                <a:srgbClr val="2F2F2F"/>
              </a:buClr>
              <a:buSzPts val="2800"/>
              <a:buNone/>
              <a:defRPr b="1">
                <a:solidFill>
                  <a:srgbClr val="2F2F2F"/>
                </a:solidFill>
              </a:defRPr>
            </a:lvl9pPr>
          </a:lstStyle>
          <a:p/>
        </p:txBody>
      </p:sp>
      <p:sp>
        <p:nvSpPr>
          <p:cNvPr id="236" name="Google Shape;236;p4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7" name="Google Shape;237;p40"/>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8" name="Google Shape;238;p40"/>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Char char="●"/>
              <a:defRPr/>
            </a:lvl1pPr>
            <a:lvl2pPr indent="-381000" lvl="1" marL="914400">
              <a:lnSpc>
                <a:spcPct val="100000"/>
              </a:lnSpc>
              <a:spcBef>
                <a:spcPts val="1600"/>
              </a:spcBef>
              <a:spcAft>
                <a:spcPts val="0"/>
              </a:spcAft>
              <a:buSzPts val="2400"/>
              <a:buChar char="○"/>
              <a:defRPr sz="2400"/>
            </a:lvl2pPr>
            <a:lvl3pPr indent="-381000" lvl="2" marL="1371600">
              <a:lnSpc>
                <a:spcPct val="100000"/>
              </a:lnSpc>
              <a:spcBef>
                <a:spcPts val="1600"/>
              </a:spcBef>
              <a:spcAft>
                <a:spcPts val="0"/>
              </a:spcAft>
              <a:buSzPts val="2400"/>
              <a:buChar char="■"/>
              <a:defRPr sz="2400"/>
            </a:lvl3pPr>
            <a:lvl4pPr indent="-381000" lvl="3" marL="1828800">
              <a:lnSpc>
                <a:spcPct val="100000"/>
              </a:lnSpc>
              <a:spcBef>
                <a:spcPts val="1600"/>
              </a:spcBef>
              <a:spcAft>
                <a:spcPts val="0"/>
              </a:spcAft>
              <a:buSzPts val="2400"/>
              <a:buChar char="●"/>
              <a:defRPr sz="2400"/>
            </a:lvl4pPr>
            <a:lvl5pPr indent="-381000" lvl="4" marL="2286000">
              <a:lnSpc>
                <a:spcPct val="100000"/>
              </a:lnSpc>
              <a:spcBef>
                <a:spcPts val="1600"/>
              </a:spcBef>
              <a:spcAft>
                <a:spcPts val="0"/>
              </a:spcAft>
              <a:buSzPts val="2400"/>
              <a:buChar char="○"/>
              <a:defRPr sz="2400"/>
            </a:lvl5pPr>
            <a:lvl6pPr indent="-381000" lvl="5" marL="2743200">
              <a:lnSpc>
                <a:spcPct val="100000"/>
              </a:lnSpc>
              <a:spcBef>
                <a:spcPts val="1600"/>
              </a:spcBef>
              <a:spcAft>
                <a:spcPts val="0"/>
              </a:spcAft>
              <a:buSzPts val="2400"/>
              <a:buChar char="■"/>
              <a:defRPr sz="2400"/>
            </a:lvl6pPr>
            <a:lvl7pPr indent="-381000" lvl="6" marL="3200400">
              <a:lnSpc>
                <a:spcPct val="100000"/>
              </a:lnSpc>
              <a:spcBef>
                <a:spcPts val="1600"/>
              </a:spcBef>
              <a:spcAft>
                <a:spcPts val="0"/>
              </a:spcAft>
              <a:buSzPts val="2400"/>
              <a:buChar char="●"/>
              <a:defRPr sz="2400"/>
            </a:lvl7pPr>
            <a:lvl8pPr indent="-381000" lvl="7" marL="3657600">
              <a:lnSpc>
                <a:spcPct val="100000"/>
              </a:lnSpc>
              <a:spcBef>
                <a:spcPts val="1600"/>
              </a:spcBef>
              <a:spcAft>
                <a:spcPts val="0"/>
              </a:spcAft>
              <a:buSzPts val="2400"/>
              <a:buChar char="○"/>
              <a:defRPr sz="2400"/>
            </a:lvl8pPr>
            <a:lvl9pPr indent="-381000" lvl="8" marL="4114800">
              <a:lnSpc>
                <a:spcPct val="100000"/>
              </a:lnSpc>
              <a:spcBef>
                <a:spcPts val="1600"/>
              </a:spcBef>
              <a:spcAft>
                <a:spcPts val="1600"/>
              </a:spcAft>
              <a:buSzPts val="2400"/>
              <a:buChar char="■"/>
              <a:defRPr sz="24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239" name="Shape 239"/>
        <p:cNvGrpSpPr/>
        <p:nvPr/>
      </p:nvGrpSpPr>
      <p:grpSpPr>
        <a:xfrm>
          <a:off x="0" y="0"/>
          <a:ext cx="0" cy="0"/>
          <a:chOff x="0" y="0"/>
          <a:chExt cx="0" cy="0"/>
        </a:xfrm>
      </p:grpSpPr>
      <p:sp>
        <p:nvSpPr>
          <p:cNvPr id="240" name="Google Shape;240;p4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1" name="Google Shape;241;p4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3" name="Google Shape;243;p41"/>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44" name="Google Shape;244;p41"/>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Text - pg#">
  <p:cSld name="SECTION_HEADER_1_1_2_2_7_2">
    <p:bg>
      <p:bgPr>
        <a:solidFill>
          <a:srgbClr val="FFFFFF"/>
        </a:solidFill>
      </p:bgPr>
    </p:bg>
    <p:spTree>
      <p:nvGrpSpPr>
        <p:cNvPr id="245" name="Shape 245"/>
        <p:cNvGrpSpPr/>
        <p:nvPr/>
      </p:nvGrpSpPr>
      <p:grpSpPr>
        <a:xfrm>
          <a:off x="0" y="0"/>
          <a:ext cx="0" cy="0"/>
          <a:chOff x="0" y="0"/>
          <a:chExt cx="0" cy="0"/>
        </a:xfrm>
      </p:grpSpPr>
      <p:sp>
        <p:nvSpPr>
          <p:cNvPr id="246" name="Google Shape;246;p4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7" name="Google Shape;247;p42"/>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9" name="Google Shape;249;p4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0" name="Google Shape;250;p4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1" name="Google Shape;251;p42"/>
          <p:cNvSpPr txBox="1"/>
          <p:nvPr>
            <p:ph idx="5"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252" name="Google Shape;252;p42"/>
          <p:cNvSpPr txBox="1"/>
          <p:nvPr>
            <p:ph idx="6"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253" name="Shape 253"/>
        <p:cNvGrpSpPr/>
        <p:nvPr/>
      </p:nvGrpSpPr>
      <p:grpSpPr>
        <a:xfrm>
          <a:off x="0" y="0"/>
          <a:ext cx="0" cy="0"/>
          <a:chOff x="0" y="0"/>
          <a:chExt cx="0" cy="0"/>
        </a:xfrm>
      </p:grpSpPr>
      <p:sp>
        <p:nvSpPr>
          <p:cNvPr id="254" name="Google Shape;254;p4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55" name="Google Shape;255;p4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56" name="Google Shape;256;p4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7" name="Google Shape;257;p4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8" name="Google Shape;258;p43"/>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43"/>
          <p:cNvGrpSpPr/>
          <p:nvPr/>
        </p:nvGrpSpPr>
        <p:grpSpPr>
          <a:xfrm>
            <a:off x="248150" y="722275"/>
            <a:ext cx="3447300" cy="164700"/>
            <a:chOff x="248150" y="722275"/>
            <a:chExt cx="3447300" cy="164700"/>
          </a:xfrm>
        </p:grpSpPr>
        <p:sp>
          <p:nvSpPr>
            <p:cNvPr id="260" name="Google Shape;260;p43"/>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43"/>
            <p:cNvGrpSpPr/>
            <p:nvPr/>
          </p:nvGrpSpPr>
          <p:grpSpPr>
            <a:xfrm>
              <a:off x="322595" y="769160"/>
              <a:ext cx="264664" cy="61800"/>
              <a:chOff x="322595" y="642846"/>
              <a:chExt cx="264664" cy="61800"/>
            </a:xfrm>
          </p:grpSpPr>
          <p:sp>
            <p:nvSpPr>
              <p:cNvPr id="262" name="Google Shape;262;p4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SA - pg#">
  <p:cSld name="SECTION_HEADER_1_1_2_2_7_1_1">
    <p:bg>
      <p:bgPr>
        <a:solidFill>
          <a:srgbClr val="FFFFFF"/>
        </a:solidFill>
      </p:bgPr>
    </p:bg>
    <p:spTree>
      <p:nvGrpSpPr>
        <p:cNvPr id="265" name="Shape 265"/>
        <p:cNvGrpSpPr/>
        <p:nvPr/>
      </p:nvGrpSpPr>
      <p:grpSpPr>
        <a:xfrm>
          <a:off x="0" y="0"/>
          <a:ext cx="0" cy="0"/>
          <a:chOff x="0" y="0"/>
          <a:chExt cx="0" cy="0"/>
        </a:xfrm>
      </p:grpSpPr>
      <p:sp>
        <p:nvSpPr>
          <p:cNvPr id="266" name="Google Shape;266;p4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67" name="Google Shape;267;p4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68" name="Google Shape;268;p44"/>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69" name="Google Shape;269;p44"/>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70" name="Google Shape;270;p44"/>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44"/>
          <p:cNvGrpSpPr/>
          <p:nvPr/>
        </p:nvGrpSpPr>
        <p:grpSpPr>
          <a:xfrm>
            <a:off x="322595" y="769160"/>
            <a:ext cx="264664" cy="61800"/>
            <a:chOff x="322595" y="642846"/>
            <a:chExt cx="264664" cy="61800"/>
          </a:xfrm>
        </p:grpSpPr>
        <p:sp>
          <p:nvSpPr>
            <p:cNvPr id="272" name="Google Shape;272;p44"/>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4"/>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4"/>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4"/>
          <p:cNvGrpSpPr/>
          <p:nvPr/>
        </p:nvGrpSpPr>
        <p:grpSpPr>
          <a:xfrm>
            <a:off x="248150" y="722275"/>
            <a:ext cx="3447300" cy="164700"/>
            <a:chOff x="248150" y="722275"/>
            <a:chExt cx="3447300" cy="164700"/>
          </a:xfrm>
        </p:grpSpPr>
        <p:sp>
          <p:nvSpPr>
            <p:cNvPr id="276" name="Google Shape;276;p44"/>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4"/>
            <p:cNvGrpSpPr/>
            <p:nvPr/>
          </p:nvGrpSpPr>
          <p:grpSpPr>
            <a:xfrm>
              <a:off x="322595" y="769160"/>
              <a:ext cx="264664" cy="61800"/>
              <a:chOff x="322595" y="642846"/>
              <a:chExt cx="264664" cy="61800"/>
            </a:xfrm>
          </p:grpSpPr>
          <p:sp>
            <p:nvSpPr>
              <p:cNvPr id="278" name="Google Shape;278;p44"/>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4"/>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4"/>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with TT - pg#">
  <p:cSld name="SECTION_HEADER_1_1_2_2_6_2">
    <p:bg>
      <p:bgPr>
        <a:solidFill>
          <a:srgbClr val="FFFFFF"/>
        </a:solidFill>
      </p:bgPr>
    </p:bg>
    <p:spTree>
      <p:nvGrpSpPr>
        <p:cNvPr id="281" name="Shape 281"/>
        <p:cNvGrpSpPr/>
        <p:nvPr/>
      </p:nvGrpSpPr>
      <p:grpSpPr>
        <a:xfrm>
          <a:off x="0" y="0"/>
          <a:ext cx="0" cy="0"/>
          <a:chOff x="0" y="0"/>
          <a:chExt cx="0" cy="0"/>
        </a:xfrm>
      </p:grpSpPr>
      <p:pic>
        <p:nvPicPr>
          <p:cNvPr id="282" name="Google Shape;282;p45"/>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283" name="Google Shape;283;p4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84" name="Google Shape;284;p45"/>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85" name="Google Shape;285;p45"/>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86" name="Google Shape;286;p45"/>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287" name="Google Shape;287;p45"/>
          <p:cNvSpPr txBox="1"/>
          <p:nvPr>
            <p:ph idx="5"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p:cSld name="SECTION_HEADER_1_1_2_2_6_1">
    <p:bg>
      <p:bgPr>
        <a:solidFill>
          <a:srgbClr val="FFFFFF"/>
        </a:solidFill>
      </p:bgPr>
    </p:bg>
    <p:spTree>
      <p:nvGrpSpPr>
        <p:cNvPr id="288" name="Shape 288"/>
        <p:cNvGrpSpPr/>
        <p:nvPr/>
      </p:nvGrpSpPr>
      <p:grpSpPr>
        <a:xfrm>
          <a:off x="0" y="0"/>
          <a:ext cx="0" cy="0"/>
          <a:chOff x="0" y="0"/>
          <a:chExt cx="0" cy="0"/>
        </a:xfrm>
      </p:grpSpPr>
      <p:pic>
        <p:nvPicPr>
          <p:cNvPr id="289" name="Google Shape;289;p46"/>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290" name="Google Shape;290;p46"/>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291" name="Google Shape;291;p46"/>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292" name="Google Shape;292;p4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93" name="Google Shape;293;p46"/>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94" name="Google Shape;294;p46"/>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 2 Column">
  <p:cSld name="SECTION_HEADER_1_1_2_2_6_1_3">
    <p:bg>
      <p:bgPr>
        <a:solidFill>
          <a:srgbClr val="FFFFFF"/>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pic>
        <p:nvPicPr>
          <p:cNvPr id="297" name="Google Shape;297;p47"/>
          <p:cNvPicPr preferRelativeResize="0"/>
          <p:nvPr/>
        </p:nvPicPr>
        <p:blipFill rotWithShape="1">
          <a:blip r:embed="rId3">
            <a:alphaModFix/>
          </a:blip>
          <a:srcRect b="1250" l="2190" r="2190" t="22554"/>
          <a:stretch/>
        </p:blipFill>
        <p:spPr>
          <a:xfrm>
            <a:off x="312525" y="1555225"/>
            <a:ext cx="3303849" cy="3251001"/>
          </a:xfrm>
          <a:prstGeom prst="rect">
            <a:avLst/>
          </a:prstGeom>
          <a:noFill/>
          <a:ln>
            <a:noFill/>
          </a:ln>
        </p:spPr>
      </p:pic>
      <p:sp>
        <p:nvSpPr>
          <p:cNvPr id="298" name="Google Shape;298;p47"/>
          <p:cNvSpPr txBox="1"/>
          <p:nvPr>
            <p:ph idx="1" type="subTitle"/>
          </p:nvPr>
        </p:nvSpPr>
        <p:spPr>
          <a:xfrm>
            <a:off x="35662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299" name="Google Shape;299;p47"/>
          <p:cNvSpPr txBox="1"/>
          <p:nvPr>
            <p:ph type="title"/>
          </p:nvPr>
        </p:nvSpPr>
        <p:spPr>
          <a:xfrm>
            <a:off x="438900" y="950975"/>
            <a:ext cx="3063300" cy="685800"/>
          </a:xfrm>
          <a:prstGeom prst="rect">
            <a:avLst/>
          </a:prstGeom>
        </p:spPr>
        <p:txBody>
          <a:bodyPr anchorCtr="0" anchor="t" bIns="228600" lIns="320025" spcFirstLastPara="1" rIns="320025" wrap="square" tIns="173725">
            <a:noAutofit/>
          </a:bodyPr>
          <a:lstStyle>
            <a:lvl1pPr lvl="0" algn="ctr">
              <a:lnSpc>
                <a:spcPct val="90000"/>
              </a:lnSpc>
              <a:spcBef>
                <a:spcPts val="0"/>
              </a:spcBef>
              <a:spcAft>
                <a:spcPts val="0"/>
              </a:spcAft>
              <a:buNone/>
              <a:defRPr b="1" sz="1600">
                <a:solidFill>
                  <a:srgbClr val="2F2F2F"/>
                </a:solidFill>
                <a:latin typeface="Comic Sans MS"/>
                <a:ea typeface="Comic Sans MS"/>
                <a:cs typeface="Comic Sans MS"/>
                <a:sym typeface="Comic Sans MS"/>
              </a:defRPr>
            </a:lvl1pPr>
            <a:lvl2pPr lvl="1">
              <a:lnSpc>
                <a:spcPct val="90000"/>
              </a:lnSpc>
              <a:spcBef>
                <a:spcPts val="0"/>
              </a:spcBef>
              <a:spcAft>
                <a:spcPts val="0"/>
              </a:spcAft>
              <a:buNone/>
              <a:defRPr sz="1200">
                <a:latin typeface="Comic Sans MS"/>
                <a:ea typeface="Comic Sans MS"/>
                <a:cs typeface="Comic Sans MS"/>
                <a:sym typeface="Comic Sans MS"/>
              </a:defRPr>
            </a:lvl2pPr>
            <a:lvl3pPr lvl="2">
              <a:lnSpc>
                <a:spcPct val="90000"/>
              </a:lnSpc>
              <a:spcBef>
                <a:spcPts val="0"/>
              </a:spcBef>
              <a:spcAft>
                <a:spcPts val="0"/>
              </a:spcAft>
              <a:buNone/>
              <a:defRPr sz="1200">
                <a:latin typeface="Comic Sans MS"/>
                <a:ea typeface="Comic Sans MS"/>
                <a:cs typeface="Comic Sans MS"/>
                <a:sym typeface="Comic Sans MS"/>
              </a:defRPr>
            </a:lvl3pPr>
            <a:lvl4pPr lvl="3">
              <a:lnSpc>
                <a:spcPct val="90000"/>
              </a:lnSpc>
              <a:spcBef>
                <a:spcPts val="0"/>
              </a:spcBef>
              <a:spcAft>
                <a:spcPts val="0"/>
              </a:spcAft>
              <a:buNone/>
              <a:defRPr sz="1200">
                <a:latin typeface="Comic Sans MS"/>
                <a:ea typeface="Comic Sans MS"/>
                <a:cs typeface="Comic Sans MS"/>
                <a:sym typeface="Comic Sans MS"/>
              </a:defRPr>
            </a:lvl4pPr>
            <a:lvl5pPr lvl="4">
              <a:lnSpc>
                <a:spcPct val="90000"/>
              </a:lnSpc>
              <a:spcBef>
                <a:spcPts val="0"/>
              </a:spcBef>
              <a:spcAft>
                <a:spcPts val="0"/>
              </a:spcAft>
              <a:buNone/>
              <a:defRPr sz="1200">
                <a:latin typeface="Comic Sans MS"/>
                <a:ea typeface="Comic Sans MS"/>
                <a:cs typeface="Comic Sans MS"/>
                <a:sym typeface="Comic Sans MS"/>
              </a:defRPr>
            </a:lvl5pPr>
            <a:lvl6pPr lvl="5">
              <a:lnSpc>
                <a:spcPct val="90000"/>
              </a:lnSpc>
              <a:spcBef>
                <a:spcPts val="0"/>
              </a:spcBef>
              <a:spcAft>
                <a:spcPts val="0"/>
              </a:spcAft>
              <a:buNone/>
              <a:defRPr sz="1200">
                <a:latin typeface="Comic Sans MS"/>
                <a:ea typeface="Comic Sans MS"/>
                <a:cs typeface="Comic Sans MS"/>
                <a:sym typeface="Comic Sans MS"/>
              </a:defRPr>
            </a:lvl6pPr>
            <a:lvl7pPr lvl="6">
              <a:lnSpc>
                <a:spcPct val="90000"/>
              </a:lnSpc>
              <a:spcBef>
                <a:spcPts val="0"/>
              </a:spcBef>
              <a:spcAft>
                <a:spcPts val="0"/>
              </a:spcAft>
              <a:buNone/>
              <a:defRPr sz="1200">
                <a:latin typeface="Comic Sans MS"/>
                <a:ea typeface="Comic Sans MS"/>
                <a:cs typeface="Comic Sans MS"/>
                <a:sym typeface="Comic Sans MS"/>
              </a:defRPr>
            </a:lvl7pPr>
            <a:lvl8pPr lvl="7">
              <a:lnSpc>
                <a:spcPct val="90000"/>
              </a:lnSpc>
              <a:spcBef>
                <a:spcPts val="0"/>
              </a:spcBef>
              <a:spcAft>
                <a:spcPts val="0"/>
              </a:spcAft>
              <a:buNone/>
              <a:defRPr sz="1200">
                <a:latin typeface="Comic Sans MS"/>
                <a:ea typeface="Comic Sans MS"/>
                <a:cs typeface="Comic Sans MS"/>
                <a:sym typeface="Comic Sans MS"/>
              </a:defRPr>
            </a:lvl8pPr>
            <a:lvl9pPr lvl="8">
              <a:lnSpc>
                <a:spcPct val="90000"/>
              </a:lnSpc>
              <a:spcBef>
                <a:spcPts val="0"/>
              </a:spcBef>
              <a:spcAft>
                <a:spcPts val="0"/>
              </a:spcAft>
              <a:buNone/>
              <a:defRPr sz="1200">
                <a:latin typeface="Comic Sans MS"/>
                <a:ea typeface="Comic Sans MS"/>
                <a:cs typeface="Comic Sans MS"/>
                <a:sym typeface="Comic Sans MS"/>
              </a:defRPr>
            </a:lvl9pPr>
          </a:lstStyle>
          <a:p/>
        </p:txBody>
      </p:sp>
      <p:sp>
        <p:nvSpPr>
          <p:cNvPr id="300" name="Google Shape;300;p4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01" name="Google Shape;301;p4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02" name="Google Shape;302;p4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03" name="Google Shape;303;p47"/>
          <p:cNvSpPr txBox="1"/>
          <p:nvPr>
            <p:ph idx="5" type="body"/>
          </p:nvPr>
        </p:nvSpPr>
        <p:spPr>
          <a:xfrm>
            <a:off x="35657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
        <p:nvSpPr>
          <p:cNvPr id="304" name="Google Shape;304;p47"/>
          <p:cNvSpPr txBox="1"/>
          <p:nvPr>
            <p:ph idx="6" type="subTitle"/>
          </p:nvPr>
        </p:nvSpPr>
        <p:spPr>
          <a:xfrm>
            <a:off x="196737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305" name="Google Shape;305;p47"/>
          <p:cNvSpPr txBox="1"/>
          <p:nvPr>
            <p:ph idx="7" type="body"/>
          </p:nvPr>
        </p:nvSpPr>
        <p:spPr>
          <a:xfrm>
            <a:off x="196732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SA">
  <p:cSld name="SECTION_HEADER_1_1_2_2_6_1_2">
    <p:bg>
      <p:bgPr>
        <a:solidFill>
          <a:srgbClr val="FFFFFF"/>
        </a:solidFill>
      </p:bgPr>
    </p:bg>
    <p:spTree>
      <p:nvGrpSpPr>
        <p:cNvPr id="306" name="Shape 306"/>
        <p:cNvGrpSpPr/>
        <p:nvPr/>
      </p:nvGrpSpPr>
      <p:grpSpPr>
        <a:xfrm>
          <a:off x="0" y="0"/>
          <a:ext cx="0" cy="0"/>
          <a:chOff x="0" y="0"/>
          <a:chExt cx="0" cy="0"/>
        </a:xfrm>
      </p:grpSpPr>
      <p:pic>
        <p:nvPicPr>
          <p:cNvPr id="307" name="Google Shape;307;p48"/>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08" name="Google Shape;308;p48"/>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09" name="Google Shape;309;p48"/>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0" name="Google Shape;310;p4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1" name="Google Shape;311;p4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2" name="Google Shape;312;p48"/>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and SA">
  <p:cSld name="SECTION_HEADER_1_1_2_2_6_1_2_1">
    <p:bg>
      <p:bgPr>
        <a:solidFill>
          <a:srgbClr val="FFFFFF"/>
        </a:solidFill>
      </p:bgPr>
    </p:bg>
    <p:spTree>
      <p:nvGrpSpPr>
        <p:cNvPr id="313" name="Shape 313"/>
        <p:cNvGrpSpPr/>
        <p:nvPr/>
      </p:nvGrpSpPr>
      <p:grpSpPr>
        <a:xfrm>
          <a:off x="0" y="0"/>
          <a:ext cx="0" cy="0"/>
          <a:chOff x="0" y="0"/>
          <a:chExt cx="0" cy="0"/>
        </a:xfrm>
      </p:grpSpPr>
      <p:pic>
        <p:nvPicPr>
          <p:cNvPr id="314" name="Google Shape;314;p49"/>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15" name="Google Shape;315;p49"/>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16" name="Google Shape;316;p49"/>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7" name="Google Shape;317;p4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8" name="Google Shape;318;p49"/>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9" name="Google Shape;319;p49"/>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20" name="Google Shape;320;p49"/>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321" name="Shape 321"/>
        <p:cNvGrpSpPr/>
        <p:nvPr/>
      </p:nvGrpSpPr>
      <p:grpSpPr>
        <a:xfrm>
          <a:off x="0" y="0"/>
          <a:ext cx="0" cy="0"/>
          <a:chOff x="0" y="0"/>
          <a:chExt cx="0" cy="0"/>
        </a:xfrm>
      </p:grpSpPr>
      <p:sp>
        <p:nvSpPr>
          <p:cNvPr id="322" name="Google Shape;322;p50"/>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23" name="Google Shape;323;p50"/>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24" name="Google Shape;324;p50"/>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25" name="Google Shape;325;p50"/>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26" name="Google Shape;326;p50"/>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50"/>
          <p:cNvGrpSpPr/>
          <p:nvPr/>
        </p:nvGrpSpPr>
        <p:grpSpPr>
          <a:xfrm>
            <a:off x="256025" y="1280050"/>
            <a:ext cx="3657600" cy="164700"/>
            <a:chOff x="256025" y="1280050"/>
            <a:chExt cx="3657600" cy="164700"/>
          </a:xfrm>
        </p:grpSpPr>
        <p:sp>
          <p:nvSpPr>
            <p:cNvPr id="328" name="Google Shape;328;p50"/>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50"/>
            <p:cNvGrpSpPr/>
            <p:nvPr/>
          </p:nvGrpSpPr>
          <p:grpSpPr>
            <a:xfrm>
              <a:off x="323020" y="1326935"/>
              <a:ext cx="264664" cy="61800"/>
              <a:chOff x="322595" y="642846"/>
              <a:chExt cx="264664" cy="61800"/>
            </a:xfrm>
          </p:grpSpPr>
          <p:sp>
            <p:nvSpPr>
              <p:cNvPr id="330" name="Google Shape;330;p5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Text - pg#">
  <p:cSld name="SECTION_HEADER_1_1_2_2_2_7_1">
    <p:bg>
      <p:bgPr>
        <a:solidFill>
          <a:srgbClr val="FFFFFF"/>
        </a:solidFill>
      </p:bgPr>
    </p:bg>
    <p:spTree>
      <p:nvGrpSpPr>
        <p:cNvPr id="333" name="Shape 333"/>
        <p:cNvGrpSpPr/>
        <p:nvPr/>
      </p:nvGrpSpPr>
      <p:grpSpPr>
        <a:xfrm>
          <a:off x="0" y="0"/>
          <a:ext cx="0" cy="0"/>
          <a:chOff x="0" y="0"/>
          <a:chExt cx="0" cy="0"/>
        </a:xfrm>
      </p:grpSpPr>
      <p:sp>
        <p:nvSpPr>
          <p:cNvPr id="334" name="Google Shape;334;p5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35" name="Google Shape;335;p51"/>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36" name="Google Shape;336;p5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37" name="Google Shape;337;p51"/>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38" name="Google Shape;338;p5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1"/>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0" name="Google Shape;340;p51"/>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341" name="Google Shape;341;p51"/>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and SA - pg#">
  <p:cSld name="SECTION_HEADER_1_1_2_2_2_6">
    <p:bg>
      <p:bgPr>
        <a:solidFill>
          <a:srgbClr val="FFFFFF"/>
        </a:solidFill>
      </p:bgPr>
    </p:bg>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44" name="Google Shape;344;p52"/>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45" name="Google Shape;345;p52"/>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46" name="Google Shape;346;p52"/>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47" name="Google Shape;347;p52"/>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8" name="Google Shape;348;p52"/>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52"/>
          <p:cNvGrpSpPr/>
          <p:nvPr/>
        </p:nvGrpSpPr>
        <p:grpSpPr>
          <a:xfrm>
            <a:off x="322595" y="769160"/>
            <a:ext cx="264664" cy="61800"/>
            <a:chOff x="322595" y="642846"/>
            <a:chExt cx="264664" cy="61800"/>
          </a:xfrm>
        </p:grpSpPr>
        <p:sp>
          <p:nvSpPr>
            <p:cNvPr id="350" name="Google Shape;350;p52"/>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2"/>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52"/>
          <p:cNvGrpSpPr/>
          <p:nvPr/>
        </p:nvGrpSpPr>
        <p:grpSpPr>
          <a:xfrm>
            <a:off x="248150" y="722275"/>
            <a:ext cx="3447300" cy="164700"/>
            <a:chOff x="248150" y="722275"/>
            <a:chExt cx="3447300" cy="164700"/>
          </a:xfrm>
        </p:grpSpPr>
        <p:sp>
          <p:nvSpPr>
            <p:cNvPr id="354" name="Google Shape;354;p52"/>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52"/>
            <p:cNvGrpSpPr/>
            <p:nvPr/>
          </p:nvGrpSpPr>
          <p:grpSpPr>
            <a:xfrm>
              <a:off x="322595" y="769160"/>
              <a:ext cx="264664" cy="61800"/>
              <a:chOff x="322595" y="642846"/>
              <a:chExt cx="264664" cy="61800"/>
            </a:xfrm>
          </p:grpSpPr>
          <p:sp>
            <p:nvSpPr>
              <p:cNvPr id="356" name="Google Shape;356;p52"/>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2"/>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359" name="Shape 359"/>
        <p:cNvGrpSpPr/>
        <p:nvPr/>
      </p:nvGrpSpPr>
      <p:grpSpPr>
        <a:xfrm>
          <a:off x="0" y="0"/>
          <a:ext cx="0" cy="0"/>
          <a:chOff x="0" y="0"/>
          <a:chExt cx="0" cy="0"/>
        </a:xfrm>
      </p:grpSpPr>
      <p:sp>
        <p:nvSpPr>
          <p:cNvPr id="360" name="Google Shape;360;p5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1" name="Google Shape;361;p53"/>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62" name="Google Shape;362;p53"/>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63" name="Google Shape;363;p53"/>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64" name="Google Shape;364;p53"/>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TT and SA - pg#">
  <p:cSld name="SECTION_HEADER_1_1_2_2_2_4_1">
    <p:bg>
      <p:bgPr>
        <a:solidFill>
          <a:srgbClr val="FFFFFF"/>
        </a:solidFill>
      </p:bgPr>
    </p:bg>
    <p:spTree>
      <p:nvGrpSpPr>
        <p:cNvPr id="366" name="Shape 366"/>
        <p:cNvGrpSpPr/>
        <p:nvPr/>
      </p:nvGrpSpPr>
      <p:grpSpPr>
        <a:xfrm>
          <a:off x="0" y="0"/>
          <a:ext cx="0" cy="0"/>
          <a:chOff x="0" y="0"/>
          <a:chExt cx="0" cy="0"/>
        </a:xfrm>
      </p:grpSpPr>
      <p:pic>
        <p:nvPicPr>
          <p:cNvPr id="367" name="Google Shape;367;p54"/>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368" name="Google Shape;368;p5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9" name="Google Shape;369;p5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0" name="Google Shape;370;p54"/>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1" name="Google Shape;371;p54"/>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372" name="Google Shape;372;p54"/>
          <p:cNvSpPr txBox="1"/>
          <p:nvPr>
            <p:ph idx="5"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3" name="Google Shape;373;p54"/>
          <p:cNvSpPr txBox="1"/>
          <p:nvPr>
            <p:ph idx="6"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374" name="Shape 374"/>
        <p:cNvGrpSpPr/>
        <p:nvPr/>
      </p:nvGrpSpPr>
      <p:grpSpPr>
        <a:xfrm>
          <a:off x="0" y="0"/>
          <a:ext cx="0" cy="0"/>
          <a:chOff x="0" y="0"/>
          <a:chExt cx="0" cy="0"/>
        </a:xfrm>
      </p:grpSpPr>
      <p:sp>
        <p:nvSpPr>
          <p:cNvPr id="375" name="Google Shape;375;p5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6" name="Google Shape;376;p5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7" name="Google Shape;377;p5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78" name="Google Shape;378;p5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9" name="Google Shape;379;p5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80" name="Google Shape;380;p5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55"/>
          <p:cNvGrpSpPr/>
          <p:nvPr/>
        </p:nvGrpSpPr>
        <p:grpSpPr>
          <a:xfrm>
            <a:off x="256025" y="1280050"/>
            <a:ext cx="3657600" cy="164700"/>
            <a:chOff x="256025" y="1280050"/>
            <a:chExt cx="3657600" cy="164700"/>
          </a:xfrm>
        </p:grpSpPr>
        <p:sp>
          <p:nvSpPr>
            <p:cNvPr id="382" name="Google Shape;382;p5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55"/>
            <p:cNvGrpSpPr/>
            <p:nvPr/>
          </p:nvGrpSpPr>
          <p:grpSpPr>
            <a:xfrm>
              <a:off x="323020" y="1326935"/>
              <a:ext cx="264664" cy="61800"/>
              <a:chOff x="322595" y="642846"/>
              <a:chExt cx="264664" cy="61800"/>
            </a:xfrm>
          </p:grpSpPr>
          <p:sp>
            <p:nvSpPr>
              <p:cNvPr id="384" name="Google Shape;384;p5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Picture - pg#">
  <p:cSld name="SECTION_HEADER_1_1_2_2_2_2_2">
    <p:bg>
      <p:bgPr>
        <a:solidFill>
          <a:srgbClr val="FFFFFF"/>
        </a:solidFill>
      </p:bgPr>
    </p:bg>
    <p:spTree>
      <p:nvGrpSpPr>
        <p:cNvPr id="387" name="Shape 387"/>
        <p:cNvGrpSpPr/>
        <p:nvPr/>
      </p:nvGrpSpPr>
      <p:grpSpPr>
        <a:xfrm>
          <a:off x="0" y="0"/>
          <a:ext cx="0" cy="0"/>
          <a:chOff x="0" y="0"/>
          <a:chExt cx="0" cy="0"/>
        </a:xfrm>
      </p:grpSpPr>
      <p:sp>
        <p:nvSpPr>
          <p:cNvPr id="388" name="Google Shape;388;p56"/>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89" name="Google Shape;389;p5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0" name="Google Shape;390;p56"/>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1" name="Google Shape;391;p5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93" name="Google Shape;393;p56"/>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Text - pg#">
  <p:cSld name="SECTION_HEADER_1_1_2_2_2_2_2_1_1">
    <p:bg>
      <p:bgPr>
        <a:solidFill>
          <a:srgbClr val="FFFFFF"/>
        </a:solidFill>
      </p:bgPr>
    </p:bg>
    <p:spTree>
      <p:nvGrpSpPr>
        <p:cNvPr id="394" name="Shape 394"/>
        <p:cNvGrpSpPr/>
        <p:nvPr/>
      </p:nvGrpSpPr>
      <p:grpSpPr>
        <a:xfrm>
          <a:off x="0" y="0"/>
          <a:ext cx="0" cy="0"/>
          <a:chOff x="0" y="0"/>
          <a:chExt cx="0" cy="0"/>
        </a:xfrm>
      </p:grpSpPr>
      <p:sp>
        <p:nvSpPr>
          <p:cNvPr id="395" name="Google Shape;395;p57"/>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96" name="Google Shape;396;p5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7" name="Google Shape;397;p57"/>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8" name="Google Shape;398;p5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400" name="Google Shape;400;p57"/>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01" name="Google Shape;401;p57"/>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402" name="Google Shape;402;p57"/>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403" name="Shape 403"/>
        <p:cNvGrpSpPr/>
        <p:nvPr/>
      </p:nvGrpSpPr>
      <p:grpSpPr>
        <a:xfrm>
          <a:off x="0" y="0"/>
          <a:ext cx="0" cy="0"/>
          <a:chOff x="0" y="0"/>
          <a:chExt cx="0" cy="0"/>
        </a:xfrm>
      </p:grpSpPr>
      <p:sp>
        <p:nvSpPr>
          <p:cNvPr id="404" name="Google Shape;40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p58"/>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idence Card Section Title">
  <p:cSld name="SECTION_HEADER_1_1_2_2_2_2_1_2">
    <p:bg>
      <p:bgPr>
        <a:solidFill>
          <a:srgbClr val="000000"/>
        </a:solidFill>
      </p:bgPr>
    </p:bg>
    <p:spTree>
      <p:nvGrpSpPr>
        <p:cNvPr id="406" name="Shape 406"/>
        <p:cNvGrpSpPr/>
        <p:nvPr/>
      </p:nvGrpSpPr>
      <p:grpSpPr>
        <a:xfrm>
          <a:off x="0" y="0"/>
          <a:ext cx="0" cy="0"/>
          <a:chOff x="0" y="0"/>
          <a:chExt cx="0" cy="0"/>
        </a:xfrm>
      </p:grpSpPr>
      <p:sp>
        <p:nvSpPr>
          <p:cNvPr id="407" name="Google Shape;40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descr="Evidence Cards A through O." id="408" name="Google Shape;408;p59"/>
          <p:cNvSpPr/>
          <p:nvPr/>
        </p:nvSpPr>
        <p:spPr>
          <a:xfrm rot="5400000">
            <a:off x="2861850" y="-1140850"/>
            <a:ext cx="3420300" cy="9148500"/>
          </a:xfrm>
          <a:prstGeom prst="rect">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9"/>
          <p:cNvSpPr txBox="1"/>
          <p:nvPr/>
        </p:nvSpPr>
        <p:spPr>
          <a:xfrm>
            <a:off x="820200" y="661906"/>
            <a:ext cx="7503600" cy="64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b="1" lang="en" sz="2800">
                <a:solidFill>
                  <a:srgbClr val="FFFFFF"/>
                </a:solidFill>
                <a:latin typeface="Roboto"/>
                <a:ea typeface="Roboto"/>
                <a:cs typeface="Roboto"/>
                <a:sym typeface="Roboto"/>
              </a:rPr>
              <a:t>Evidence Cards</a:t>
            </a:r>
            <a:endParaRPr b="1" sz="2800">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ail">
  <p:cSld name="SECTION_HEADER_1_1_2_2_2_2_1_1">
    <p:bg>
      <p:bgPr>
        <a:solidFill>
          <a:srgbClr val="000000"/>
        </a:solidFill>
      </p:bgPr>
    </p:bg>
    <p:spTree>
      <p:nvGrpSpPr>
        <p:cNvPr id="410" name="Shape 410"/>
        <p:cNvGrpSpPr/>
        <p:nvPr/>
      </p:nvGrpSpPr>
      <p:grpSpPr>
        <a:xfrm>
          <a:off x="0" y="0"/>
          <a:ext cx="0" cy="0"/>
          <a:chOff x="0" y="0"/>
          <a:chExt cx="0" cy="0"/>
        </a:xfrm>
      </p:grpSpPr>
      <p:sp>
        <p:nvSpPr>
          <p:cNvPr id="411" name="Google Shape;411;p6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60"/>
          <p:cNvPicPr preferRelativeResize="0"/>
          <p:nvPr/>
        </p:nvPicPr>
        <p:blipFill rotWithShape="1">
          <a:blip r:embed="rId2">
            <a:alphaModFix/>
          </a:blip>
          <a:srcRect b="10" l="0" r="0" t="10"/>
          <a:stretch/>
        </p:blipFill>
        <p:spPr>
          <a:xfrm>
            <a:off x="651150" y="291325"/>
            <a:ext cx="7841794" cy="4852174"/>
          </a:xfrm>
          <a:prstGeom prst="rect">
            <a:avLst/>
          </a:prstGeom>
          <a:noFill/>
          <a:ln>
            <a:noFill/>
          </a:ln>
          <a:effectLst>
            <a:outerShdw blurRad="57150" rotWithShape="0" algn="bl" dir="5400000" dist="19050">
              <a:srgbClr val="000000">
                <a:alpha val="19000"/>
              </a:srgbClr>
            </a:outerShdw>
          </a:effectLst>
        </p:spPr>
      </p:pic>
      <p:sp>
        <p:nvSpPr>
          <p:cNvPr id="413" name="Google Shape;413;p60"/>
          <p:cNvSpPr/>
          <p:nvPr/>
        </p:nvSpPr>
        <p:spPr>
          <a:xfrm>
            <a:off x="651050" y="990075"/>
            <a:ext cx="7841700" cy="41535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414" name="Shape 414"/>
        <p:cNvGrpSpPr/>
        <p:nvPr/>
      </p:nvGrpSpPr>
      <p:grpSpPr>
        <a:xfrm>
          <a:off x="0" y="0"/>
          <a:ext cx="0" cy="0"/>
          <a:chOff x="0" y="0"/>
          <a:chExt cx="0" cy="0"/>
        </a:xfrm>
      </p:grpSpPr>
      <p:sp>
        <p:nvSpPr>
          <p:cNvPr id="415" name="Google Shape;415;p6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16" name="Google Shape;416;p61"/>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17" name="Google Shape;417;p6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18" name="Google Shape;418;p61"/>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19" name="Google Shape;419;p61"/>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2 Line - pg#">
  <p:cSld name="SECTION_HEADER_1_1_2_2_2_1_1_1">
    <p:bg>
      <p:bgPr>
        <a:solidFill>
          <a:srgbClr val="FFFFFF"/>
        </a:solidFill>
      </p:bgPr>
    </p:bg>
    <p:spTree>
      <p:nvGrpSpPr>
        <p:cNvPr id="420" name="Shape 420"/>
        <p:cNvGrpSpPr/>
        <p:nvPr/>
      </p:nvGrpSpPr>
      <p:grpSpPr>
        <a:xfrm>
          <a:off x="0" y="0"/>
          <a:ext cx="0" cy="0"/>
          <a:chOff x="0" y="0"/>
          <a:chExt cx="0" cy="0"/>
        </a:xfrm>
      </p:grpSpPr>
      <p:sp>
        <p:nvSpPr>
          <p:cNvPr id="421" name="Google Shape;421;p6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2" name="Google Shape;422;p6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23" name="Google Shape;423;p62"/>
          <p:cNvSpPr txBox="1"/>
          <p:nvPr>
            <p:ph idx="3"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24" name="Google Shape;424;p62"/>
          <p:cNvSpPr txBox="1"/>
          <p:nvPr>
            <p:ph idx="4" type="body"/>
          </p:nvPr>
        </p:nvSpPr>
        <p:spPr>
          <a:xfrm>
            <a:off x="804672" y="228600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25" name="Google Shape;425;p62"/>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 pg#">
  <p:cSld name="SECTION_HEADER_1_1_2_1_3">
    <p:bg>
      <p:bgPr>
        <a:solidFill>
          <a:srgbClr val="FFFFFF"/>
        </a:solidFill>
      </p:bgPr>
    </p:bg>
    <p:spTree>
      <p:nvGrpSpPr>
        <p:cNvPr id="426" name="Shape 426"/>
        <p:cNvGrpSpPr/>
        <p:nvPr/>
      </p:nvGrpSpPr>
      <p:grpSpPr>
        <a:xfrm>
          <a:off x="0" y="0"/>
          <a:ext cx="0" cy="0"/>
          <a:chOff x="0" y="0"/>
          <a:chExt cx="0" cy="0"/>
        </a:xfrm>
      </p:grpSpPr>
      <p:sp>
        <p:nvSpPr>
          <p:cNvPr id="427" name="Google Shape;427;p6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28" name="Google Shape;428;p6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9" name="Google Shape;429;p63"/>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0" name="Google Shape;430;p63"/>
          <p:cNvSpPr txBox="1"/>
          <p:nvPr>
            <p:ph idx="4" type="body"/>
          </p:nvPr>
        </p:nvSpPr>
        <p:spPr>
          <a:xfrm>
            <a:off x="804672" y="1353312"/>
            <a:ext cx="7507200" cy="3026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1: SA with Image - pg#">
  <p:cSld name="SECTION_HEADER_1_1_2_1_2_5">
    <p:bg>
      <p:bgPr>
        <a:solidFill>
          <a:srgbClr val="FFFFFF"/>
        </a:solidFill>
      </p:bgPr>
    </p:bg>
    <p:spTree>
      <p:nvGrpSpPr>
        <p:cNvPr id="431" name="Shape 431"/>
        <p:cNvGrpSpPr/>
        <p:nvPr/>
      </p:nvGrpSpPr>
      <p:grpSpPr>
        <a:xfrm>
          <a:off x="0" y="0"/>
          <a:ext cx="0" cy="0"/>
          <a:chOff x="0" y="0"/>
          <a:chExt cx="0" cy="0"/>
        </a:xfrm>
      </p:grpSpPr>
      <p:sp>
        <p:nvSpPr>
          <p:cNvPr id="432" name="Google Shape;432;p64"/>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34" name="Google Shape;434;p64"/>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5" name="Google Shape;435;p64"/>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36" name="Google Shape;436;p64"/>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37" name="Google Shape;437;p64"/>
          <p:cNvSpPr txBox="1"/>
          <p:nvPr>
            <p:ph idx="4" type="subTitle"/>
          </p:nvPr>
        </p:nvSpPr>
        <p:spPr>
          <a:xfrm>
            <a:off x="40290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2: SA with Image - pg#">
  <p:cSld name="SECTION_HEADER_1_1_2_1_2_5_1">
    <p:bg>
      <p:bgPr>
        <a:solidFill>
          <a:srgbClr val="FFFFFF"/>
        </a:solidFill>
      </p:bgPr>
    </p:bg>
    <p:spTree>
      <p:nvGrpSpPr>
        <p:cNvPr id="438" name="Shape 438"/>
        <p:cNvGrpSpPr/>
        <p:nvPr/>
      </p:nvGrpSpPr>
      <p:grpSpPr>
        <a:xfrm>
          <a:off x="0" y="0"/>
          <a:ext cx="0" cy="0"/>
          <a:chOff x="0" y="0"/>
          <a:chExt cx="0" cy="0"/>
        </a:xfrm>
      </p:grpSpPr>
      <p:sp>
        <p:nvSpPr>
          <p:cNvPr id="439" name="Google Shape;439;p65"/>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5"/>
          <p:cNvSpPr/>
          <p:nvPr/>
        </p:nvSpPr>
        <p:spPr>
          <a:xfrm>
            <a:off x="247113" y="2715993"/>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42" name="Google Shape;442;p65"/>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43" name="Google Shape;443;p65"/>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44" name="Google Shape;444;p65"/>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45" name="Google Shape;445;p65"/>
          <p:cNvSpPr txBox="1"/>
          <p:nvPr>
            <p:ph idx="4" type="subTitle"/>
          </p:nvPr>
        </p:nvSpPr>
        <p:spPr>
          <a:xfrm>
            <a:off x="40285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pic>
        <p:nvPicPr>
          <p:cNvPr id="446" name="Google Shape;446;p65"/>
          <p:cNvPicPr preferRelativeResize="0"/>
          <p:nvPr/>
        </p:nvPicPr>
        <p:blipFill>
          <a:blip r:embed="rId2">
            <a:alphaModFix/>
          </a:blip>
          <a:stretch>
            <a:fillRect/>
          </a:stretch>
        </p:blipFill>
        <p:spPr>
          <a:xfrm>
            <a:off x="2886825" y="4524607"/>
            <a:ext cx="228175" cy="228150"/>
          </a:xfrm>
          <a:prstGeom prst="rect">
            <a:avLst/>
          </a:prstGeom>
          <a:noFill/>
          <a:ln>
            <a:noFill/>
          </a:ln>
        </p:spPr>
      </p:pic>
      <p:sp>
        <p:nvSpPr>
          <p:cNvPr id="447" name="Google Shape;447;p65"/>
          <p:cNvSpPr txBox="1"/>
          <p:nvPr>
            <p:ph idx="5" type="subTitle"/>
          </p:nvPr>
        </p:nvSpPr>
        <p:spPr>
          <a:xfrm>
            <a:off x="402850" y="4520326"/>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448" name="Shape 448"/>
        <p:cNvGrpSpPr/>
        <p:nvPr/>
      </p:nvGrpSpPr>
      <p:grpSpPr>
        <a:xfrm>
          <a:off x="0" y="0"/>
          <a:ext cx="0" cy="0"/>
          <a:chOff x="0" y="0"/>
          <a:chExt cx="0" cy="0"/>
        </a:xfrm>
      </p:grpSpPr>
      <p:sp>
        <p:nvSpPr>
          <p:cNvPr id="449" name="Google Shape;449;p66"/>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0" name="Google Shape;450;p6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1" name="Google Shape;451;p66"/>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2" name="Google Shape;452;p6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6"/>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SA - pg#">
  <p:cSld name="SECTION_HEADER_1_1_2_1_2_3_1">
    <p:bg>
      <p:bgPr>
        <a:solidFill>
          <a:srgbClr val="FFFFFF"/>
        </a:solidFill>
      </p:bgPr>
    </p:bg>
    <p:spTree>
      <p:nvGrpSpPr>
        <p:cNvPr id="454" name="Shape 454"/>
        <p:cNvGrpSpPr/>
        <p:nvPr/>
      </p:nvGrpSpPr>
      <p:grpSpPr>
        <a:xfrm>
          <a:off x="0" y="0"/>
          <a:ext cx="0" cy="0"/>
          <a:chOff x="0" y="0"/>
          <a:chExt cx="0" cy="0"/>
        </a:xfrm>
      </p:grpSpPr>
      <p:pic>
        <p:nvPicPr>
          <p:cNvPr id="455" name="Google Shape;455;p67"/>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456" name="Google Shape;456;p6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7" name="Google Shape;457;p6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8" name="Google Shape;458;p67"/>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9" name="Google Shape;459;p67"/>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460" name="Google Shape;460;p67"/>
          <p:cNvSpPr txBox="1"/>
          <p:nvPr>
            <p:ph idx="5"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SA - pg #">
  <p:cSld name="SECTION_HEADER_1_1_2_1_2_1_3">
    <p:bg>
      <p:bgPr>
        <a:solidFill>
          <a:srgbClr val="FFFFFF"/>
        </a:solidFill>
      </p:bgPr>
    </p:bg>
    <p:spTree>
      <p:nvGrpSpPr>
        <p:cNvPr id="461" name="Shape 461"/>
        <p:cNvGrpSpPr/>
        <p:nvPr/>
      </p:nvGrpSpPr>
      <p:grpSpPr>
        <a:xfrm>
          <a:off x="0" y="0"/>
          <a:ext cx="0" cy="0"/>
          <a:chOff x="0" y="0"/>
          <a:chExt cx="0" cy="0"/>
        </a:xfrm>
      </p:grpSpPr>
      <p:sp>
        <p:nvSpPr>
          <p:cNvPr id="462" name="Google Shape;462;p6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63" name="Google Shape;463;p68"/>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64" name="Google Shape;464;p68"/>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65" name="Google Shape;465;p68"/>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66" name="Google Shape;466;p68"/>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68"/>
          <p:cNvGrpSpPr/>
          <p:nvPr/>
        </p:nvGrpSpPr>
        <p:grpSpPr>
          <a:xfrm>
            <a:off x="256025" y="1280050"/>
            <a:ext cx="3657600" cy="164700"/>
            <a:chOff x="256025" y="1280050"/>
            <a:chExt cx="3657600" cy="164700"/>
          </a:xfrm>
        </p:grpSpPr>
        <p:sp>
          <p:nvSpPr>
            <p:cNvPr id="468" name="Google Shape;468;p68"/>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8"/>
            <p:cNvGrpSpPr/>
            <p:nvPr/>
          </p:nvGrpSpPr>
          <p:grpSpPr>
            <a:xfrm>
              <a:off x="323020" y="1326935"/>
              <a:ext cx="264664" cy="61800"/>
              <a:chOff x="322595" y="642846"/>
              <a:chExt cx="264664" cy="61800"/>
            </a:xfrm>
          </p:grpSpPr>
          <p:sp>
            <p:nvSpPr>
              <p:cNvPr id="470" name="Google Shape;470;p68"/>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8"/>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8"/>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Full Screen">
  <p:cSld name="SECTION_HEADER_1_1_2_1_2_1_2">
    <p:bg>
      <p:bgPr>
        <a:solidFill>
          <a:srgbClr val="FFFFFF"/>
        </a:solidFill>
      </p:bgPr>
    </p:bg>
    <p:spTree>
      <p:nvGrpSpPr>
        <p:cNvPr id="473" name="Shape 473"/>
        <p:cNvGrpSpPr/>
        <p:nvPr/>
      </p:nvGrpSpPr>
      <p:grpSpPr>
        <a:xfrm>
          <a:off x="0" y="0"/>
          <a:ext cx="0" cy="0"/>
          <a:chOff x="0" y="0"/>
          <a:chExt cx="0" cy="0"/>
        </a:xfrm>
      </p:grpSpPr>
      <p:sp>
        <p:nvSpPr>
          <p:cNvPr id="474" name="Google Shape;474;p69"/>
          <p:cNvSpPr/>
          <p:nvPr/>
        </p:nvSpPr>
        <p:spPr>
          <a:xfrm>
            <a:off x="1681012" y="258209"/>
            <a:ext cx="5781900" cy="4511700"/>
          </a:xfrm>
          <a:prstGeom prst="round2SameRect">
            <a:avLst>
              <a:gd fmla="val 713" name="adj1"/>
              <a:gd fmla="val 0" name="adj2"/>
            </a:avLst>
          </a:prstGeom>
          <a:solidFill>
            <a:srgbClr val="F6F6F6"/>
          </a:solidFill>
          <a:ln>
            <a:noFill/>
          </a:ln>
          <a:effectLst>
            <a:outerShdw blurRad="57150" rotWithShape="0" algn="bl" dir="5340000" dist="95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136100" y="4957967"/>
            <a:ext cx="1683600" cy="11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69"/>
          <p:cNvGrpSpPr/>
          <p:nvPr/>
        </p:nvGrpSpPr>
        <p:grpSpPr>
          <a:xfrm>
            <a:off x="1681091" y="258200"/>
            <a:ext cx="5781900" cy="175800"/>
            <a:chOff x="1691753" y="258200"/>
            <a:chExt cx="5781900" cy="175800"/>
          </a:xfrm>
        </p:grpSpPr>
        <p:sp>
          <p:nvSpPr>
            <p:cNvPr id="477" name="Google Shape;477;p69"/>
            <p:cNvSpPr/>
            <p:nvPr/>
          </p:nvSpPr>
          <p:spPr>
            <a:xfrm>
              <a:off x="1691753" y="258200"/>
              <a:ext cx="5781900" cy="1758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69"/>
            <p:cNvGrpSpPr/>
            <p:nvPr/>
          </p:nvGrpSpPr>
          <p:grpSpPr>
            <a:xfrm>
              <a:off x="1756443" y="308221"/>
              <a:ext cx="282317" cy="65922"/>
              <a:chOff x="322595" y="642846"/>
              <a:chExt cx="264664" cy="61800"/>
            </a:xfrm>
          </p:grpSpPr>
          <p:sp>
            <p:nvSpPr>
              <p:cNvPr id="479" name="Google Shape;479;p69"/>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Demo">
  <p:cSld name="SECTION_HEADER_1_1_2_1_2_1_2_1">
    <p:bg>
      <p:bgPr>
        <a:solidFill>
          <a:srgbClr val="EFEFEF"/>
        </a:solidFill>
      </p:bgPr>
    </p:bg>
    <p:spTree>
      <p:nvGrpSpPr>
        <p:cNvPr id="482" name="Shape 482"/>
        <p:cNvGrpSpPr/>
        <p:nvPr/>
      </p:nvGrpSpPr>
      <p:grpSpPr>
        <a:xfrm>
          <a:off x="0" y="0"/>
          <a:ext cx="0" cy="0"/>
          <a:chOff x="0" y="0"/>
          <a:chExt cx="0" cy="0"/>
        </a:xfrm>
      </p:grpSpPr>
      <p:sp>
        <p:nvSpPr>
          <p:cNvPr id="483" name="Google Shape;483;p70"/>
          <p:cNvSpPr/>
          <p:nvPr/>
        </p:nvSpPr>
        <p:spPr>
          <a:xfrm>
            <a:off x="1682325" y="258209"/>
            <a:ext cx="5781900" cy="4511700"/>
          </a:xfrm>
          <a:prstGeom prst="round2SameRect">
            <a:avLst>
              <a:gd fmla="val 713" name="adj1"/>
              <a:gd fmla="val 0" name="adj2"/>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0"/>
          <p:cNvSpPr/>
          <p:nvPr/>
        </p:nvSpPr>
        <p:spPr>
          <a:xfrm>
            <a:off x="1682325" y="308225"/>
            <a:ext cx="5781900" cy="4461600"/>
          </a:xfrm>
          <a:prstGeom prst="round2SameRect">
            <a:avLst>
              <a:gd fmla="val 0" name="adj1"/>
              <a:gd fmla="val 0" name="adj2"/>
            </a:avLst>
          </a:prstGeom>
          <a:solidFill>
            <a:srgbClr val="F6F6F6"/>
          </a:solidFill>
          <a:ln cap="flat" cmpd="sng" w="114300">
            <a:solidFill>
              <a:srgbClr val="767676"/>
            </a:solidFill>
            <a:prstDash val="solid"/>
            <a:round/>
            <a:headEnd len="sm" w="sm" type="none"/>
            <a:tailEnd len="sm" w="sm" type="none"/>
          </a:ln>
          <a:effectLst>
            <a:outerShdw blurRad="85725" rotWithShape="0" algn="bl" dir="5340000" dist="9525">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0"/>
          <p:cNvSpPr/>
          <p:nvPr/>
        </p:nvSpPr>
        <p:spPr>
          <a:xfrm>
            <a:off x="136100" y="4931975"/>
            <a:ext cx="1683600" cy="175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0"/>
          <p:cNvSpPr/>
          <p:nvPr/>
        </p:nvSpPr>
        <p:spPr>
          <a:xfrm>
            <a:off x="1651350" y="258200"/>
            <a:ext cx="5841300" cy="175800"/>
          </a:xfrm>
          <a:prstGeom prst="round2SameRect">
            <a:avLst>
              <a:gd fmla="val 16667" name="adj1"/>
              <a:gd fmla="val 0" name="adj2"/>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70"/>
          <p:cNvGrpSpPr/>
          <p:nvPr/>
        </p:nvGrpSpPr>
        <p:grpSpPr>
          <a:xfrm>
            <a:off x="1710905" y="308221"/>
            <a:ext cx="282317" cy="65922"/>
            <a:chOff x="322595" y="642846"/>
            <a:chExt cx="264664" cy="61800"/>
          </a:xfrm>
        </p:grpSpPr>
        <p:sp>
          <p:nvSpPr>
            <p:cNvPr id="488" name="Google Shape;488;p7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70"/>
          <p:cNvSpPr txBox="1"/>
          <p:nvPr>
            <p:ph idx="1" type="subTitle"/>
          </p:nvPr>
        </p:nvSpPr>
        <p:spPr>
          <a:xfrm>
            <a:off x="7919850" y="164592"/>
            <a:ext cx="1097400" cy="249000"/>
          </a:xfrm>
          <a:prstGeom prst="rect">
            <a:avLst/>
          </a:prstGeom>
        </p:spPr>
        <p:txBody>
          <a:bodyPr anchorCtr="0" anchor="ctr" bIns="91425" lIns="0"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pg#">
  <p:cSld name="SECTION_HEADER_1_1_2_1_2_1_1">
    <p:bg>
      <p:bgPr>
        <a:solidFill>
          <a:srgbClr val="FFFFFF"/>
        </a:solidFill>
      </p:bgPr>
    </p:bg>
    <p:spTree>
      <p:nvGrpSpPr>
        <p:cNvPr id="492" name="Shape 492"/>
        <p:cNvGrpSpPr/>
        <p:nvPr/>
      </p:nvGrpSpPr>
      <p:grpSpPr>
        <a:xfrm>
          <a:off x="0" y="0"/>
          <a:ext cx="0" cy="0"/>
          <a:chOff x="0" y="0"/>
          <a:chExt cx="0" cy="0"/>
        </a:xfrm>
      </p:grpSpPr>
      <p:sp>
        <p:nvSpPr>
          <p:cNvPr id="493" name="Google Shape;493;p7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94" name="Google Shape;494;p71"/>
          <p:cNvSpPr txBox="1"/>
          <p:nvPr>
            <p:ph idx="2"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5" name="Google Shape;495;p71"/>
          <p:cNvSpPr txBox="1"/>
          <p:nvPr>
            <p:ph idx="3"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6" name="Google Shape;496;p71"/>
          <p:cNvSpPr txBox="1"/>
          <p:nvPr>
            <p:ph idx="4"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7" name="Google Shape;497;p71"/>
          <p:cNvSpPr txBox="1"/>
          <p:nvPr>
            <p:ph idx="5"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8" name="Google Shape;498;p71"/>
          <p:cNvSpPr txBox="1"/>
          <p:nvPr>
            <p:ph idx="6"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9" name="Google Shape;499;p71"/>
          <p:cNvSpPr txBox="1"/>
          <p:nvPr>
            <p:ph type="title"/>
          </p:nvPr>
        </p:nvSpPr>
        <p:spPr>
          <a:xfrm>
            <a:off x="589626" y="648200"/>
            <a:ext cx="7963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00" name="Google Shape;500;p71"/>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1"/>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1"/>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
          <p:cNvSpPr txBox="1"/>
          <p:nvPr>
            <p:ph idx="7"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04" name="Google Shape;504;p71"/>
          <p:cNvSpPr txBox="1"/>
          <p:nvPr>
            <p:ph idx="8"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05" name="Google Shape;505;p71"/>
          <p:cNvSpPr txBox="1"/>
          <p:nvPr>
            <p:ph idx="9"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Action pg#">
  <p:cSld name="SECTION_HEADER_1_1_2_1_2_1_1_5">
    <p:bg>
      <p:bgPr>
        <a:solidFill>
          <a:srgbClr val="FFFFFF"/>
        </a:solidFill>
      </p:bgPr>
    </p:bg>
    <p:spTree>
      <p:nvGrpSpPr>
        <p:cNvPr id="506" name="Shape 506"/>
        <p:cNvGrpSpPr/>
        <p:nvPr/>
      </p:nvGrpSpPr>
      <p:grpSpPr>
        <a:xfrm>
          <a:off x="0" y="0"/>
          <a:ext cx="0" cy="0"/>
          <a:chOff x="0" y="0"/>
          <a:chExt cx="0" cy="0"/>
        </a:xfrm>
      </p:grpSpPr>
      <p:sp>
        <p:nvSpPr>
          <p:cNvPr id="507" name="Google Shape;507;p7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08" name="Google Shape;508;p72"/>
          <p:cNvSpPr txBox="1"/>
          <p:nvPr>
            <p:ph idx="2"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09" name="Google Shape;509;p72"/>
          <p:cNvSpPr txBox="1"/>
          <p:nvPr>
            <p:ph idx="3"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0" name="Google Shape;510;p72"/>
          <p:cNvSpPr txBox="1"/>
          <p:nvPr>
            <p:ph idx="4"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1" name="Google Shape;511;p72"/>
          <p:cNvSpPr txBox="1"/>
          <p:nvPr>
            <p:ph idx="5"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2" name="Google Shape;512;p72"/>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
        <p:nvSpPr>
          <p:cNvPr id="513" name="Google Shape;513;p72"/>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2"/>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2"/>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17" name="Google Shape;517;p72"/>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18" name="Google Shape;518;p72"/>
          <p:cNvSpPr txBox="1"/>
          <p:nvPr>
            <p:ph idx="8"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9" name="Google Shape;519;p72"/>
          <p:cNvSpPr txBox="1"/>
          <p:nvPr>
            <p:ph idx="9"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3: Activity Steps - pg#">
  <p:cSld name="SECTION_HEADER_1_1_2_1_2_1_1_4">
    <p:bg>
      <p:bgPr>
        <a:solidFill>
          <a:srgbClr val="FFFFFF"/>
        </a:solidFill>
      </p:bgPr>
    </p:bg>
    <p:spTree>
      <p:nvGrpSpPr>
        <p:cNvPr id="520" name="Shape 520"/>
        <p:cNvGrpSpPr/>
        <p:nvPr/>
      </p:nvGrpSpPr>
      <p:grpSpPr>
        <a:xfrm>
          <a:off x="0" y="0"/>
          <a:ext cx="0" cy="0"/>
          <a:chOff x="0" y="0"/>
          <a:chExt cx="0" cy="0"/>
        </a:xfrm>
      </p:grpSpPr>
      <p:sp>
        <p:nvSpPr>
          <p:cNvPr id="521" name="Google Shape;521;p73"/>
          <p:cNvSpPr txBox="1"/>
          <p:nvPr>
            <p:ph idx="1" type="body"/>
          </p:nvPr>
        </p:nvSpPr>
        <p:spPr>
          <a:xfrm>
            <a:off x="515015"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2" name="Google Shape;522;p73"/>
          <p:cNvSpPr txBox="1"/>
          <p:nvPr>
            <p:ph idx="2" type="body"/>
          </p:nvPr>
        </p:nvSpPr>
        <p:spPr>
          <a:xfrm>
            <a:off x="3291768"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3" name="Google Shape;523;p73"/>
          <p:cNvSpPr txBox="1"/>
          <p:nvPr>
            <p:ph idx="3" type="body"/>
          </p:nvPr>
        </p:nvSpPr>
        <p:spPr>
          <a:xfrm>
            <a:off x="6068492"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4" name="Google Shape;524;p73"/>
          <p:cNvSpPr txBox="1"/>
          <p:nvPr>
            <p:ph idx="4" type="body"/>
          </p:nvPr>
        </p:nvSpPr>
        <p:spPr>
          <a:xfrm>
            <a:off x="515011" y="3132669"/>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25" name="Google Shape;525;p73"/>
          <p:cNvSpPr txBox="1"/>
          <p:nvPr>
            <p:ph type="title"/>
          </p:nvPr>
        </p:nvSpPr>
        <p:spPr>
          <a:xfrm>
            <a:off x="509016" y="648200"/>
            <a:ext cx="79644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26" name="Google Shape;526;p73"/>
          <p:cNvSpPr/>
          <p:nvPr/>
        </p:nvSpPr>
        <p:spPr>
          <a:xfrm>
            <a:off x="6247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3"/>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3"/>
          <p:cNvSpPr/>
          <p:nvPr/>
        </p:nvSpPr>
        <p:spPr>
          <a:xfrm>
            <a:off x="61782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3"/>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30" name="Google Shape;530;p73"/>
          <p:cNvSpPr txBox="1"/>
          <p:nvPr>
            <p:ph idx="6"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31" name="Google Shape;531;p73"/>
          <p:cNvSpPr txBox="1"/>
          <p:nvPr>
            <p:ph idx="7" type="body"/>
          </p:nvPr>
        </p:nvSpPr>
        <p:spPr>
          <a:xfrm>
            <a:off x="3291764"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32" name="Google Shape;532;p73"/>
          <p:cNvSpPr txBox="1"/>
          <p:nvPr>
            <p:ph idx="8" type="body"/>
          </p:nvPr>
        </p:nvSpPr>
        <p:spPr>
          <a:xfrm>
            <a:off x="6068489"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pic>
        <p:nvPicPr>
          <p:cNvPr id="533" name="Google Shape;533;p73"/>
          <p:cNvPicPr preferRelativeResize="0"/>
          <p:nvPr/>
        </p:nvPicPr>
        <p:blipFill>
          <a:blip r:embed="rId2">
            <a:alphaModFix/>
          </a:blip>
          <a:stretch>
            <a:fillRect/>
          </a:stretch>
        </p:blipFill>
        <p:spPr>
          <a:xfrm>
            <a:off x="2847300" y="4651226"/>
            <a:ext cx="228175" cy="228150"/>
          </a:xfrm>
          <a:prstGeom prst="rect">
            <a:avLst/>
          </a:prstGeom>
          <a:noFill/>
          <a:ln>
            <a:noFill/>
          </a:ln>
        </p:spPr>
      </p:pic>
      <p:sp>
        <p:nvSpPr>
          <p:cNvPr id="534" name="Google Shape;534;p73"/>
          <p:cNvSpPr txBox="1"/>
          <p:nvPr>
            <p:ph idx="9" type="subTitle"/>
          </p:nvPr>
        </p:nvSpPr>
        <p:spPr>
          <a:xfrm>
            <a:off x="51502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5" name="Google Shape;535;p73"/>
          <p:cNvPicPr preferRelativeResize="0"/>
          <p:nvPr/>
        </p:nvPicPr>
        <p:blipFill>
          <a:blip r:embed="rId2">
            <a:alphaModFix/>
          </a:blip>
          <a:stretch>
            <a:fillRect/>
          </a:stretch>
        </p:blipFill>
        <p:spPr>
          <a:xfrm>
            <a:off x="5624075" y="4651226"/>
            <a:ext cx="228175" cy="228150"/>
          </a:xfrm>
          <a:prstGeom prst="rect">
            <a:avLst/>
          </a:prstGeom>
          <a:noFill/>
          <a:ln>
            <a:noFill/>
          </a:ln>
        </p:spPr>
      </p:pic>
      <p:sp>
        <p:nvSpPr>
          <p:cNvPr id="536" name="Google Shape;536;p73"/>
          <p:cNvSpPr txBox="1"/>
          <p:nvPr>
            <p:ph idx="13" type="subTitle"/>
          </p:nvPr>
        </p:nvSpPr>
        <p:spPr>
          <a:xfrm>
            <a:off x="3291800"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7" name="Google Shape;537;p73"/>
          <p:cNvPicPr preferRelativeResize="0"/>
          <p:nvPr/>
        </p:nvPicPr>
        <p:blipFill>
          <a:blip r:embed="rId2">
            <a:alphaModFix/>
          </a:blip>
          <a:stretch>
            <a:fillRect/>
          </a:stretch>
        </p:blipFill>
        <p:spPr>
          <a:xfrm>
            <a:off x="8400800" y="4651226"/>
            <a:ext cx="228175" cy="228150"/>
          </a:xfrm>
          <a:prstGeom prst="rect">
            <a:avLst/>
          </a:prstGeom>
          <a:noFill/>
          <a:ln>
            <a:noFill/>
          </a:ln>
        </p:spPr>
      </p:pic>
      <p:sp>
        <p:nvSpPr>
          <p:cNvPr id="538" name="Google Shape;538;p73"/>
          <p:cNvSpPr txBox="1"/>
          <p:nvPr>
            <p:ph idx="14" type="subTitle"/>
          </p:nvPr>
        </p:nvSpPr>
        <p:spPr>
          <a:xfrm>
            <a:off x="606857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pg#">
  <p:cSld name="SECTION_HEADER_1_1_2_1_2_1_1_3">
    <p:bg>
      <p:bgPr>
        <a:solidFill>
          <a:srgbClr val="FFFFFF"/>
        </a:solidFill>
      </p:bgPr>
    </p:bg>
    <p:spTree>
      <p:nvGrpSpPr>
        <p:cNvPr id="539" name="Shape 539"/>
        <p:cNvGrpSpPr/>
        <p:nvPr/>
      </p:nvGrpSpPr>
      <p:grpSpPr>
        <a:xfrm>
          <a:off x="0" y="0"/>
          <a:ext cx="0" cy="0"/>
          <a:chOff x="0" y="0"/>
          <a:chExt cx="0" cy="0"/>
        </a:xfrm>
      </p:grpSpPr>
      <p:sp>
        <p:nvSpPr>
          <p:cNvPr id="540" name="Google Shape;540;p74"/>
          <p:cNvSpPr txBox="1"/>
          <p:nvPr>
            <p:ph idx="1"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41" name="Google Shape;541;p74"/>
          <p:cNvSpPr txBox="1"/>
          <p:nvPr>
            <p:ph idx="2"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42" name="Google Shape;542;p74"/>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4"/>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4"/>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46" name="Google Shape;546;p74"/>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47" name="Google Shape;547;p74"/>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4"/>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49" name="Google Shape;549;p74"/>
          <p:cNvSpPr txBox="1"/>
          <p:nvPr>
            <p:ph idx="6"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0" name="Google Shape;550;p74"/>
          <p:cNvSpPr txBox="1"/>
          <p:nvPr>
            <p:ph idx="7"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1" name="Google Shape;551;p74"/>
          <p:cNvSpPr txBox="1"/>
          <p:nvPr>
            <p:ph idx="8"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2" name="Google Shape;552;p74"/>
          <p:cNvSpPr txBox="1"/>
          <p:nvPr>
            <p:ph idx="9"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3" name="Google Shape;553;p74"/>
          <p:cNvSpPr txBox="1"/>
          <p:nvPr>
            <p:ph idx="13"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4" name="Google Shape;554;p74"/>
          <p:cNvSpPr txBox="1"/>
          <p:nvPr>
            <p:ph idx="14"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5" name="Google Shape;555;p74"/>
          <p:cNvSpPr txBox="1"/>
          <p:nvPr>
            <p:ph type="title"/>
          </p:nvPr>
        </p:nvSpPr>
        <p:spPr>
          <a:xfrm>
            <a:off x="585225" y="648200"/>
            <a:ext cx="8046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Action pg#">
  <p:cSld name="SECTION_HEADER_1_1_2_1_2_1_1_3_1">
    <p:bg>
      <p:bgPr>
        <a:solidFill>
          <a:srgbClr val="FFFFFF"/>
        </a:solidFill>
      </p:bgPr>
    </p:bg>
    <p:spTree>
      <p:nvGrpSpPr>
        <p:cNvPr id="556" name="Shape 556"/>
        <p:cNvGrpSpPr/>
        <p:nvPr/>
      </p:nvGrpSpPr>
      <p:grpSpPr>
        <a:xfrm>
          <a:off x="0" y="0"/>
          <a:ext cx="0" cy="0"/>
          <a:chOff x="0" y="0"/>
          <a:chExt cx="0" cy="0"/>
        </a:xfrm>
      </p:grpSpPr>
      <p:sp>
        <p:nvSpPr>
          <p:cNvPr id="557" name="Google Shape;557;p7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58" name="Google Shape;558;p75"/>
          <p:cNvSpPr txBox="1"/>
          <p:nvPr>
            <p:ph idx="2"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9" name="Google Shape;559;p75"/>
          <p:cNvSpPr txBox="1"/>
          <p:nvPr>
            <p:ph idx="3"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0" name="Google Shape;560;p75"/>
          <p:cNvSpPr txBox="1"/>
          <p:nvPr>
            <p:ph idx="4"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1" name="Google Shape;561;p75"/>
          <p:cNvSpPr txBox="1"/>
          <p:nvPr>
            <p:ph idx="5"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2" name="Google Shape;562;p75"/>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5"/>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5"/>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66" name="Google Shape;566;p75"/>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67" name="Google Shape;567;p75"/>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5"/>
          <p:cNvSpPr txBox="1"/>
          <p:nvPr>
            <p:ph idx="8"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9" name="Google Shape;569;p75"/>
          <p:cNvSpPr txBox="1"/>
          <p:nvPr>
            <p:ph idx="9"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0" name="Google Shape;570;p75"/>
          <p:cNvSpPr txBox="1"/>
          <p:nvPr>
            <p:ph idx="13"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71" name="Google Shape;571;p75"/>
          <p:cNvSpPr txBox="1"/>
          <p:nvPr>
            <p:ph idx="14"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2" name="Google Shape;572;p75"/>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 with Single Image or GIF - pg#">
  <p:cSld name="SECTION_HEADER_1_1_2_1_2_1_1_2_1">
    <p:bg>
      <p:bgPr>
        <a:solidFill>
          <a:srgbClr val="FFFFFF"/>
        </a:solidFill>
      </p:bgPr>
    </p:bg>
    <p:spTree>
      <p:nvGrpSpPr>
        <p:cNvPr id="573" name="Shape 573"/>
        <p:cNvGrpSpPr/>
        <p:nvPr/>
      </p:nvGrpSpPr>
      <p:grpSpPr>
        <a:xfrm>
          <a:off x="0" y="0"/>
          <a:ext cx="0" cy="0"/>
          <a:chOff x="0" y="0"/>
          <a:chExt cx="0" cy="0"/>
        </a:xfrm>
      </p:grpSpPr>
      <p:sp>
        <p:nvSpPr>
          <p:cNvPr id="574" name="Google Shape;574;p76"/>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75" name="Google Shape;575;p76"/>
          <p:cNvSpPr txBox="1"/>
          <p:nvPr>
            <p:ph type="title"/>
          </p:nvPr>
        </p:nvSpPr>
        <p:spPr>
          <a:xfrm>
            <a:off x="1088136"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6" name="Google Shape;576;p76"/>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78" name="Google Shape;578;p76"/>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79" name="Google Shape;579;p76"/>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Review with Image or GIF - pg#">
  <p:cSld name="SECTION_HEADER_1_1_2_1_2_1_1_2_1_1_1">
    <p:bg>
      <p:bgPr>
        <a:solidFill>
          <a:srgbClr val="FFFFFF"/>
        </a:solidFill>
      </p:bgPr>
    </p:bg>
    <p:spTree>
      <p:nvGrpSpPr>
        <p:cNvPr id="580" name="Shape 580"/>
        <p:cNvGrpSpPr/>
        <p:nvPr/>
      </p:nvGrpSpPr>
      <p:grpSpPr>
        <a:xfrm>
          <a:off x="0" y="0"/>
          <a:ext cx="0" cy="0"/>
          <a:chOff x="0" y="0"/>
          <a:chExt cx="0" cy="0"/>
        </a:xfrm>
      </p:grpSpPr>
      <p:sp>
        <p:nvSpPr>
          <p:cNvPr id="581" name="Google Shape;581;p77"/>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82" name="Google Shape;582;p77"/>
          <p:cNvSpPr txBox="1"/>
          <p:nvPr>
            <p:ph type="title"/>
          </p:nvPr>
        </p:nvSpPr>
        <p:spPr>
          <a:xfrm>
            <a:off x="594347"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83" name="Google Shape;583;p77"/>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85" name="Google Shape;585;p77"/>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86" name="Google Shape;586;p77"/>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with Numbering - pg#">
  <p:cSld name="SECTION_HEADER_1_1_2_1_2_1_1_1_3">
    <p:bg>
      <p:bgPr>
        <a:solidFill>
          <a:srgbClr val="FFFFFF"/>
        </a:solidFill>
      </p:bgPr>
    </p:bg>
    <p:spTree>
      <p:nvGrpSpPr>
        <p:cNvPr id="587" name="Shape 587"/>
        <p:cNvGrpSpPr/>
        <p:nvPr/>
      </p:nvGrpSpPr>
      <p:grpSpPr>
        <a:xfrm>
          <a:off x="0" y="0"/>
          <a:ext cx="0" cy="0"/>
          <a:chOff x="0" y="0"/>
          <a:chExt cx="0" cy="0"/>
        </a:xfrm>
      </p:grpSpPr>
      <p:sp>
        <p:nvSpPr>
          <p:cNvPr id="588" name="Google Shape;588;p78"/>
          <p:cNvSpPr txBox="1"/>
          <p:nvPr>
            <p:ph idx="1"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89" name="Google Shape;589;p78"/>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0" name="Google Shape;590;p7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1" name="Google Shape;591;p78"/>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2" name="Google Shape;592;p78"/>
          <p:cNvSpPr txBox="1"/>
          <p:nvPr>
            <p:ph idx="4"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593" name="Google Shape;593;p78"/>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 pg#">
  <p:cSld name="SECTION_HEADER_1_1_2_1_2_1_1_1_3_1">
    <p:bg>
      <p:bgPr>
        <a:solidFill>
          <a:srgbClr val="FFFFFF"/>
        </a:solidFill>
      </p:bgPr>
    </p:bg>
    <p:spTree>
      <p:nvGrpSpPr>
        <p:cNvPr id="594" name="Shape 594"/>
        <p:cNvGrpSpPr/>
        <p:nvPr/>
      </p:nvGrpSpPr>
      <p:grpSpPr>
        <a:xfrm>
          <a:off x="0" y="0"/>
          <a:ext cx="0" cy="0"/>
          <a:chOff x="0" y="0"/>
          <a:chExt cx="0" cy="0"/>
        </a:xfrm>
      </p:grpSpPr>
      <p:sp>
        <p:nvSpPr>
          <p:cNvPr id="595" name="Google Shape;595;p79"/>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96" name="Google Shape;596;p79"/>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7" name="Google Shape;597;p7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8" name="Google Shape;598;p79"/>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9" name="Google Shape;599;p79"/>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with Numbering - pg#">
  <p:cSld name="SECTION_HEADER_1_1_2_1_2_1_1_1_3_1_1">
    <p:bg>
      <p:bgPr>
        <a:solidFill>
          <a:srgbClr val="FFFFFF"/>
        </a:solidFill>
      </p:bgPr>
    </p:bg>
    <p:spTree>
      <p:nvGrpSpPr>
        <p:cNvPr id="600" name="Shape 600"/>
        <p:cNvGrpSpPr/>
        <p:nvPr/>
      </p:nvGrpSpPr>
      <p:grpSpPr>
        <a:xfrm>
          <a:off x="0" y="0"/>
          <a:ext cx="0" cy="0"/>
          <a:chOff x="0" y="0"/>
          <a:chExt cx="0" cy="0"/>
        </a:xfrm>
      </p:grpSpPr>
      <p:sp>
        <p:nvSpPr>
          <p:cNvPr id="601" name="Google Shape;601;p80"/>
          <p:cNvSpPr txBox="1"/>
          <p:nvPr>
            <p:ph idx="1"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602" name="Google Shape;602;p80"/>
          <p:cNvSpPr txBox="1"/>
          <p:nvPr>
            <p:ph idx="2"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3" name="Google Shape;603;p80"/>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04" name="Google Shape;604;p80"/>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05" name="Google Shape;605;p80"/>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06" name="Google Shape;606;p80"/>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 pg#">
  <p:cSld name="SECTION_HEADER_1_1_2_1_2_1_1_1_3_1_1_1">
    <p:bg>
      <p:bgPr>
        <a:solidFill>
          <a:srgbClr val="FFFFFF"/>
        </a:solidFill>
      </p:bgPr>
    </p:bg>
    <p:spTree>
      <p:nvGrpSpPr>
        <p:cNvPr id="607" name="Shape 607"/>
        <p:cNvGrpSpPr/>
        <p:nvPr/>
      </p:nvGrpSpPr>
      <p:grpSpPr>
        <a:xfrm>
          <a:off x="0" y="0"/>
          <a:ext cx="0" cy="0"/>
          <a:chOff x="0" y="0"/>
          <a:chExt cx="0" cy="0"/>
        </a:xfrm>
      </p:grpSpPr>
      <p:sp>
        <p:nvSpPr>
          <p:cNvPr id="608" name="Google Shape;608;p81"/>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9" name="Google Shape;609;p81"/>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10" name="Google Shape;610;p8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11" name="Google Shape;611;p81"/>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12" name="Google Shape;612;p81"/>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p:cSld name="SECTION_HEADER_1_1_2_1_2_1_1_1_2">
    <p:bg>
      <p:bgPr>
        <a:solidFill>
          <a:srgbClr val="D9D9D9"/>
        </a:solidFill>
      </p:bgPr>
    </p:bg>
    <p:spTree>
      <p:nvGrpSpPr>
        <p:cNvPr id="613" name="Shape 613"/>
        <p:cNvGrpSpPr/>
        <p:nvPr/>
      </p:nvGrpSpPr>
      <p:grpSpPr>
        <a:xfrm>
          <a:off x="0" y="0"/>
          <a:ext cx="0" cy="0"/>
          <a:chOff x="0" y="0"/>
          <a:chExt cx="0" cy="0"/>
        </a:xfrm>
      </p:grpSpPr>
      <p:sp>
        <p:nvSpPr>
          <p:cNvPr id="614" name="Google Shape;614;p82"/>
          <p:cNvSpPr txBox="1"/>
          <p:nvPr>
            <p:ph idx="1" type="body"/>
          </p:nvPr>
        </p:nvSpPr>
        <p:spPr>
          <a:xfrm>
            <a:off x="804672" y="1481328"/>
            <a:ext cx="7333500" cy="2944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15" name="Google Shape;615;p82"/>
          <p:cNvSpPr txBox="1"/>
          <p:nvPr>
            <p:ph type="title"/>
          </p:nvPr>
        </p:nvSpPr>
        <p:spPr>
          <a:xfrm>
            <a:off x="808850" y="822960"/>
            <a:ext cx="7503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616" name="Shape 616"/>
        <p:cNvGrpSpPr/>
        <p:nvPr/>
      </p:nvGrpSpPr>
      <p:grpSpPr>
        <a:xfrm>
          <a:off x="0" y="0"/>
          <a:ext cx="0" cy="0"/>
          <a:chOff x="0" y="0"/>
          <a:chExt cx="0" cy="0"/>
        </a:xfrm>
      </p:grpSpPr>
      <p:sp>
        <p:nvSpPr>
          <p:cNvPr id="617" name="Google Shape;617;p83"/>
          <p:cNvSpPr txBox="1"/>
          <p:nvPr/>
        </p:nvSpPr>
        <p:spPr>
          <a:xfrm>
            <a:off x="804672" y="2133000"/>
            <a:ext cx="5677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333FBF"/>
                </a:solidFill>
                <a:latin typeface="Roboto Medium"/>
                <a:ea typeface="Roboto Medium"/>
                <a:cs typeface="Roboto Medium"/>
                <a:sym typeface="Roboto Medium"/>
              </a:rPr>
              <a:t>End of Lesson</a:t>
            </a:r>
            <a:r>
              <a:rPr lang="en" sz="4800">
                <a:solidFill>
                  <a:srgbClr val="333FBF"/>
                </a:solidFill>
              </a:rPr>
              <a:t> </a:t>
            </a:r>
            <a:endParaRPr sz="4800">
              <a:solidFill>
                <a:srgbClr val="333FBF"/>
              </a:solidFill>
            </a:endParaRPr>
          </a:p>
        </p:txBody>
      </p:sp>
      <p:pic>
        <p:nvPicPr>
          <p:cNvPr id="618" name="Google Shape;618;p83"/>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619" name="Google Shape;619;p83"/>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0" name="Google Shape;620;p83"/>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621" name="Google Shape;621;p83"/>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622" name="Google Shape;622;p83"/>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p:cSld name="SECTION_HEADER_1_1_1">
    <p:bg>
      <p:bgPr>
        <a:solidFill>
          <a:srgbClr val="000000"/>
        </a:solidFill>
      </p:bgPr>
    </p:bg>
    <p:spTree>
      <p:nvGrpSpPr>
        <p:cNvPr id="623" name="Shape 623"/>
        <p:cNvGrpSpPr/>
        <p:nvPr/>
      </p:nvGrpSpPr>
      <p:grpSpPr>
        <a:xfrm>
          <a:off x="0" y="0"/>
          <a:ext cx="0" cy="0"/>
          <a:chOff x="0" y="0"/>
          <a:chExt cx="0" cy="0"/>
        </a:xfrm>
      </p:grpSpPr>
      <p:sp>
        <p:nvSpPr>
          <p:cNvPr id="624" name="Google Shape;624;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4"/>
          <p:cNvSpPr txBox="1"/>
          <p:nvPr>
            <p:ph type="title"/>
          </p:nvPr>
        </p:nvSpPr>
        <p:spPr>
          <a:xfrm>
            <a:off x="808850" y="3170750"/>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26" name="Google Shape;626;p84"/>
          <p:cNvSpPr txBox="1"/>
          <p:nvPr>
            <p:ph idx="2" type="title"/>
          </p:nvPr>
        </p:nvSpPr>
        <p:spPr>
          <a:xfrm>
            <a:off x="808850" y="3683675"/>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guide id="2" orient="horz" pos="2683">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0" name="Google Shape;630;p8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hree lines) ">
  <p:cSld name="SECTION_HEADER_1_1_1_1_1">
    <p:bg>
      <p:bgPr>
        <a:solidFill>
          <a:srgbClr val="000000"/>
        </a:solidFill>
      </p:bgPr>
    </p:bg>
    <p:spTree>
      <p:nvGrpSpPr>
        <p:cNvPr id="631" name="Shape 631"/>
        <p:cNvGrpSpPr/>
        <p:nvPr/>
      </p:nvGrpSpPr>
      <p:grpSpPr>
        <a:xfrm>
          <a:off x="0" y="0"/>
          <a:ext cx="0" cy="0"/>
          <a:chOff x="0" y="0"/>
          <a:chExt cx="0" cy="0"/>
        </a:xfrm>
      </p:grpSpPr>
      <p:sp>
        <p:nvSpPr>
          <p:cNvPr id="632" name="Google Shape;63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808850" y="2020824"/>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4" name="Google Shape;634;p86"/>
          <p:cNvSpPr txBox="1"/>
          <p:nvPr>
            <p:ph idx="2" type="title"/>
          </p:nvPr>
        </p:nvSpPr>
        <p:spPr>
          <a:xfrm>
            <a:off x="808850" y="2533749"/>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Text - pg#">
  <p:cSld name="SECTION_HEADER_1_1_2_1_2_2_1">
    <p:bg>
      <p:bgPr>
        <a:solidFill>
          <a:srgbClr val="FFFFFF"/>
        </a:solidFill>
      </p:bgPr>
    </p:bg>
    <p:spTree>
      <p:nvGrpSpPr>
        <p:cNvPr id="635" name="Shape 635"/>
        <p:cNvGrpSpPr/>
        <p:nvPr/>
      </p:nvGrpSpPr>
      <p:grpSpPr>
        <a:xfrm>
          <a:off x="0" y="0"/>
          <a:ext cx="0" cy="0"/>
          <a:chOff x="0" y="0"/>
          <a:chExt cx="0" cy="0"/>
        </a:xfrm>
      </p:grpSpPr>
      <p:sp>
        <p:nvSpPr>
          <p:cNvPr id="636" name="Google Shape;636;p8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37" name="Google Shape;637;p8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7"/>
          <p:cNvSpPr txBox="1"/>
          <p:nvPr>
            <p:ph idx="2"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39" name="Google Shape;639;p87"/>
          <p:cNvSpPr txBox="1"/>
          <p:nvPr>
            <p:ph idx="3"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40" name="Google Shape;640;p87"/>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641" name="Google Shape;641;p87"/>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2" name="Google Shape;642;p87"/>
          <p:cNvSpPr txBox="1"/>
          <p:nvPr>
            <p:ph idx="6"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CCC - numbered">
  <p:cSld name="SECTION_HEADER_1_1_2_3_1_4">
    <p:bg>
      <p:bgPr>
        <a:solidFill>
          <a:srgbClr val="FFFFFF"/>
        </a:solidFill>
      </p:bgPr>
    </p:bg>
    <p:spTree>
      <p:nvGrpSpPr>
        <p:cNvPr id="643" name="Shape 643"/>
        <p:cNvGrpSpPr/>
        <p:nvPr/>
      </p:nvGrpSpPr>
      <p:grpSpPr>
        <a:xfrm>
          <a:off x="0" y="0"/>
          <a:ext cx="0" cy="0"/>
          <a:chOff x="0" y="0"/>
          <a:chExt cx="0" cy="0"/>
        </a:xfrm>
      </p:grpSpPr>
      <p:pic>
        <p:nvPicPr>
          <p:cNvPr id="644" name="Google Shape;644;p8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645" name="Google Shape;645;p88"/>
          <p:cNvSpPr txBox="1"/>
          <p:nvPr>
            <p:ph type="title"/>
          </p:nvPr>
        </p:nvSpPr>
        <p:spPr>
          <a:xfrm>
            <a:off x="822960" y="1179576"/>
            <a:ext cx="75072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7B9E3F"/>
              </a:buClr>
              <a:buSzPts val="2800"/>
              <a:buNone/>
              <a:defRPr sz="2800">
                <a:solidFill>
                  <a:srgbClr val="7B9E3F"/>
                </a:solidFill>
              </a:defRPr>
            </a:lvl1pPr>
            <a:lvl2pPr lvl="1">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2pPr>
            <a:lvl3pPr lvl="2">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3pPr>
            <a:lvl4pPr lvl="3">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4pPr>
            <a:lvl5pPr lvl="4">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5pPr>
            <a:lvl6pPr lvl="5">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6pPr>
            <a:lvl7pPr lvl="6">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7pPr>
            <a:lvl8pPr lvl="7">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8pPr>
            <a:lvl9pPr lvl="8">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9pPr>
          </a:lstStyle>
          <a:p/>
        </p:txBody>
      </p:sp>
      <p:sp>
        <p:nvSpPr>
          <p:cNvPr id="646" name="Google Shape;646;p8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7" name="Google Shape;647;p8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48" name="Google Shape;648;p88"/>
          <p:cNvSpPr txBox="1"/>
          <p:nvPr>
            <p:ph idx="3" type="title"/>
          </p:nvPr>
        </p:nvSpPr>
        <p:spPr>
          <a:xfrm>
            <a:off x="822960" y="694944"/>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2pPr>
            <a:lvl3pPr lvl="2"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3pPr>
            <a:lvl4pPr lvl="3"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4pPr>
            <a:lvl5pPr lvl="4"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5pPr>
            <a:lvl6pPr lvl="5"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6pPr>
            <a:lvl7pPr lvl="6"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7pPr>
            <a:lvl8pPr lvl="7"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8pPr>
            <a:lvl9pPr lvl="8"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9pPr>
          </a:lstStyle>
          <a:p/>
        </p:txBody>
      </p:sp>
      <p:sp>
        <p:nvSpPr>
          <p:cNvPr id="649" name="Google Shape;649;p88"/>
          <p:cNvSpPr txBox="1"/>
          <p:nvPr>
            <p:ph idx="4" type="body"/>
          </p:nvPr>
        </p:nvSpPr>
        <p:spPr>
          <a:xfrm>
            <a:off x="8808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0" name="Google Shape;650;p88"/>
          <p:cNvSpPr txBox="1"/>
          <p:nvPr>
            <p:ph idx="5" type="body"/>
          </p:nvPr>
        </p:nvSpPr>
        <p:spPr>
          <a:xfrm>
            <a:off x="1511800" y="2109225"/>
            <a:ext cx="66660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image - numbered">
  <p:cSld name="SECTION_HEADER_1_1_2_3_1_3_1">
    <p:bg>
      <p:bgPr>
        <a:solidFill>
          <a:srgbClr val="FFFFFF"/>
        </a:solidFill>
      </p:bgPr>
    </p:bg>
    <p:spTree>
      <p:nvGrpSpPr>
        <p:cNvPr id="651" name="Shape 651"/>
        <p:cNvGrpSpPr/>
        <p:nvPr/>
      </p:nvGrpSpPr>
      <p:grpSpPr>
        <a:xfrm>
          <a:off x="0" y="0"/>
          <a:ext cx="0" cy="0"/>
          <a:chOff x="0" y="0"/>
          <a:chExt cx="0" cy="0"/>
        </a:xfrm>
      </p:grpSpPr>
      <p:pic>
        <p:nvPicPr>
          <p:cNvPr id="652" name="Google Shape;652;p89"/>
          <p:cNvPicPr preferRelativeResize="0"/>
          <p:nvPr/>
        </p:nvPicPr>
        <p:blipFill rotWithShape="1">
          <a:blip r:embed="rId2">
            <a:alphaModFix/>
          </a:blip>
          <a:srcRect b="-8684" l="0" r="0" t="0"/>
          <a:stretch/>
        </p:blipFill>
        <p:spPr>
          <a:xfrm>
            <a:off x="549100" y="1104729"/>
            <a:ext cx="8210620" cy="3998652"/>
          </a:xfrm>
          <a:prstGeom prst="rect">
            <a:avLst/>
          </a:prstGeom>
          <a:noFill/>
          <a:ln>
            <a:noFill/>
          </a:ln>
        </p:spPr>
      </p:pic>
      <p:sp>
        <p:nvSpPr>
          <p:cNvPr id="653" name="Google Shape;653;p8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54" name="Google Shape;654;p8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55" name="Google Shape;655;p89"/>
          <p:cNvSpPr txBox="1"/>
          <p:nvPr>
            <p:ph type="title"/>
          </p:nvPr>
        </p:nvSpPr>
        <p:spPr>
          <a:xfrm>
            <a:off x="818410" y="548640"/>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None/>
              <a:defRPr>
                <a:solidFill>
                  <a:srgbClr val="2F2F2F"/>
                </a:solidFill>
              </a:defRPr>
            </a:lvl2pPr>
            <a:lvl3pPr lvl="2" algn="ctr">
              <a:spcBef>
                <a:spcPts val="0"/>
              </a:spcBef>
              <a:spcAft>
                <a:spcPts val="0"/>
              </a:spcAft>
              <a:buClr>
                <a:srgbClr val="2F2F2F"/>
              </a:buClr>
              <a:buSzPts val="2800"/>
              <a:buNone/>
              <a:defRPr>
                <a:solidFill>
                  <a:srgbClr val="2F2F2F"/>
                </a:solidFill>
              </a:defRPr>
            </a:lvl3pPr>
            <a:lvl4pPr lvl="3" algn="ctr">
              <a:spcBef>
                <a:spcPts val="0"/>
              </a:spcBef>
              <a:spcAft>
                <a:spcPts val="0"/>
              </a:spcAft>
              <a:buClr>
                <a:srgbClr val="2F2F2F"/>
              </a:buClr>
              <a:buSzPts val="2800"/>
              <a:buNone/>
              <a:defRPr>
                <a:solidFill>
                  <a:srgbClr val="2F2F2F"/>
                </a:solidFill>
              </a:defRPr>
            </a:lvl4pPr>
            <a:lvl5pPr lvl="4" algn="ctr">
              <a:spcBef>
                <a:spcPts val="0"/>
              </a:spcBef>
              <a:spcAft>
                <a:spcPts val="0"/>
              </a:spcAft>
              <a:buClr>
                <a:srgbClr val="2F2F2F"/>
              </a:buClr>
              <a:buSzPts val="2800"/>
              <a:buNone/>
              <a:defRPr>
                <a:solidFill>
                  <a:srgbClr val="2F2F2F"/>
                </a:solidFill>
              </a:defRPr>
            </a:lvl5pPr>
            <a:lvl6pPr lvl="5" algn="ctr">
              <a:spcBef>
                <a:spcPts val="0"/>
              </a:spcBef>
              <a:spcAft>
                <a:spcPts val="0"/>
              </a:spcAft>
              <a:buClr>
                <a:srgbClr val="2F2F2F"/>
              </a:buClr>
              <a:buSzPts val="2800"/>
              <a:buNone/>
              <a:defRPr>
                <a:solidFill>
                  <a:srgbClr val="2F2F2F"/>
                </a:solidFill>
              </a:defRPr>
            </a:lvl6pPr>
            <a:lvl7pPr lvl="6" algn="ctr">
              <a:spcBef>
                <a:spcPts val="0"/>
              </a:spcBef>
              <a:spcAft>
                <a:spcPts val="0"/>
              </a:spcAft>
              <a:buClr>
                <a:srgbClr val="2F2F2F"/>
              </a:buClr>
              <a:buSzPts val="2800"/>
              <a:buNone/>
              <a:defRPr>
                <a:solidFill>
                  <a:srgbClr val="2F2F2F"/>
                </a:solidFill>
              </a:defRPr>
            </a:lvl7pPr>
            <a:lvl8pPr lvl="7" algn="ctr">
              <a:spcBef>
                <a:spcPts val="0"/>
              </a:spcBef>
              <a:spcAft>
                <a:spcPts val="0"/>
              </a:spcAft>
              <a:buClr>
                <a:srgbClr val="2F2F2F"/>
              </a:buClr>
              <a:buSzPts val="2800"/>
              <a:buNone/>
              <a:defRPr>
                <a:solidFill>
                  <a:srgbClr val="2F2F2F"/>
                </a:solidFill>
              </a:defRPr>
            </a:lvl8pPr>
            <a:lvl9pPr lvl="8" algn="ctr">
              <a:spcBef>
                <a:spcPts val="0"/>
              </a:spcBef>
              <a:spcAft>
                <a:spcPts val="0"/>
              </a:spcAft>
              <a:buClr>
                <a:srgbClr val="2F2F2F"/>
              </a:buClr>
              <a:buSzPts val="2800"/>
              <a:buNone/>
              <a:defRPr>
                <a:solidFill>
                  <a:srgbClr val="2F2F2F"/>
                </a:solidFill>
              </a:defRPr>
            </a:lvl9pPr>
          </a:lstStyle>
          <a:p/>
        </p:txBody>
      </p:sp>
      <p:sp>
        <p:nvSpPr>
          <p:cNvPr id="656" name="Google Shape;656;p89"/>
          <p:cNvSpPr txBox="1"/>
          <p:nvPr>
            <p:ph idx="3" type="body"/>
          </p:nvPr>
        </p:nvSpPr>
        <p:spPr>
          <a:xfrm>
            <a:off x="813816" y="1389888"/>
            <a:ext cx="704700" cy="28620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7" name="Google Shape;657;p89"/>
          <p:cNvSpPr txBox="1"/>
          <p:nvPr>
            <p:ph idx="4" type="body"/>
          </p:nvPr>
        </p:nvSpPr>
        <p:spPr>
          <a:xfrm>
            <a:off x="1444758" y="1389899"/>
            <a:ext cx="6664800" cy="28620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p:cSld name="CUSTOM_2">
    <p:spTree>
      <p:nvGrpSpPr>
        <p:cNvPr id="658" name="Shape 658"/>
        <p:cNvGrpSpPr/>
        <p:nvPr/>
      </p:nvGrpSpPr>
      <p:grpSpPr>
        <a:xfrm>
          <a:off x="0" y="0"/>
          <a:ext cx="0" cy="0"/>
          <a:chOff x="0" y="0"/>
          <a:chExt cx="0" cy="0"/>
        </a:xfrm>
      </p:grpSpPr>
      <p:sp>
        <p:nvSpPr>
          <p:cNvPr id="659" name="Google Shape;659;p90"/>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90"/>
          <p:cNvPicPr preferRelativeResize="0"/>
          <p:nvPr/>
        </p:nvPicPr>
        <p:blipFill rotWithShape="1">
          <a:blip r:embed="rId2">
            <a:alphaModFix/>
          </a:blip>
          <a:srcRect b="1888" l="397" r="407" t="17421"/>
          <a:stretch/>
        </p:blipFill>
        <p:spPr>
          <a:xfrm>
            <a:off x="0" y="962950"/>
            <a:ext cx="9144003" cy="4180550"/>
          </a:xfrm>
          <a:prstGeom prst="rect">
            <a:avLst/>
          </a:prstGeom>
          <a:noFill/>
          <a:ln>
            <a:noFill/>
          </a:ln>
        </p:spPr>
      </p:pic>
      <p:sp>
        <p:nvSpPr>
          <p:cNvPr id="661" name="Google Shape;661;p90"/>
          <p:cNvSpPr txBox="1"/>
          <p:nvPr/>
        </p:nvSpPr>
        <p:spPr>
          <a:xfrm>
            <a:off x="786104" y="365750"/>
            <a:ext cx="75621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F2F2F"/>
                </a:solidFill>
                <a:latin typeface="Roboto"/>
                <a:ea typeface="Roboto"/>
                <a:cs typeface="Roboto"/>
                <a:sym typeface="Roboto"/>
              </a:rPr>
              <a:t>Scientific Argumentation</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w/ text">
  <p:cSld name="CUSTOM_2_1">
    <p:spTree>
      <p:nvGrpSpPr>
        <p:cNvPr id="662" name="Shape 662"/>
        <p:cNvGrpSpPr/>
        <p:nvPr/>
      </p:nvGrpSpPr>
      <p:grpSpPr>
        <a:xfrm>
          <a:off x="0" y="0"/>
          <a:ext cx="0" cy="0"/>
          <a:chOff x="0" y="0"/>
          <a:chExt cx="0" cy="0"/>
        </a:xfrm>
      </p:grpSpPr>
      <p:sp>
        <p:nvSpPr>
          <p:cNvPr id="663" name="Google Shape;663;p91"/>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 name="Google Shape;664;p91"/>
          <p:cNvPicPr preferRelativeResize="0"/>
          <p:nvPr/>
        </p:nvPicPr>
        <p:blipFill rotWithShape="1">
          <a:blip r:embed="rId2">
            <a:alphaModFix/>
          </a:blip>
          <a:srcRect b="1153" l="0" r="0" t="2795"/>
          <a:stretch/>
        </p:blipFill>
        <p:spPr>
          <a:xfrm>
            <a:off x="1458213" y="97014"/>
            <a:ext cx="6227575" cy="4971400"/>
          </a:xfrm>
          <a:prstGeom prst="rect">
            <a:avLst/>
          </a:prstGeom>
          <a:noFill/>
          <a:ln>
            <a:noFill/>
          </a:ln>
        </p:spPr>
      </p:pic>
      <p:sp>
        <p:nvSpPr>
          <p:cNvPr id="665" name="Google Shape;665;p91"/>
          <p:cNvSpPr txBox="1"/>
          <p:nvPr>
            <p:ph idx="1" type="body"/>
          </p:nvPr>
        </p:nvSpPr>
        <p:spPr>
          <a:xfrm>
            <a:off x="2073824" y="1328925"/>
            <a:ext cx="5131500" cy="2944500"/>
          </a:xfrm>
          <a:prstGeom prst="rect">
            <a:avLst/>
          </a:prstGeom>
        </p:spPr>
        <p:txBody>
          <a:bodyPr anchorCtr="0" anchor="t" bIns="91425" lIns="91425" spcFirstLastPara="1" rIns="91425" wrap="square" tIns="91425">
            <a:noAutofit/>
          </a:bodyPr>
          <a:lstStyle>
            <a:lvl1pPr indent="-355600" lvl="0" marL="457200">
              <a:lnSpc>
                <a:spcPct val="100000"/>
              </a:lnSpc>
              <a:spcBef>
                <a:spcPts val="0"/>
              </a:spcBef>
              <a:spcAft>
                <a:spcPts val="0"/>
              </a:spcAft>
              <a:buSzPts val="2000"/>
              <a:buFont typeface="Roboto"/>
              <a:buChar char="●"/>
              <a:defRPr sz="2000">
                <a:latin typeface="Roboto"/>
                <a:ea typeface="Roboto"/>
                <a:cs typeface="Roboto"/>
                <a:sym typeface="Roboto"/>
              </a:defRPr>
            </a:lvl1pPr>
            <a:lvl2pPr indent="-355600" lvl="1" marL="914400">
              <a:lnSpc>
                <a:spcPct val="100000"/>
              </a:lnSpc>
              <a:spcBef>
                <a:spcPts val="1500"/>
              </a:spcBef>
              <a:spcAft>
                <a:spcPts val="0"/>
              </a:spcAft>
              <a:buSzPts val="2000"/>
              <a:buChar char="○"/>
              <a:defRPr sz="2000"/>
            </a:lvl2pPr>
            <a:lvl3pPr indent="-355600" lvl="2" marL="1371600">
              <a:lnSpc>
                <a:spcPct val="100000"/>
              </a:lnSpc>
              <a:spcBef>
                <a:spcPts val="1500"/>
              </a:spcBef>
              <a:spcAft>
                <a:spcPts val="0"/>
              </a:spcAft>
              <a:buSzPts val="2000"/>
              <a:buChar char="■"/>
              <a:defRPr sz="2000"/>
            </a:lvl3pPr>
            <a:lvl4pPr indent="-355600" lvl="3" marL="1828800">
              <a:lnSpc>
                <a:spcPct val="100000"/>
              </a:lnSpc>
              <a:spcBef>
                <a:spcPts val="1500"/>
              </a:spcBef>
              <a:spcAft>
                <a:spcPts val="0"/>
              </a:spcAft>
              <a:buSzPts val="2000"/>
              <a:buChar char="●"/>
              <a:defRPr sz="2000"/>
            </a:lvl4pPr>
            <a:lvl5pPr indent="-355600" lvl="4" marL="2286000">
              <a:lnSpc>
                <a:spcPct val="100000"/>
              </a:lnSpc>
              <a:spcBef>
                <a:spcPts val="1500"/>
              </a:spcBef>
              <a:spcAft>
                <a:spcPts val="0"/>
              </a:spcAft>
              <a:buSzPts val="2000"/>
              <a:buChar char="○"/>
              <a:defRPr sz="2000"/>
            </a:lvl5pPr>
            <a:lvl6pPr indent="-355600" lvl="5" marL="2743200">
              <a:lnSpc>
                <a:spcPct val="100000"/>
              </a:lnSpc>
              <a:spcBef>
                <a:spcPts val="1500"/>
              </a:spcBef>
              <a:spcAft>
                <a:spcPts val="0"/>
              </a:spcAft>
              <a:buSzPts val="2000"/>
              <a:buChar char="■"/>
              <a:defRPr sz="2000"/>
            </a:lvl6pPr>
            <a:lvl7pPr indent="-355600" lvl="6" marL="3200400">
              <a:lnSpc>
                <a:spcPct val="100000"/>
              </a:lnSpc>
              <a:spcBef>
                <a:spcPts val="1500"/>
              </a:spcBef>
              <a:spcAft>
                <a:spcPts val="0"/>
              </a:spcAft>
              <a:buSzPts val="2000"/>
              <a:buChar char="●"/>
              <a:defRPr sz="2000"/>
            </a:lvl7pPr>
            <a:lvl8pPr indent="-355600" lvl="7" marL="3657600">
              <a:lnSpc>
                <a:spcPct val="100000"/>
              </a:lnSpc>
              <a:spcBef>
                <a:spcPts val="1500"/>
              </a:spcBef>
              <a:spcAft>
                <a:spcPts val="0"/>
              </a:spcAft>
              <a:buSzPts val="2000"/>
              <a:buChar char="○"/>
              <a:defRPr sz="2000"/>
            </a:lvl8pPr>
            <a:lvl9pPr indent="-355600" lvl="8" marL="4114800">
              <a:lnSpc>
                <a:spcPct val="100000"/>
              </a:lnSpc>
              <a:spcBef>
                <a:spcPts val="1500"/>
              </a:spcBef>
              <a:spcAft>
                <a:spcPts val="1500"/>
              </a:spcAft>
              <a:buSzPts val="2000"/>
              <a:buChar char="■"/>
              <a:defRPr sz="2000"/>
            </a:lvl9pPr>
          </a:lstStyle>
          <a:p/>
        </p:txBody>
      </p:sp>
      <p:sp>
        <p:nvSpPr>
          <p:cNvPr id="666" name="Google Shape;666;p91"/>
          <p:cNvSpPr txBox="1"/>
          <p:nvPr>
            <p:ph type="title"/>
          </p:nvPr>
        </p:nvSpPr>
        <p:spPr>
          <a:xfrm>
            <a:off x="2002536" y="649224"/>
            <a:ext cx="5202900" cy="493800"/>
          </a:xfrm>
          <a:prstGeom prst="rect">
            <a:avLst/>
          </a:prstGeom>
        </p:spPr>
        <p:txBody>
          <a:bodyPr anchorCtr="0" anchor="t" bIns="91425" lIns="91425" spcFirstLastPara="1" rIns="91425" wrap="square" tIns="91425">
            <a:noAutofit/>
          </a:bodyPr>
          <a:lstStyle>
            <a:lvl1pPr lvl="0">
              <a:spcBef>
                <a:spcPts val="0"/>
              </a:spcBef>
              <a:spcAft>
                <a:spcPts val="0"/>
              </a:spcAft>
              <a:buNone/>
              <a:defRPr sz="2600">
                <a:solidFill>
                  <a:srgbClr val="000000"/>
                </a:solidFill>
              </a:defRPr>
            </a:lvl1pPr>
            <a:lvl2pPr lvl="1">
              <a:spcBef>
                <a:spcPts val="0"/>
              </a:spcBef>
              <a:spcAft>
                <a:spcPts val="0"/>
              </a:spcAft>
              <a:buNone/>
              <a:defRPr sz="2600">
                <a:solidFill>
                  <a:srgbClr val="000000"/>
                </a:solidFill>
              </a:defRPr>
            </a:lvl2pPr>
            <a:lvl3pPr lvl="2">
              <a:spcBef>
                <a:spcPts val="0"/>
              </a:spcBef>
              <a:spcAft>
                <a:spcPts val="0"/>
              </a:spcAft>
              <a:buNone/>
              <a:defRPr sz="2600">
                <a:solidFill>
                  <a:srgbClr val="000000"/>
                </a:solidFill>
              </a:defRPr>
            </a:lvl3pPr>
            <a:lvl4pPr lvl="3">
              <a:spcBef>
                <a:spcPts val="0"/>
              </a:spcBef>
              <a:spcAft>
                <a:spcPts val="0"/>
              </a:spcAft>
              <a:buNone/>
              <a:defRPr sz="2600">
                <a:solidFill>
                  <a:srgbClr val="000000"/>
                </a:solidFill>
              </a:defRPr>
            </a:lvl4pPr>
            <a:lvl5pPr lvl="4">
              <a:spcBef>
                <a:spcPts val="0"/>
              </a:spcBef>
              <a:spcAft>
                <a:spcPts val="0"/>
              </a:spcAft>
              <a:buNone/>
              <a:defRPr sz="2600">
                <a:solidFill>
                  <a:srgbClr val="000000"/>
                </a:solidFill>
              </a:defRPr>
            </a:lvl5pPr>
            <a:lvl6pPr lvl="5">
              <a:spcBef>
                <a:spcPts val="0"/>
              </a:spcBef>
              <a:spcAft>
                <a:spcPts val="0"/>
              </a:spcAft>
              <a:buNone/>
              <a:defRPr sz="2600">
                <a:solidFill>
                  <a:srgbClr val="000000"/>
                </a:solidFill>
              </a:defRPr>
            </a:lvl6pPr>
            <a:lvl7pPr lvl="6">
              <a:spcBef>
                <a:spcPts val="0"/>
              </a:spcBef>
              <a:spcAft>
                <a:spcPts val="0"/>
              </a:spcAft>
              <a:buNone/>
              <a:defRPr sz="2600">
                <a:solidFill>
                  <a:srgbClr val="000000"/>
                </a:solidFill>
              </a:defRPr>
            </a:lvl7pPr>
            <a:lvl8pPr lvl="7">
              <a:spcBef>
                <a:spcPts val="0"/>
              </a:spcBef>
              <a:spcAft>
                <a:spcPts val="0"/>
              </a:spcAft>
              <a:buNone/>
              <a:defRPr sz="2600">
                <a:solidFill>
                  <a:srgbClr val="000000"/>
                </a:solidFill>
              </a:defRPr>
            </a:lvl8pPr>
            <a:lvl9pPr lvl="8">
              <a:spcBef>
                <a:spcPts val="0"/>
              </a:spcBef>
              <a:spcAft>
                <a:spcPts val="0"/>
              </a:spcAft>
              <a:buNone/>
              <a:defRPr sz="2600">
                <a:solidFill>
                  <a:srgbClr val="000000"/>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TT">
  <p:cSld name="SECTION_HEADER_1_1_2_2_8">
    <p:bg>
      <p:bgPr>
        <a:solidFill>
          <a:srgbClr val="FFFFFF"/>
        </a:solidFill>
      </p:bgPr>
    </p:bg>
    <p:spTree>
      <p:nvGrpSpPr>
        <p:cNvPr id="667" name="Shape 667"/>
        <p:cNvGrpSpPr/>
        <p:nvPr/>
      </p:nvGrpSpPr>
      <p:grpSpPr>
        <a:xfrm>
          <a:off x="0" y="0"/>
          <a:ext cx="0" cy="0"/>
          <a:chOff x="0" y="0"/>
          <a:chExt cx="0" cy="0"/>
        </a:xfrm>
      </p:grpSpPr>
      <p:sp>
        <p:nvSpPr>
          <p:cNvPr id="668" name="Google Shape;668;p9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69" name="Google Shape;669;p9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0" name="Google Shape;670;p9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1" name="Google Shape;671;p9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pic>
        <p:nvPicPr>
          <p:cNvPr id="672" name="Google Shape;672;p92"/>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73" name="Google Shape;673;p92"/>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74" name="Google Shape;674;p92"/>
          <p:cNvSpPr txBox="1"/>
          <p:nvPr>
            <p:ph idx="6" type="body"/>
          </p:nvPr>
        </p:nvSpPr>
        <p:spPr>
          <a:xfrm>
            <a:off x="283464" y="1508760"/>
            <a:ext cx="3365100" cy="1134000"/>
          </a:xfrm>
          <a:prstGeom prst="rect">
            <a:avLst/>
          </a:prstGeom>
        </p:spPr>
        <p:txBody>
          <a:bodyPr anchorCtr="0" anchor="ctr" bIns="0" lIns="91425" spcFirstLastPara="1" rIns="91425" wrap="square" tIns="91425">
            <a:noAutofit/>
          </a:bodyPr>
          <a:lstStyle>
            <a:lvl1pPr indent="-330200" lvl="0" marL="457200">
              <a:spcBef>
                <a:spcPts val="0"/>
              </a:spcBef>
              <a:spcAft>
                <a:spcPts val="0"/>
              </a:spcAft>
              <a:buSzPts val="1600"/>
              <a:buFont typeface="Roboto"/>
              <a:buChar char="●"/>
              <a:defRPr sz="1600">
                <a:latin typeface="Roboto"/>
                <a:ea typeface="Roboto"/>
                <a:cs typeface="Roboto"/>
                <a:sym typeface="Roboto"/>
              </a:defRPr>
            </a:lvl1pPr>
            <a:lvl2pPr indent="-330200" lvl="1" marL="914400">
              <a:spcBef>
                <a:spcPts val="1600"/>
              </a:spcBef>
              <a:spcAft>
                <a:spcPts val="0"/>
              </a:spcAft>
              <a:buSzPts val="1600"/>
              <a:buChar char="○"/>
              <a:defRPr sz="1600"/>
            </a:lvl2pPr>
            <a:lvl3pPr indent="-330200" lvl="2" marL="1371600">
              <a:spcBef>
                <a:spcPts val="1600"/>
              </a:spcBef>
              <a:spcAft>
                <a:spcPts val="0"/>
              </a:spcAft>
              <a:buSzPts val="1600"/>
              <a:buChar char="■"/>
              <a:defRPr sz="1600"/>
            </a:lvl3pPr>
            <a:lvl4pPr indent="-330200" lvl="3" marL="1828800">
              <a:spcBef>
                <a:spcPts val="1600"/>
              </a:spcBef>
              <a:spcAft>
                <a:spcPts val="0"/>
              </a:spcAft>
              <a:buSzPts val="1600"/>
              <a:buChar char="●"/>
              <a:defRPr sz="1600"/>
            </a:lvl4pPr>
            <a:lvl5pPr indent="-330200" lvl="4" marL="2286000">
              <a:spcBef>
                <a:spcPts val="1600"/>
              </a:spcBef>
              <a:spcAft>
                <a:spcPts val="0"/>
              </a:spcAft>
              <a:buSzPts val="1600"/>
              <a:buChar char="○"/>
              <a:defRPr sz="1600"/>
            </a:lvl5pPr>
            <a:lvl6pPr indent="-330200" lvl="5" marL="2743200">
              <a:spcBef>
                <a:spcPts val="1600"/>
              </a:spcBef>
              <a:spcAft>
                <a:spcPts val="0"/>
              </a:spcAft>
              <a:buSzPts val="1600"/>
              <a:buChar char="■"/>
              <a:defRPr sz="1600"/>
            </a:lvl6pPr>
            <a:lvl7pPr indent="-330200" lvl="6" marL="3200400">
              <a:spcBef>
                <a:spcPts val="1600"/>
              </a:spcBef>
              <a:spcAft>
                <a:spcPts val="0"/>
              </a:spcAft>
              <a:buSzPts val="1600"/>
              <a:buChar char="●"/>
              <a:defRPr sz="1600"/>
            </a:lvl7pPr>
            <a:lvl8pPr indent="-330200" lvl="7" marL="3657600">
              <a:spcBef>
                <a:spcPts val="1600"/>
              </a:spcBef>
              <a:spcAft>
                <a:spcPts val="0"/>
              </a:spcAft>
              <a:buSzPts val="1600"/>
              <a:buChar char="○"/>
              <a:defRPr sz="1600"/>
            </a:lvl8pPr>
            <a:lvl9pPr indent="-330200" lvl="8" marL="4114800">
              <a:spcBef>
                <a:spcPts val="1600"/>
              </a:spcBef>
              <a:spcAft>
                <a:spcPts val="1600"/>
              </a:spcAft>
              <a:buSzPts val="1600"/>
              <a:buChar char="■"/>
              <a:defRPr sz="16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SA">
  <p:cSld name="SECTION_HEADER_1_1_2_1_2_6">
    <p:bg>
      <p:bgPr>
        <a:solidFill>
          <a:srgbClr val="FFFFFF"/>
        </a:solidFill>
      </p:bgPr>
    </p:bg>
    <p:spTree>
      <p:nvGrpSpPr>
        <p:cNvPr id="675" name="Shape 675"/>
        <p:cNvGrpSpPr/>
        <p:nvPr/>
      </p:nvGrpSpPr>
      <p:grpSpPr>
        <a:xfrm>
          <a:off x="0" y="0"/>
          <a:ext cx="0" cy="0"/>
          <a:chOff x="0" y="0"/>
          <a:chExt cx="0" cy="0"/>
        </a:xfrm>
      </p:grpSpPr>
      <p:sp>
        <p:nvSpPr>
          <p:cNvPr id="676" name="Google Shape;676;p9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77" name="Google Shape;677;p9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8" name="Google Shape;678;p93"/>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9" name="Google Shape;679;p93"/>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680" name="Google Shape;680;p93"/>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81" name="Google Shape;681;p93"/>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82" name="Google Shape;682;p93"/>
          <p:cNvSpPr txBox="1"/>
          <p:nvPr>
            <p:ph idx="6" type="body"/>
          </p:nvPr>
        </p:nvSpPr>
        <p:spPr>
          <a:xfrm>
            <a:off x="283464" y="1508760"/>
            <a:ext cx="3365100" cy="11340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Font typeface="Roboto"/>
              <a:buChar char="●"/>
              <a:defRPr sz="1800">
                <a:latin typeface="Roboto"/>
                <a:ea typeface="Roboto"/>
                <a:cs typeface="Roboto"/>
                <a:sym typeface="Roboto"/>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ty Guidelines">
  <p:cSld name="SECTION_HEADER_1_1_2_1_2_1_1_1_4">
    <p:bg>
      <p:bgPr>
        <a:solidFill>
          <a:srgbClr val="FFFFFF"/>
        </a:solidFill>
      </p:bgPr>
    </p:bg>
    <p:spTree>
      <p:nvGrpSpPr>
        <p:cNvPr id="683" name="Shape 683"/>
        <p:cNvGrpSpPr/>
        <p:nvPr/>
      </p:nvGrpSpPr>
      <p:grpSpPr>
        <a:xfrm>
          <a:off x="0" y="0"/>
          <a:ext cx="0" cy="0"/>
          <a:chOff x="0" y="0"/>
          <a:chExt cx="0" cy="0"/>
        </a:xfrm>
      </p:grpSpPr>
      <p:pic>
        <p:nvPicPr>
          <p:cNvPr id="684" name="Google Shape;684;p94"/>
          <p:cNvPicPr preferRelativeResize="0"/>
          <p:nvPr/>
        </p:nvPicPr>
        <p:blipFill rotWithShape="1">
          <a:blip r:embed="rId2">
            <a:alphaModFix/>
          </a:blip>
          <a:srcRect b="0" l="0" r="0" t="0"/>
          <a:stretch/>
        </p:blipFill>
        <p:spPr>
          <a:xfrm>
            <a:off x="5780575" y="991457"/>
            <a:ext cx="3122150" cy="3678292"/>
          </a:xfrm>
          <a:prstGeom prst="rect">
            <a:avLst/>
          </a:prstGeom>
          <a:noFill/>
          <a:ln>
            <a:noFill/>
          </a:ln>
        </p:spPr>
      </p:pic>
      <p:sp>
        <p:nvSpPr>
          <p:cNvPr id="685" name="Google Shape;685;p94"/>
          <p:cNvSpPr txBox="1"/>
          <p:nvPr/>
        </p:nvSpPr>
        <p:spPr>
          <a:xfrm>
            <a:off x="956975" y="991450"/>
            <a:ext cx="4767000" cy="3624600"/>
          </a:xfrm>
          <a:prstGeom prst="rect">
            <a:avLst/>
          </a:prstGeom>
          <a:noFill/>
          <a:ln>
            <a:noFill/>
          </a:ln>
        </p:spPr>
        <p:txBody>
          <a:bodyPr anchorCtr="0" anchor="t" bIns="91425" lIns="45700" spcFirstLastPara="1" rIns="91425" wrap="square" tIns="91425">
            <a:noAutofit/>
          </a:bodyPr>
          <a:lstStyle/>
          <a:p>
            <a:pPr indent="0" lvl="0" marL="0" rtl="0" algn="l">
              <a:lnSpc>
                <a:spcPct val="150000"/>
              </a:lnSpc>
              <a:spcBef>
                <a:spcPts val="0"/>
              </a:spcBef>
              <a:spcAft>
                <a:spcPts val="2000"/>
              </a:spcAft>
              <a:buNone/>
            </a:pPr>
            <a:r>
              <a:rPr lang="en">
                <a:latin typeface="Roboto"/>
                <a:ea typeface="Roboto"/>
                <a:cs typeface="Roboto"/>
                <a:sym typeface="Roboto"/>
              </a:rPr>
              <a:t>Follow instructions. </a:t>
            </a:r>
            <a:br>
              <a:rPr lang="en">
                <a:latin typeface="Roboto"/>
                <a:ea typeface="Roboto"/>
                <a:cs typeface="Roboto"/>
                <a:sym typeface="Roboto"/>
              </a:rPr>
            </a:br>
            <a:r>
              <a:rPr lang="en">
                <a:latin typeface="Roboto"/>
                <a:ea typeface="Roboto"/>
                <a:cs typeface="Roboto"/>
                <a:sym typeface="Roboto"/>
              </a:rPr>
              <a:t>Don’t taste things. </a:t>
            </a:r>
            <a:br>
              <a:rPr lang="en">
                <a:latin typeface="Roboto"/>
                <a:ea typeface="Roboto"/>
                <a:cs typeface="Roboto"/>
                <a:sym typeface="Roboto"/>
              </a:rPr>
            </a:br>
            <a:r>
              <a:rPr lang="en">
                <a:latin typeface="Roboto"/>
                <a:ea typeface="Roboto"/>
                <a:cs typeface="Roboto"/>
                <a:sym typeface="Roboto"/>
              </a:rPr>
              <a:t>Smell substances like a chemist. </a:t>
            </a:r>
            <a:br>
              <a:rPr lang="en">
                <a:latin typeface="Roboto"/>
                <a:ea typeface="Roboto"/>
                <a:cs typeface="Roboto"/>
                <a:sym typeface="Roboto"/>
              </a:rPr>
            </a:br>
            <a:r>
              <a:rPr lang="en">
                <a:latin typeface="Roboto"/>
                <a:ea typeface="Roboto"/>
                <a:cs typeface="Roboto"/>
                <a:sym typeface="Roboto"/>
              </a:rPr>
              <a:t>Protect your eyes. </a:t>
            </a:r>
            <a:br>
              <a:rPr lang="en">
                <a:latin typeface="Roboto"/>
                <a:ea typeface="Roboto"/>
                <a:cs typeface="Roboto"/>
                <a:sym typeface="Roboto"/>
              </a:rPr>
            </a:br>
            <a:r>
              <a:rPr lang="en">
                <a:latin typeface="Roboto"/>
                <a:ea typeface="Roboto"/>
                <a:cs typeface="Roboto"/>
                <a:sym typeface="Roboto"/>
              </a:rPr>
              <a:t>Protect your hands. </a:t>
            </a:r>
            <a:br>
              <a:rPr lang="en">
                <a:latin typeface="Roboto"/>
                <a:ea typeface="Roboto"/>
                <a:cs typeface="Roboto"/>
                <a:sym typeface="Roboto"/>
              </a:rPr>
            </a:br>
            <a:r>
              <a:rPr lang="en">
                <a:latin typeface="Roboto"/>
                <a:ea typeface="Roboto"/>
                <a:cs typeface="Roboto"/>
                <a:sym typeface="Roboto"/>
              </a:rPr>
              <a:t>Keep your hands away from your face. </a:t>
            </a:r>
            <a:br>
              <a:rPr lang="en">
                <a:latin typeface="Roboto"/>
                <a:ea typeface="Roboto"/>
                <a:cs typeface="Roboto"/>
                <a:sym typeface="Roboto"/>
              </a:rPr>
            </a:br>
            <a:r>
              <a:rPr lang="en">
                <a:latin typeface="Roboto"/>
                <a:ea typeface="Roboto"/>
                <a:cs typeface="Roboto"/>
                <a:sym typeface="Roboto"/>
              </a:rPr>
              <a:t>Tell your teacher if you have allergies. </a:t>
            </a:r>
            <a:br>
              <a:rPr lang="en">
                <a:latin typeface="Roboto"/>
                <a:ea typeface="Roboto"/>
                <a:cs typeface="Roboto"/>
                <a:sym typeface="Roboto"/>
              </a:rPr>
            </a:br>
            <a:r>
              <a:rPr lang="en">
                <a:latin typeface="Roboto"/>
                <a:ea typeface="Roboto"/>
                <a:cs typeface="Roboto"/>
                <a:sym typeface="Roboto"/>
              </a:rPr>
              <a:t>Be calm and careful. </a:t>
            </a:r>
            <a:br>
              <a:rPr lang="en">
                <a:latin typeface="Roboto"/>
                <a:ea typeface="Roboto"/>
                <a:cs typeface="Roboto"/>
                <a:sym typeface="Roboto"/>
              </a:rPr>
            </a:br>
            <a:r>
              <a:rPr lang="en">
                <a:latin typeface="Roboto"/>
                <a:ea typeface="Roboto"/>
                <a:cs typeface="Roboto"/>
                <a:sym typeface="Roboto"/>
              </a:rPr>
              <a:t>Report all spills, accidents, and injuries to your teacher. </a:t>
            </a:r>
            <a:br>
              <a:rPr lang="en">
                <a:latin typeface="Roboto"/>
                <a:ea typeface="Roboto"/>
                <a:cs typeface="Roboto"/>
                <a:sym typeface="Roboto"/>
              </a:rPr>
            </a:br>
            <a:r>
              <a:rPr lang="en">
                <a:latin typeface="Roboto"/>
                <a:ea typeface="Roboto"/>
                <a:cs typeface="Roboto"/>
                <a:sym typeface="Roboto"/>
              </a:rPr>
              <a:t>Avoid anything that could cause a burn. </a:t>
            </a:r>
            <a:br>
              <a:rPr lang="en">
                <a:latin typeface="Roboto"/>
                <a:ea typeface="Roboto"/>
                <a:cs typeface="Roboto"/>
                <a:sym typeface="Roboto"/>
              </a:rPr>
            </a:br>
            <a:r>
              <a:rPr lang="en">
                <a:latin typeface="Roboto"/>
                <a:ea typeface="Roboto"/>
                <a:cs typeface="Roboto"/>
                <a:sym typeface="Roboto"/>
              </a:rPr>
              <a:t>Wash your hands after class.</a:t>
            </a:r>
            <a:endParaRPr sz="1600">
              <a:latin typeface="Roboto"/>
              <a:ea typeface="Roboto"/>
              <a:cs typeface="Roboto"/>
              <a:sym typeface="Roboto"/>
            </a:endParaRPr>
          </a:p>
        </p:txBody>
      </p:sp>
      <p:sp>
        <p:nvSpPr>
          <p:cNvPr id="686" name="Google Shape;686;p94"/>
          <p:cNvSpPr txBox="1"/>
          <p:nvPr/>
        </p:nvSpPr>
        <p:spPr>
          <a:xfrm>
            <a:off x="676656" y="333093"/>
            <a:ext cx="7503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Medium"/>
                <a:ea typeface="Roboto Medium"/>
                <a:cs typeface="Roboto Medium"/>
                <a:sym typeface="Roboto Medium"/>
              </a:rPr>
              <a:t>Safety Guidelines for Science Investigations</a:t>
            </a:r>
            <a:endParaRPr sz="2400">
              <a:latin typeface="Roboto Medium"/>
              <a:ea typeface="Roboto Medium"/>
              <a:cs typeface="Roboto Medium"/>
              <a:sym typeface="Roboto Medium"/>
            </a:endParaRPr>
          </a:p>
        </p:txBody>
      </p:sp>
      <p:sp>
        <p:nvSpPr>
          <p:cNvPr id="687" name="Google Shape;687;p94"/>
          <p:cNvSpPr txBox="1"/>
          <p:nvPr/>
        </p:nvSpPr>
        <p:spPr>
          <a:xfrm>
            <a:off x="582875" y="991450"/>
            <a:ext cx="374100" cy="3624600"/>
          </a:xfrm>
          <a:prstGeom prst="rect">
            <a:avLst/>
          </a:prstGeom>
          <a:noFill/>
          <a:ln>
            <a:noFill/>
          </a:ln>
        </p:spPr>
        <p:txBody>
          <a:bodyPr anchorCtr="0" anchor="t" bIns="91425" lIns="91425" spcFirstLastPara="1" rIns="18275" wrap="square" tIns="91425">
            <a:noAutofit/>
          </a:bodyPr>
          <a:lstStyle/>
          <a:p>
            <a:pPr indent="0" lvl="0" marL="0" rtl="0" algn="r">
              <a:lnSpc>
                <a:spcPct val="150000"/>
              </a:lnSpc>
              <a:spcBef>
                <a:spcPts val="0"/>
              </a:spcBef>
              <a:spcAft>
                <a:spcPts val="2000"/>
              </a:spcAft>
              <a:buNone/>
            </a:pPr>
            <a:r>
              <a:rPr b="1" lang="en">
                <a:solidFill>
                  <a:srgbClr val="767676"/>
                </a:solidFill>
                <a:latin typeface="Roboto"/>
                <a:ea typeface="Roboto"/>
                <a:cs typeface="Roboto"/>
                <a:sym typeface="Roboto"/>
              </a:rPr>
              <a:t>1.</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2.</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3.</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4.</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5.</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6.</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7.</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8.</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9.</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10.</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11.</a:t>
            </a:r>
            <a:endParaRPr b="1" sz="1600">
              <a:solidFill>
                <a:srgbClr val="767676"/>
              </a:solidFill>
              <a:latin typeface="Roboto"/>
              <a:ea typeface="Roboto"/>
              <a:cs typeface="Roboto"/>
              <a:sym typeface="Roboto"/>
            </a:endParaRPr>
          </a:p>
        </p:txBody>
      </p:sp>
      <p:sp>
        <p:nvSpPr>
          <p:cNvPr id="688" name="Google Shape;688;p9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p:cSld name="SECTION_HEADER_1_1_2_2_7_1_2">
    <p:bg>
      <p:bgPr>
        <a:solidFill>
          <a:srgbClr val="FFFFFF"/>
        </a:solidFill>
      </p:bgPr>
    </p:bg>
    <p:spTree>
      <p:nvGrpSpPr>
        <p:cNvPr id="689" name="Shape 689"/>
        <p:cNvGrpSpPr/>
        <p:nvPr/>
      </p:nvGrpSpPr>
      <p:grpSpPr>
        <a:xfrm>
          <a:off x="0" y="0"/>
          <a:ext cx="0" cy="0"/>
          <a:chOff x="0" y="0"/>
          <a:chExt cx="0" cy="0"/>
        </a:xfrm>
      </p:grpSpPr>
      <p:pic>
        <p:nvPicPr>
          <p:cNvPr id="690" name="Google Shape;690;p95"/>
          <p:cNvPicPr preferRelativeResize="0"/>
          <p:nvPr/>
        </p:nvPicPr>
        <p:blipFill rotWithShape="1">
          <a:blip r:embed="rId2">
            <a:alphaModFix/>
          </a:blip>
          <a:srcRect b="-110" l="0" r="0" t="110"/>
          <a:stretch/>
        </p:blipFill>
        <p:spPr>
          <a:xfrm>
            <a:off x="236875" y="586250"/>
            <a:ext cx="3464603" cy="4277352"/>
          </a:xfrm>
          <a:prstGeom prst="rect">
            <a:avLst/>
          </a:prstGeom>
          <a:noFill/>
          <a:ln>
            <a:noFill/>
          </a:ln>
          <a:effectLst>
            <a:outerShdw blurRad="57150" rotWithShape="0" algn="bl" dir="5340000" dist="9525">
              <a:srgbClr val="000000">
                <a:alpha val="17000"/>
              </a:srgbClr>
            </a:outerShdw>
          </a:effectLst>
        </p:spPr>
      </p:pic>
      <p:sp>
        <p:nvSpPr>
          <p:cNvPr id="691" name="Google Shape;691;p9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92" name="Google Shape;692;p95"/>
          <p:cNvSpPr txBox="1"/>
          <p:nvPr>
            <p:ph idx="2"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93" name="Google Shape;693;p95"/>
          <p:cNvSpPr txBox="1"/>
          <p:nvPr>
            <p:ph idx="3"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7.xml"/><Relationship Id="rId42" Type="http://schemas.openxmlformats.org/officeDocument/2006/relationships/slideLayout" Target="../slideLayouts/slideLayout69.xml"/><Relationship Id="rId41" Type="http://schemas.openxmlformats.org/officeDocument/2006/relationships/slideLayout" Target="../slideLayouts/slideLayout68.xml"/><Relationship Id="rId44" Type="http://schemas.openxmlformats.org/officeDocument/2006/relationships/slideLayout" Target="../slideLayouts/slideLayout71.xml"/><Relationship Id="rId43" Type="http://schemas.openxmlformats.org/officeDocument/2006/relationships/slideLayout" Target="../slideLayouts/slideLayout70.xml"/><Relationship Id="rId46" Type="http://schemas.openxmlformats.org/officeDocument/2006/relationships/slideLayout" Target="../slideLayouts/slideLayout73.xml"/><Relationship Id="rId45" Type="http://schemas.openxmlformats.org/officeDocument/2006/relationships/slideLayout" Target="../slideLayouts/slideLayout7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48" Type="http://schemas.openxmlformats.org/officeDocument/2006/relationships/slideLayout" Target="../slideLayouts/slideLayout75.xml"/><Relationship Id="rId47" Type="http://schemas.openxmlformats.org/officeDocument/2006/relationships/slideLayout" Target="../slideLayouts/slideLayout74.xml"/><Relationship Id="rId49" Type="http://schemas.openxmlformats.org/officeDocument/2006/relationships/slideLayout" Target="../slideLayouts/slideLayout7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33" Type="http://schemas.openxmlformats.org/officeDocument/2006/relationships/slideLayout" Target="../slideLayouts/slideLayout60.xml"/><Relationship Id="rId32" Type="http://schemas.openxmlformats.org/officeDocument/2006/relationships/slideLayout" Target="../slideLayouts/slideLayout59.xml"/><Relationship Id="rId35" Type="http://schemas.openxmlformats.org/officeDocument/2006/relationships/slideLayout" Target="../slideLayouts/slideLayout62.xml"/><Relationship Id="rId34" Type="http://schemas.openxmlformats.org/officeDocument/2006/relationships/slideLayout" Target="../slideLayouts/slideLayout61.xml"/><Relationship Id="rId37" Type="http://schemas.openxmlformats.org/officeDocument/2006/relationships/slideLayout" Target="../slideLayouts/slideLayout64.xml"/><Relationship Id="rId36" Type="http://schemas.openxmlformats.org/officeDocument/2006/relationships/slideLayout" Target="../slideLayouts/slideLayout63.xml"/><Relationship Id="rId39" Type="http://schemas.openxmlformats.org/officeDocument/2006/relationships/slideLayout" Target="../slideLayouts/slideLayout66.xml"/><Relationship Id="rId38" Type="http://schemas.openxmlformats.org/officeDocument/2006/relationships/slideLayout" Target="../slideLayouts/slideLayout65.xml"/><Relationship Id="rId62" Type="http://schemas.openxmlformats.org/officeDocument/2006/relationships/slideLayout" Target="../slideLayouts/slideLayout89.xml"/><Relationship Id="rId61" Type="http://schemas.openxmlformats.org/officeDocument/2006/relationships/slideLayout" Target="../slideLayouts/slideLayout88.xml"/><Relationship Id="rId20" Type="http://schemas.openxmlformats.org/officeDocument/2006/relationships/slideLayout" Target="../slideLayouts/slideLayout47.xml"/><Relationship Id="rId64" Type="http://schemas.openxmlformats.org/officeDocument/2006/relationships/slideLayout" Target="../slideLayouts/slideLayout91.xml"/><Relationship Id="rId63" Type="http://schemas.openxmlformats.org/officeDocument/2006/relationships/slideLayout" Target="../slideLayouts/slideLayout90.xml"/><Relationship Id="rId22" Type="http://schemas.openxmlformats.org/officeDocument/2006/relationships/slideLayout" Target="../slideLayouts/slideLayout49.xml"/><Relationship Id="rId66" Type="http://schemas.openxmlformats.org/officeDocument/2006/relationships/slideLayout" Target="../slideLayouts/slideLayout93.xml"/><Relationship Id="rId21" Type="http://schemas.openxmlformats.org/officeDocument/2006/relationships/slideLayout" Target="../slideLayouts/slideLayout48.xml"/><Relationship Id="rId65" Type="http://schemas.openxmlformats.org/officeDocument/2006/relationships/slideLayout" Target="../slideLayouts/slideLayout92.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67" Type="http://schemas.openxmlformats.org/officeDocument/2006/relationships/theme" Target="../theme/theme2.xml"/><Relationship Id="rId60" Type="http://schemas.openxmlformats.org/officeDocument/2006/relationships/slideLayout" Target="../slideLayouts/slideLayout87.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29" Type="http://schemas.openxmlformats.org/officeDocument/2006/relationships/slideLayout" Target="../slideLayouts/slideLayout56.xml"/><Relationship Id="rId51" Type="http://schemas.openxmlformats.org/officeDocument/2006/relationships/slideLayout" Target="../slideLayouts/slideLayout78.xml"/><Relationship Id="rId50" Type="http://schemas.openxmlformats.org/officeDocument/2006/relationships/slideLayout" Target="../slideLayouts/slideLayout77.xml"/><Relationship Id="rId53" Type="http://schemas.openxmlformats.org/officeDocument/2006/relationships/slideLayout" Target="../slideLayouts/slideLayout80.xml"/><Relationship Id="rId52" Type="http://schemas.openxmlformats.org/officeDocument/2006/relationships/slideLayout" Target="../slideLayouts/slideLayout79.xml"/><Relationship Id="rId11" Type="http://schemas.openxmlformats.org/officeDocument/2006/relationships/slideLayout" Target="../slideLayouts/slideLayout38.xml"/><Relationship Id="rId55" Type="http://schemas.openxmlformats.org/officeDocument/2006/relationships/slideLayout" Target="../slideLayouts/slideLayout82.xml"/><Relationship Id="rId10" Type="http://schemas.openxmlformats.org/officeDocument/2006/relationships/slideLayout" Target="../slideLayouts/slideLayout37.xml"/><Relationship Id="rId54" Type="http://schemas.openxmlformats.org/officeDocument/2006/relationships/slideLayout" Target="../slideLayouts/slideLayout81.xml"/><Relationship Id="rId13" Type="http://schemas.openxmlformats.org/officeDocument/2006/relationships/slideLayout" Target="../slideLayouts/slideLayout40.xml"/><Relationship Id="rId57" Type="http://schemas.openxmlformats.org/officeDocument/2006/relationships/slideLayout" Target="../slideLayouts/slideLayout84.xml"/><Relationship Id="rId12" Type="http://schemas.openxmlformats.org/officeDocument/2006/relationships/slideLayout" Target="../slideLayouts/slideLayout39.xml"/><Relationship Id="rId56" Type="http://schemas.openxmlformats.org/officeDocument/2006/relationships/slideLayout" Target="../slideLayouts/slideLayout83.xml"/><Relationship Id="rId15" Type="http://schemas.openxmlformats.org/officeDocument/2006/relationships/slideLayout" Target="../slideLayouts/slideLayout42.xml"/><Relationship Id="rId59" Type="http://schemas.openxmlformats.org/officeDocument/2006/relationships/slideLayout" Target="../slideLayouts/slideLayout86.xml"/><Relationship Id="rId14" Type="http://schemas.openxmlformats.org/officeDocument/2006/relationships/slideLayout" Target="../slideLayouts/slideLayout41.xml"/><Relationship Id="rId58" Type="http://schemas.openxmlformats.org/officeDocument/2006/relationships/slideLayout" Target="../slideLayouts/slideLayout85.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6375" y="358385"/>
            <a:ext cx="56262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1pPr>
            <a:lvl2pPr lvl="1">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2pPr>
            <a:lvl3pPr lvl="2">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3pPr>
            <a:lvl4pPr lvl="3">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4pPr>
            <a:lvl5pPr lvl="4">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5pPr>
            <a:lvl6pPr lvl="5">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6pPr>
            <a:lvl7pPr lvl="6">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7pPr>
            <a:lvl8pPr lvl="7">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8pPr>
            <a:lvl9pPr lvl="8">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9pPr>
          </a:lstStyle>
          <a:p/>
        </p:txBody>
      </p:sp>
      <p:sp>
        <p:nvSpPr>
          <p:cNvPr id="7" name="Google Shape;7;p1"/>
          <p:cNvSpPr txBox="1"/>
          <p:nvPr>
            <p:ph idx="1" type="body"/>
          </p:nvPr>
        </p:nvSpPr>
        <p:spPr>
          <a:xfrm>
            <a:off x="866375" y="1304543"/>
            <a:ext cx="5626200" cy="3063000"/>
          </a:xfrm>
          <a:prstGeom prst="rect">
            <a:avLst/>
          </a:prstGeom>
          <a:noFill/>
          <a:ln>
            <a:noFill/>
          </a:ln>
        </p:spPr>
        <p:txBody>
          <a:bodyPr anchorCtr="0" anchor="t" bIns="91425" lIns="91425" spcFirstLastPara="1" rIns="91425" wrap="square" tIns="91425">
            <a:noAutofit/>
          </a:bodyPr>
          <a:lstStyle>
            <a:lvl1pPr indent="-317500" lvl="0" marL="4572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1pPr>
            <a:lvl2pPr indent="-317500" lvl="1" marL="9144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2pPr>
            <a:lvl3pPr indent="-317500" lvl="2" marL="13716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3pPr>
            <a:lvl4pPr indent="-317500" lvl="3" marL="18288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4pPr>
            <a:lvl5pPr indent="-342900" lvl="4" marL="22860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5pPr>
            <a:lvl6pPr indent="-342900" lvl="5" marL="27432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6pPr>
            <a:lvl7pPr indent="-342900" lvl="6" marL="32004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7pPr>
            <a:lvl8pPr indent="-342900" lvl="7" marL="36576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8pPr>
            <a:lvl9pPr indent="-342900" lvl="8" marL="41148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9pPr>
          </a:lstStyle>
          <a:p/>
        </p:txBody>
      </p:sp>
      <p:sp>
        <p:nvSpPr>
          <p:cNvPr id="8" name="Google Shape;8;p1"/>
          <p:cNvSpPr txBox="1"/>
          <p:nvPr>
            <p:ph idx="12" type="sldNum"/>
          </p:nvPr>
        </p:nvSpPr>
        <p:spPr>
          <a:xfrm>
            <a:off x="8716025" y="4676375"/>
            <a:ext cx="428100" cy="467100"/>
          </a:xfrm>
          <a:prstGeom prst="rect">
            <a:avLst/>
          </a:prstGeom>
          <a:noFill/>
          <a:ln>
            <a:noFill/>
          </a:ln>
        </p:spPr>
        <p:txBody>
          <a:bodyPr anchorCtr="0" anchor="ctr" bIns="91425" lIns="91425" spcFirstLastPara="1" rIns="91425" wrap="square" tIns="91425">
            <a:noAutofit/>
          </a:bodyPr>
          <a:lstStyle>
            <a:lvl1pPr lvl="0" algn="ctr">
              <a:buNone/>
              <a:defRPr sz="1300">
                <a:solidFill>
                  <a:srgbClr val="7F6000"/>
                </a:solidFill>
                <a:latin typeface="Inconsolata"/>
                <a:ea typeface="Inconsolata"/>
                <a:cs typeface="Inconsolata"/>
                <a:sym typeface="Inconsolata"/>
              </a:defRPr>
            </a:lvl1pPr>
            <a:lvl2pPr lvl="1" algn="ctr">
              <a:buNone/>
              <a:defRPr sz="1300">
                <a:solidFill>
                  <a:srgbClr val="7F6000"/>
                </a:solidFill>
                <a:latin typeface="Inconsolata"/>
                <a:ea typeface="Inconsolata"/>
                <a:cs typeface="Inconsolata"/>
                <a:sym typeface="Inconsolata"/>
              </a:defRPr>
            </a:lvl2pPr>
            <a:lvl3pPr lvl="2" algn="ctr">
              <a:buNone/>
              <a:defRPr sz="1300">
                <a:solidFill>
                  <a:srgbClr val="7F6000"/>
                </a:solidFill>
                <a:latin typeface="Inconsolata"/>
                <a:ea typeface="Inconsolata"/>
                <a:cs typeface="Inconsolata"/>
                <a:sym typeface="Inconsolata"/>
              </a:defRPr>
            </a:lvl3pPr>
            <a:lvl4pPr lvl="3" algn="ctr">
              <a:buNone/>
              <a:defRPr sz="1300">
                <a:solidFill>
                  <a:srgbClr val="7F6000"/>
                </a:solidFill>
                <a:latin typeface="Inconsolata"/>
                <a:ea typeface="Inconsolata"/>
                <a:cs typeface="Inconsolata"/>
                <a:sym typeface="Inconsolata"/>
              </a:defRPr>
            </a:lvl4pPr>
            <a:lvl5pPr lvl="4" algn="ctr">
              <a:buNone/>
              <a:defRPr sz="1300">
                <a:solidFill>
                  <a:srgbClr val="7F6000"/>
                </a:solidFill>
                <a:latin typeface="Inconsolata"/>
                <a:ea typeface="Inconsolata"/>
                <a:cs typeface="Inconsolata"/>
                <a:sym typeface="Inconsolata"/>
              </a:defRPr>
            </a:lvl5pPr>
            <a:lvl6pPr lvl="5" algn="ctr">
              <a:buNone/>
              <a:defRPr sz="1300">
                <a:solidFill>
                  <a:srgbClr val="7F6000"/>
                </a:solidFill>
                <a:latin typeface="Inconsolata"/>
                <a:ea typeface="Inconsolata"/>
                <a:cs typeface="Inconsolata"/>
                <a:sym typeface="Inconsolata"/>
              </a:defRPr>
            </a:lvl6pPr>
            <a:lvl7pPr lvl="6" algn="ctr">
              <a:buNone/>
              <a:defRPr sz="1300">
                <a:solidFill>
                  <a:srgbClr val="7F6000"/>
                </a:solidFill>
                <a:latin typeface="Inconsolata"/>
                <a:ea typeface="Inconsolata"/>
                <a:cs typeface="Inconsolata"/>
                <a:sym typeface="Inconsolata"/>
              </a:defRPr>
            </a:lvl7pPr>
            <a:lvl8pPr lvl="7" algn="ctr">
              <a:buNone/>
              <a:defRPr sz="1300">
                <a:solidFill>
                  <a:srgbClr val="7F6000"/>
                </a:solidFill>
                <a:latin typeface="Inconsolata"/>
                <a:ea typeface="Inconsolata"/>
                <a:cs typeface="Inconsolata"/>
                <a:sym typeface="Inconsolata"/>
              </a:defRPr>
            </a:lvl8pPr>
            <a:lvl9pPr lvl="8" algn="ctr">
              <a:buNone/>
              <a:defRPr sz="1300">
                <a:solidFill>
                  <a:srgbClr val="7F6000"/>
                </a:solidFill>
                <a:latin typeface="Inconsolata"/>
                <a:ea typeface="Inconsolata"/>
                <a:cs typeface="Inconsolata"/>
                <a:sym typeface="Inconsolat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FBF"/>
              </a:buClr>
              <a:buSzPts val="3000"/>
              <a:buFont typeface="Roboto"/>
              <a:buNone/>
              <a:defRPr sz="3000">
                <a:solidFill>
                  <a:srgbClr val="333FBF"/>
                </a:solidFill>
                <a:latin typeface="Roboto"/>
                <a:ea typeface="Roboto"/>
                <a:cs typeface="Roboto"/>
                <a:sym typeface="Roboto"/>
              </a:defRPr>
            </a:lvl1pPr>
            <a:lvl2pPr lvl="1">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2pPr>
            <a:lvl3pPr lvl="2">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3pPr>
            <a:lvl4pPr lvl="3">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4pPr>
            <a:lvl5pPr lvl="4">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5pPr>
            <a:lvl6pPr lvl="5">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6pPr>
            <a:lvl7pPr lvl="6">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7pPr>
            <a:lvl8pPr lvl="7">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8pPr>
            <a:lvl9pPr lvl="8">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9pPr>
          </a:lstStyle>
          <a:p/>
        </p:txBody>
      </p:sp>
      <p:sp>
        <p:nvSpPr>
          <p:cNvPr id="148" name="Google Shape;148;p29"/>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Font typeface="Roboto"/>
              <a:buChar char="●"/>
              <a:defRPr sz="24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9" name="Google Shape;149;p29"/>
          <p:cNvSpPr txBox="1"/>
          <p:nvPr/>
        </p:nvSpPr>
        <p:spPr>
          <a:xfrm>
            <a:off x="237744" y="4846320"/>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400">
                <a:solidFill>
                  <a:srgbClr val="767676"/>
                </a:solidFill>
                <a:latin typeface="Roboto"/>
                <a:ea typeface="Roboto"/>
                <a:cs typeface="Roboto"/>
                <a:sym typeface="Roboto"/>
              </a:rPr>
              <a:t>© The Regents of the University of California. All rights reserved.</a:t>
            </a:r>
            <a:endParaRPr i="1" sz="400">
              <a:solidFill>
                <a:srgbClr val="76767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 id="2147483740" r:id="rId6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xml"/><Relationship Id="rId3" Type="http://schemas.openxmlformats.org/officeDocument/2006/relationships/image" Target="../media/image3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drive.google.com/file/d/1Pun7BnTWJnDkU0ugwahK6EQXDSFi7qlS/view" TargetMode="Externa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apps.learning.amplify.com/metabolism/metabolism_70.html" TargetMode="External"/><Relationship Id="rId4" Type="http://schemas.openxmlformats.org/officeDocument/2006/relationships/hyperlink" Target="https://apps.learning.amplify.com/metabolism/metabolism_70.html" TargetMode="External"/><Relationship Id="rId5" Type="http://schemas.openxmlformats.org/officeDocument/2006/relationships/image" Target="../media/image4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drive.google.com/file/d/1Tat_aGbTBzjZVqe1Q53S3UnXnzBd3bkN/view" TargetMode="External"/><Relationship Id="rId4" Type="http://schemas.openxmlformats.org/officeDocument/2006/relationships/image" Target="../media/image2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6.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drive.google.com/file/d/1S86XdmfEwAXTit57fTWD3wPUWP0Hj8gQ/view" TargetMode="External"/><Relationship Id="rId4" Type="http://schemas.openxmlformats.org/officeDocument/2006/relationships/image" Target="../media/image3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p96"/>
          <p:cNvPicPr preferRelativeResize="0"/>
          <p:nvPr/>
        </p:nvPicPr>
        <p:blipFill rotWithShape="1">
          <a:blip r:embed="rId3">
            <a:alphaModFix/>
          </a:blip>
          <a:srcRect b="0" l="0" r="180" t="0"/>
          <a:stretch/>
        </p:blipFill>
        <p:spPr>
          <a:xfrm>
            <a:off x="0" y="0"/>
            <a:ext cx="9144000" cy="5148071"/>
          </a:xfrm>
          <a:prstGeom prst="rect">
            <a:avLst/>
          </a:prstGeom>
          <a:noFill/>
          <a:ln>
            <a:noFill/>
          </a:ln>
        </p:spPr>
      </p:pic>
      <p:sp>
        <p:nvSpPr>
          <p:cNvPr id="699" name="Google Shape;699;p96"/>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
                <a:solidFill>
                  <a:schemeClr val="lt1"/>
                </a:solidFill>
                <a:latin typeface="McLaren"/>
                <a:ea typeface="McLaren"/>
                <a:cs typeface="McLaren"/>
                <a:sym typeface="McLaren"/>
              </a:rPr>
              <a:t>Metabolism</a:t>
            </a:r>
            <a:endParaRPr>
              <a:latin typeface="McLaren"/>
              <a:ea typeface="McLaren"/>
              <a:cs typeface="McLaren"/>
              <a:sym typeface="McLaren"/>
            </a:endParaRPr>
          </a:p>
        </p:txBody>
      </p:sp>
      <p:sp>
        <p:nvSpPr>
          <p:cNvPr id="700" name="Google Shape;700;p96"/>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a:solidFill>
                  <a:schemeClr val="lt1"/>
                </a:solidFill>
                <a:latin typeface="McLaren"/>
                <a:ea typeface="McLaren"/>
                <a:cs typeface="McLaren"/>
                <a:sym typeface="McLaren"/>
              </a:rPr>
              <a:t>Lesson 1.2: </a:t>
            </a:r>
            <a:r>
              <a:rPr lang="en">
                <a:solidFill>
                  <a:schemeClr val="lt1"/>
                </a:solidFill>
                <a:latin typeface="McLaren"/>
                <a:ea typeface="McLaren"/>
                <a:cs typeface="McLaren"/>
                <a:sym typeface="McLaren"/>
              </a:rPr>
              <a:t>Welcome to Medical School</a:t>
            </a:r>
            <a:endParaRPr>
              <a:latin typeface="McLaren"/>
              <a:ea typeface="McLaren"/>
              <a:cs typeface="McLaren"/>
              <a:sym typeface="McLare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6" name="Google Shape;706;p97"/>
          <p:cNvSpPr txBox="1"/>
          <p:nvPr/>
        </p:nvSpPr>
        <p:spPr>
          <a:xfrm>
            <a:off x="813676" y="435894"/>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cLaren"/>
                <a:ea typeface="McLaren"/>
                <a:cs typeface="McLaren"/>
                <a:sym typeface="McLaren"/>
              </a:rPr>
              <a:t>Warm-Up</a:t>
            </a:r>
            <a:endParaRPr b="1" sz="4000">
              <a:latin typeface="McLaren"/>
              <a:ea typeface="McLaren"/>
              <a:cs typeface="McLaren"/>
              <a:sym typeface="McLaren"/>
            </a:endParaRPr>
          </a:p>
        </p:txBody>
      </p:sp>
      <p:sp>
        <p:nvSpPr>
          <p:cNvPr id="707" name="Google Shape;707;p97"/>
          <p:cNvSpPr txBox="1"/>
          <p:nvPr/>
        </p:nvSpPr>
        <p:spPr>
          <a:xfrm>
            <a:off x="857264" y="1184023"/>
            <a:ext cx="7687200" cy="324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rgbClr val="2F2F2F"/>
                </a:solidFill>
                <a:latin typeface="McLaren"/>
                <a:ea typeface="McLaren"/>
                <a:cs typeface="McLaren"/>
                <a:sym typeface="McLaren"/>
              </a:rPr>
              <a:t>Today, we will begin a new unit called </a:t>
            </a:r>
            <a:r>
              <a:rPr b="1" i="1" lang="en" sz="2600">
                <a:solidFill>
                  <a:srgbClr val="2F2F2F"/>
                </a:solidFill>
                <a:latin typeface="McLaren"/>
                <a:ea typeface="McLaren"/>
                <a:cs typeface="McLaren"/>
                <a:sym typeface="McLaren"/>
              </a:rPr>
              <a:t>Metabolism</a:t>
            </a:r>
            <a:r>
              <a:rPr b="1" lang="en" sz="2600">
                <a:solidFill>
                  <a:srgbClr val="2F2F2F"/>
                </a:solidFill>
                <a:latin typeface="McLaren"/>
                <a:ea typeface="McLaren"/>
                <a:cs typeface="McLaren"/>
                <a:sym typeface="McLaren"/>
              </a:rPr>
              <a:t>.</a:t>
            </a:r>
            <a:endParaRPr sz="2600">
              <a:solidFill>
                <a:srgbClr val="2F2F2F"/>
              </a:solidFill>
              <a:latin typeface="McLaren"/>
              <a:ea typeface="McLaren"/>
              <a:cs typeface="McLaren"/>
              <a:sym typeface="McLaren"/>
            </a:endParaRPr>
          </a:p>
          <a:p>
            <a:pPr indent="0" lvl="0" marL="0" rtl="0" algn="l">
              <a:spcBef>
                <a:spcPts val="2000"/>
              </a:spcBef>
              <a:spcAft>
                <a:spcPts val="2000"/>
              </a:spcAft>
              <a:buNone/>
            </a:pPr>
            <a:r>
              <a:rPr lang="en" sz="2600">
                <a:solidFill>
                  <a:srgbClr val="2F2F2F"/>
                </a:solidFill>
                <a:latin typeface="McLaren"/>
                <a:ea typeface="McLaren"/>
                <a:cs typeface="McLaren"/>
                <a:sym typeface="McLaren"/>
              </a:rPr>
              <a:t>We will start with a Warm-Up each day to get us thinking about science ideas. For today’s  Warm-Up, you will watch and respond to a video that introduces your new role as </a:t>
            </a:r>
            <a:r>
              <a:rPr b="1" lang="en" sz="2600">
                <a:solidFill>
                  <a:srgbClr val="2F2F2F"/>
                </a:solidFill>
                <a:latin typeface="McLaren"/>
                <a:ea typeface="McLaren"/>
                <a:cs typeface="McLaren"/>
                <a:sym typeface="McLaren"/>
              </a:rPr>
              <a:t>medical students.</a:t>
            </a:r>
            <a:endParaRPr b="1" sz="2600">
              <a:latin typeface="McLaren"/>
              <a:ea typeface="McLaren"/>
              <a:cs typeface="McLaren"/>
              <a:sym typeface="McLare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13" name="Google Shape;713;p98"/>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Video called &quot;Elisa's Condition&quot;" id="714" name="Google Shape;714;p98" title="MSSCI_MET_NA_CS_20101.mp4">
            <a:hlinkClick r:id="rId3"/>
          </p:cNvPr>
          <p:cNvPicPr preferRelativeResize="0"/>
          <p:nvPr/>
        </p:nvPicPr>
        <p:blipFill>
          <a:blip r:embed="rId4">
            <a:alphaModFix/>
          </a:blip>
          <a:stretch>
            <a:fillRect/>
          </a:stretch>
        </p:blipFill>
        <p:spPr>
          <a:xfrm>
            <a:off x="842725" y="393150"/>
            <a:ext cx="7614600" cy="4283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0" name="Google Shape;720;p99"/>
          <p:cNvSpPr txBox="1"/>
          <p:nvPr/>
        </p:nvSpPr>
        <p:spPr>
          <a:xfrm>
            <a:off x="5406775" y="1104225"/>
            <a:ext cx="2896200" cy="25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2F2F2F"/>
                </a:solidFill>
                <a:latin typeface="Loved by the King"/>
                <a:ea typeface="Loved by the King"/>
                <a:cs typeface="Loved by the King"/>
                <a:sym typeface="Loved by the King"/>
              </a:rPr>
              <a:t>You have a lot of </a:t>
            </a:r>
            <a:r>
              <a:rPr b="1" lang="en" sz="2400">
                <a:solidFill>
                  <a:srgbClr val="2F2F2F"/>
                </a:solidFill>
                <a:latin typeface="Loved by the King"/>
                <a:ea typeface="Loved by the King"/>
                <a:cs typeface="Loved by the King"/>
                <a:sym typeface="Loved by the King"/>
              </a:rPr>
              <a:t>good ideas</a:t>
            </a:r>
            <a:r>
              <a:rPr lang="en" sz="2400">
                <a:solidFill>
                  <a:srgbClr val="2F2F2F"/>
                </a:solidFill>
                <a:latin typeface="Loved by the King"/>
                <a:ea typeface="Loved by the King"/>
                <a:cs typeface="Loved by the King"/>
                <a:sym typeface="Loved by the King"/>
              </a:rPr>
              <a:t>. I think we can group these into several “umbrella” </a:t>
            </a:r>
            <a:r>
              <a:rPr b="1" lang="en" sz="2400">
                <a:solidFill>
                  <a:srgbClr val="2F2F2F"/>
                </a:solidFill>
                <a:latin typeface="Loved by the King"/>
                <a:ea typeface="Loved by the King"/>
                <a:cs typeface="Loved by the King"/>
                <a:sym typeface="Loved by the King"/>
              </a:rPr>
              <a:t>claims</a:t>
            </a:r>
            <a:r>
              <a:rPr lang="en" sz="2400">
                <a:solidFill>
                  <a:srgbClr val="2F2F2F"/>
                </a:solidFill>
                <a:latin typeface="Loved by the King"/>
                <a:ea typeface="Loved by the King"/>
                <a:cs typeface="Loved by the King"/>
                <a:sym typeface="Loved by the King"/>
              </a:rPr>
              <a:t> that we can try to </a:t>
            </a:r>
            <a:r>
              <a:rPr b="1" lang="en" sz="2400">
                <a:solidFill>
                  <a:srgbClr val="2F2F2F"/>
                </a:solidFill>
                <a:latin typeface="Loved by the King"/>
                <a:ea typeface="Loved by the King"/>
                <a:cs typeface="Loved by the King"/>
                <a:sym typeface="Loved by the King"/>
              </a:rPr>
              <a:t>investigate</a:t>
            </a:r>
            <a:r>
              <a:rPr lang="en" sz="2400">
                <a:solidFill>
                  <a:srgbClr val="2F2F2F"/>
                </a:solidFill>
                <a:latin typeface="Loved by the King"/>
                <a:ea typeface="Loved by the King"/>
                <a:cs typeface="Loved by the King"/>
                <a:sym typeface="Loved by the King"/>
              </a:rPr>
              <a:t> further. I will write them on the board.</a:t>
            </a:r>
            <a:endParaRPr sz="2400">
              <a:latin typeface="Loved by the King"/>
              <a:ea typeface="Loved by the King"/>
              <a:cs typeface="Loved by the King"/>
              <a:sym typeface="Loved by the King"/>
            </a:endParaRPr>
          </a:p>
          <a:p>
            <a:pPr indent="0" lvl="0" marL="0" rtl="0" algn="ctr">
              <a:lnSpc>
                <a:spcPct val="100000"/>
              </a:lnSpc>
              <a:spcBef>
                <a:spcPts val="2000"/>
              </a:spcBef>
              <a:spcAft>
                <a:spcPts val="0"/>
              </a:spcAft>
              <a:buNone/>
            </a:pPr>
            <a:r>
              <a:t/>
            </a:r>
            <a:endParaRPr sz="3000">
              <a:solidFill>
                <a:srgbClr val="434343"/>
              </a:solidFill>
              <a:latin typeface="Loved by the King"/>
              <a:ea typeface="Loved by the King"/>
              <a:cs typeface="Loved by the King"/>
              <a:sym typeface="Loved by the King"/>
            </a:endParaRPr>
          </a:p>
        </p:txBody>
      </p:sp>
      <p:sp>
        <p:nvSpPr>
          <p:cNvPr id="721" name="Google Shape;721;p99"/>
          <p:cNvSpPr txBox="1"/>
          <p:nvPr/>
        </p:nvSpPr>
        <p:spPr>
          <a:xfrm>
            <a:off x="725350" y="299275"/>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500">
                <a:solidFill>
                  <a:srgbClr val="434343"/>
                </a:solidFill>
                <a:latin typeface="McLaren"/>
                <a:ea typeface="McLaren"/>
                <a:cs typeface="McLaren"/>
                <a:sym typeface="McLaren"/>
              </a:rPr>
              <a:t>Making Predictions</a:t>
            </a:r>
            <a:endParaRPr b="1" sz="2500">
              <a:solidFill>
                <a:srgbClr val="434343"/>
              </a:solidFill>
              <a:latin typeface="McLaren"/>
              <a:ea typeface="McLaren"/>
              <a:cs typeface="McLaren"/>
              <a:sym typeface="McLaren"/>
            </a:endParaRPr>
          </a:p>
        </p:txBody>
      </p:sp>
      <p:sp>
        <p:nvSpPr>
          <p:cNvPr id="722" name="Google Shape;722;p99"/>
          <p:cNvSpPr txBox="1"/>
          <p:nvPr/>
        </p:nvSpPr>
        <p:spPr>
          <a:xfrm>
            <a:off x="883250" y="1156675"/>
            <a:ext cx="3990900" cy="33219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SzPts val="2700"/>
              <a:buFont typeface="McLaren"/>
              <a:buChar char="➔"/>
            </a:pPr>
            <a:r>
              <a:rPr lang="en" sz="2700">
                <a:latin typeface="McLaren"/>
                <a:ea typeface="McLaren"/>
                <a:cs typeface="McLaren"/>
                <a:sym typeface="McLaren"/>
              </a:rPr>
              <a:t>Why do you think your new patient, Elisa, is feeling tired all the time?</a:t>
            </a:r>
            <a:endParaRPr sz="2700">
              <a:latin typeface="McLaren"/>
              <a:ea typeface="McLaren"/>
              <a:cs typeface="McLaren"/>
              <a:sym typeface="McLaren"/>
            </a:endParaRPr>
          </a:p>
          <a:p>
            <a:pPr indent="-400050" lvl="0" marL="457200" rtl="0" algn="l">
              <a:spcBef>
                <a:spcPts val="1600"/>
              </a:spcBef>
              <a:spcAft>
                <a:spcPts val="1600"/>
              </a:spcAft>
              <a:buSzPts val="2700"/>
              <a:buFont typeface="McLaren"/>
              <a:buChar char="➔"/>
            </a:pPr>
            <a:r>
              <a:rPr lang="en" sz="2700">
                <a:latin typeface="McLaren"/>
                <a:ea typeface="McLaren"/>
                <a:cs typeface="McLaren"/>
                <a:sym typeface="McLaren"/>
              </a:rPr>
              <a:t>Explain your ideas.</a:t>
            </a:r>
            <a:endParaRPr sz="2700">
              <a:latin typeface="McLaren"/>
              <a:ea typeface="McLaren"/>
              <a:cs typeface="McLaren"/>
              <a:sym typeface="McLare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0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8" name="Google Shape;728;p100"/>
          <p:cNvSpPr txBox="1"/>
          <p:nvPr/>
        </p:nvSpPr>
        <p:spPr>
          <a:xfrm>
            <a:off x="726500" y="624775"/>
            <a:ext cx="7989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latin typeface="McLaren"/>
                <a:ea typeface="McLaren"/>
                <a:cs typeface="McLaren"/>
                <a:sym typeface="McLaren"/>
              </a:rPr>
              <a:t>Introducing the Metabolism Simulation</a:t>
            </a:r>
            <a:endParaRPr b="1" sz="3100">
              <a:latin typeface="McLaren"/>
              <a:ea typeface="McLaren"/>
              <a:cs typeface="McLaren"/>
              <a:sym typeface="McLaren"/>
            </a:endParaRPr>
          </a:p>
        </p:txBody>
      </p:sp>
      <p:sp>
        <p:nvSpPr>
          <p:cNvPr id="729" name="Google Shape;729;p100"/>
          <p:cNvSpPr txBox="1"/>
          <p:nvPr/>
        </p:nvSpPr>
        <p:spPr>
          <a:xfrm>
            <a:off x="748102" y="1257516"/>
            <a:ext cx="4977600" cy="331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McLaren"/>
                <a:ea typeface="McLaren"/>
                <a:cs typeface="McLaren"/>
                <a:sym typeface="McLaren"/>
              </a:rPr>
              <a:t>A lot of things that happen in the human body are hidden or too small to directly observe. We will use a </a:t>
            </a:r>
            <a:r>
              <a:rPr b="1" lang="en" sz="1900">
                <a:latin typeface="McLaren"/>
                <a:ea typeface="McLaren"/>
                <a:cs typeface="McLaren"/>
                <a:sym typeface="McLaren"/>
              </a:rPr>
              <a:t>simulation </a:t>
            </a:r>
            <a:r>
              <a:rPr lang="en" sz="1900">
                <a:latin typeface="McLaren"/>
                <a:ea typeface="McLaren"/>
                <a:cs typeface="McLaren"/>
                <a:sym typeface="McLaren"/>
              </a:rPr>
              <a:t>to help us learn more about how human body systems function.</a:t>
            </a:r>
            <a:endParaRPr sz="1900">
              <a:latin typeface="McLaren"/>
              <a:ea typeface="McLaren"/>
              <a:cs typeface="McLaren"/>
              <a:sym typeface="McLaren"/>
            </a:endParaRPr>
          </a:p>
          <a:p>
            <a:pPr indent="0" lvl="0" marL="0" rtl="0" algn="l">
              <a:spcBef>
                <a:spcPts val="1600"/>
              </a:spcBef>
              <a:spcAft>
                <a:spcPts val="2000"/>
              </a:spcAft>
              <a:buNone/>
            </a:pPr>
            <a:r>
              <a:rPr lang="en" sz="1900">
                <a:latin typeface="McLaren"/>
                <a:ea typeface="McLaren"/>
                <a:cs typeface="McLaren"/>
                <a:sym typeface="McLaren"/>
              </a:rPr>
              <a:t>This simulation is called the </a:t>
            </a:r>
            <a:r>
              <a:rPr i="1" lang="en" sz="1900" u="sng">
                <a:solidFill>
                  <a:schemeClr val="hlink"/>
                </a:solidFill>
                <a:latin typeface="McLaren"/>
                <a:ea typeface="McLaren"/>
                <a:cs typeface="McLaren"/>
                <a:sym typeface="McLaren"/>
                <a:hlinkClick r:id="rId3"/>
              </a:rPr>
              <a:t>Metabolism </a:t>
            </a:r>
            <a:r>
              <a:rPr lang="en" sz="1900" u="sng">
                <a:solidFill>
                  <a:schemeClr val="hlink"/>
                </a:solidFill>
                <a:latin typeface="McLaren"/>
                <a:ea typeface="McLaren"/>
                <a:cs typeface="McLaren"/>
                <a:sym typeface="McLaren"/>
                <a:hlinkClick r:id="rId4"/>
              </a:rPr>
              <a:t>Simulation</a:t>
            </a:r>
            <a:r>
              <a:rPr lang="en" sz="1900">
                <a:latin typeface="McLaren"/>
                <a:ea typeface="McLaren"/>
                <a:cs typeface="McLaren"/>
                <a:sym typeface="McLaren"/>
              </a:rPr>
              <a:t>. It’s a </a:t>
            </a:r>
            <a:r>
              <a:rPr b="1" lang="en" sz="1900">
                <a:latin typeface="McLaren"/>
                <a:ea typeface="McLaren"/>
                <a:cs typeface="McLaren"/>
                <a:sym typeface="McLaren"/>
              </a:rPr>
              <a:t>scientific model</a:t>
            </a:r>
            <a:r>
              <a:rPr lang="en" sz="1900">
                <a:latin typeface="McLaren"/>
                <a:ea typeface="McLaren"/>
                <a:cs typeface="McLaren"/>
                <a:sym typeface="McLaren"/>
              </a:rPr>
              <a:t> of the human body that simulates many things that happen inside the human body.</a:t>
            </a:r>
            <a:endParaRPr sz="1900">
              <a:latin typeface="McLaren"/>
              <a:ea typeface="McLaren"/>
              <a:cs typeface="McLaren"/>
              <a:sym typeface="McLaren"/>
            </a:endParaRPr>
          </a:p>
        </p:txBody>
      </p:sp>
      <p:pic>
        <p:nvPicPr>
          <p:cNvPr descr="Screenshot of Metabolism Sim.&#10;Top row has 5 buttons:&#10;1. Button with person icon called Live.&#10;2. Button with graph icon called Graph.&#10;3. Button with play icon called Play.&#10;4. Button with x1 icon called Speed.&#10;5. Button with counterclockwise curved arrow called Reset.&#10;Bottom row is a key with symbols that represent molecules. The key has 8 squares and one rectangle.&#10;Square 1: 3 blue triangles. One is upside down. Label is Protein.&#10;Square 2: 1 purple triangle with label Amino Acid.&#10;Square 3: 1 purple square with label Fiber.&#10;Square 4: 3 red hexagons with label Starch.&#10;Square 5: 1 orange hexagon with label Glucose.&#10;Square 6: 1 green circle with label Oxygen.&#10;Square 7: 1purple diamond with label Carbon Dioxide.&#10;Square 8: 1 light blue parallelogram with label Water.&#10;Rectangle: Yellow meter with the label Low on the left side, the label Medium in the center, and the label High at the right side. An arrow points to Low. The meter is labeled Cellular Respiration 0.&#10;In the center of the Simulation is a connected system of colored squares and tubes. &#10;On the left are an empty green square and a green rectangle with several glucose molecules.&#10;In the top center is an empty rectangle that is half green and half blue.&#10;In the center, a red square has many glucose and oxygen molecules and amino acids. A tube connects the green rectangle to a red tube that connects to the red square. The red tube has amino acids.&#10;In the bottom center, an orange rectangle has several glucose molecules.&#10;At the top right is a blue square with many oxygen molecules. A tube connects to a red tube that connects to the red square. The red tube contains oxygen and glucose molecules.&#10;Below it is a yellow rectangle that represents one cell. It contains 3 mitochondria.&#10;To the right of the system is a column of settings.&#10;At the top is the label Timer with the number 5.&#10;Below is the label Food. Below it are 2 boxes.&#10;Box 1 has a + sign at the top. Below is a fish icon labeled Fish.&#10;Box 2 has a + sign at the top. Below is a corn icon labeled Corn.&#10;Below is the label Activity Level.&#10;Below it is a sliding scale with the labels Rest, Walk, Jog, Run, Spring. The scale goes to Walk and has a blue circle that marks the spot and has a box with the label Walk.&#10;Below is the label Digestive Enzymes.&#10;Below it is a sliding scale with the labels Low, Medium, High. The scale goes to Medium and has a blue circle that marks the spot and has a box with the label Medium.&#10;Below is the label Heart Rate with the text 68 Beats Per Min. To the right are 2 buttons. One is gray and labeled Stop. &#10;Below is the label Breath Rate with the text 10 Breaths Per Min. To the right are 2 buttons. One is gray and labeled Stop.&#10;" id="730" name="Google Shape;730;p100"/>
          <p:cNvPicPr preferRelativeResize="0"/>
          <p:nvPr/>
        </p:nvPicPr>
        <p:blipFill rotWithShape="1">
          <a:blip r:embed="rId5">
            <a:alphaModFix/>
          </a:blip>
          <a:srcRect b="0" l="316" r="26133" t="319"/>
          <a:stretch/>
        </p:blipFill>
        <p:spPr>
          <a:xfrm>
            <a:off x="5714009" y="1444750"/>
            <a:ext cx="2888627" cy="2945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36" name="Google Shape;736;p101"/>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Video showing how to use the Metabolism Sim. " id="737" name="Google Shape;737;p101" title="MSSCI_MET_NA_CS_20108.mp4">
            <a:hlinkClick r:id="rId3"/>
          </p:cNvPr>
          <p:cNvPicPr preferRelativeResize="0"/>
          <p:nvPr/>
        </p:nvPicPr>
        <p:blipFill>
          <a:blip r:embed="rId4">
            <a:alphaModFix/>
          </a:blip>
          <a:stretch>
            <a:fillRect/>
          </a:stretch>
        </p:blipFill>
        <p:spPr>
          <a:xfrm>
            <a:off x="960853" y="491437"/>
            <a:ext cx="7345099" cy="41316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43" name="Google Shape;743;p102"/>
          <p:cNvSpPr txBox="1"/>
          <p:nvPr/>
        </p:nvSpPr>
        <p:spPr>
          <a:xfrm>
            <a:off x="856117" y="400983"/>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600">
                <a:latin typeface="McLaren"/>
                <a:ea typeface="McLaren"/>
                <a:cs typeface="McLaren"/>
                <a:sym typeface="McLaren"/>
              </a:rPr>
              <a:t>Elisa</a:t>
            </a:r>
            <a:endParaRPr b="1" sz="3600">
              <a:latin typeface="McLaren"/>
              <a:ea typeface="McLaren"/>
              <a:cs typeface="McLaren"/>
              <a:sym typeface="McLaren"/>
            </a:endParaRPr>
          </a:p>
        </p:txBody>
      </p:sp>
      <p:sp>
        <p:nvSpPr>
          <p:cNvPr id="744" name="Google Shape;744;p102"/>
          <p:cNvSpPr txBox="1"/>
          <p:nvPr/>
        </p:nvSpPr>
        <p:spPr>
          <a:xfrm>
            <a:off x="883250" y="1156675"/>
            <a:ext cx="3990900" cy="3321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McLaren"/>
              <a:buChar char="➔"/>
            </a:pPr>
            <a:r>
              <a:rPr lang="en" sz="1800">
                <a:latin typeface="McLaren"/>
                <a:ea typeface="McLaren"/>
                <a:cs typeface="McLaren"/>
                <a:sym typeface="McLaren"/>
              </a:rPr>
              <a:t>To figure out why Elisa feels so tired, we will first think about healthy bodies.</a:t>
            </a:r>
            <a:endParaRPr sz="1800">
              <a:latin typeface="McLaren"/>
              <a:ea typeface="McLaren"/>
              <a:cs typeface="McLaren"/>
              <a:sym typeface="McLaren"/>
            </a:endParaRPr>
          </a:p>
          <a:p>
            <a:pPr indent="-342900" lvl="0" marL="457200" rtl="0" algn="l">
              <a:spcBef>
                <a:spcPts val="1600"/>
              </a:spcBef>
              <a:spcAft>
                <a:spcPts val="0"/>
              </a:spcAft>
              <a:buSzPts val="1800"/>
              <a:buFont typeface="McLaren"/>
              <a:buChar char="➔"/>
            </a:pPr>
            <a:r>
              <a:rPr lang="en" sz="1800">
                <a:latin typeface="McLaren"/>
                <a:ea typeface="McLaren"/>
                <a:cs typeface="McLaren"/>
                <a:sym typeface="McLaren"/>
              </a:rPr>
              <a:t>What are some things you know the human body needs to function?</a:t>
            </a:r>
            <a:endParaRPr sz="1800">
              <a:latin typeface="McLaren"/>
              <a:ea typeface="McLaren"/>
              <a:cs typeface="McLaren"/>
              <a:sym typeface="McLaren"/>
            </a:endParaRPr>
          </a:p>
          <a:p>
            <a:pPr indent="-342900" lvl="0" marL="457200" rtl="0" algn="l">
              <a:spcBef>
                <a:spcPts val="1600"/>
              </a:spcBef>
              <a:spcAft>
                <a:spcPts val="1600"/>
              </a:spcAft>
              <a:buSzPts val="1800"/>
              <a:buFont typeface="McLaren"/>
              <a:buChar char="➔"/>
            </a:pPr>
            <a:r>
              <a:rPr lang="en" sz="1800">
                <a:latin typeface="McLaren"/>
                <a:ea typeface="McLaren"/>
                <a:cs typeface="McLaren"/>
                <a:sym typeface="McLaren"/>
              </a:rPr>
              <a:t>What are signs you can observe when a human body is functioning properly?</a:t>
            </a:r>
            <a:endParaRPr sz="1800">
              <a:latin typeface="McLaren"/>
              <a:ea typeface="McLaren"/>
              <a:cs typeface="McLaren"/>
              <a:sym typeface="McLaren"/>
            </a:endParaRPr>
          </a:p>
        </p:txBody>
      </p:sp>
      <p:pic>
        <p:nvPicPr>
          <p:cNvPr descr="Photo of Elisa in hospital bed hugging a plush rabbit." id="745" name="Google Shape;745;p102"/>
          <p:cNvPicPr preferRelativeResize="0"/>
          <p:nvPr/>
        </p:nvPicPr>
        <p:blipFill rotWithShape="1">
          <a:blip r:embed="rId3">
            <a:alphaModFix/>
          </a:blip>
          <a:srcRect b="19568" l="0" r="0" t="13349"/>
          <a:stretch/>
        </p:blipFill>
        <p:spPr>
          <a:xfrm>
            <a:off x="5395775" y="1156675"/>
            <a:ext cx="2853699" cy="236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1" name="Google Shape;751;p103"/>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52" name="Google Shape;752;p103"/>
          <p:cNvSpPr txBox="1"/>
          <p:nvPr/>
        </p:nvSpPr>
        <p:spPr>
          <a:xfrm>
            <a:off x="916439" y="931823"/>
            <a:ext cx="7642800" cy="308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McLaren"/>
                <a:ea typeface="McLaren"/>
                <a:cs typeface="McLaren"/>
                <a:sym typeface="McLaren"/>
              </a:rPr>
              <a:t>As we discussed, there are certain things we already know the human body needs to function. Two important things the human body needs to survive are </a:t>
            </a:r>
            <a:r>
              <a:rPr b="1" lang="en" sz="2500">
                <a:latin typeface="McLaren"/>
                <a:ea typeface="McLaren"/>
                <a:cs typeface="McLaren"/>
                <a:sym typeface="McLaren"/>
              </a:rPr>
              <a:t>food</a:t>
            </a:r>
            <a:r>
              <a:rPr lang="en" sz="2500">
                <a:latin typeface="McLaren"/>
                <a:ea typeface="McLaren"/>
                <a:cs typeface="McLaren"/>
                <a:sym typeface="McLaren"/>
              </a:rPr>
              <a:t> and </a:t>
            </a:r>
            <a:r>
              <a:rPr b="1" lang="en" sz="2500">
                <a:latin typeface="McLaren"/>
                <a:ea typeface="McLaren"/>
                <a:cs typeface="McLaren"/>
                <a:sym typeface="McLaren"/>
              </a:rPr>
              <a:t>air.</a:t>
            </a:r>
            <a:r>
              <a:rPr lang="en" sz="2500">
                <a:latin typeface="McLaren"/>
                <a:ea typeface="McLaren"/>
                <a:cs typeface="McLaren"/>
                <a:sym typeface="McLaren"/>
              </a:rPr>
              <a:t> </a:t>
            </a:r>
            <a:endParaRPr sz="2500">
              <a:latin typeface="McLaren"/>
              <a:ea typeface="McLaren"/>
              <a:cs typeface="McLaren"/>
              <a:sym typeface="McLaren"/>
            </a:endParaRPr>
          </a:p>
          <a:p>
            <a:pPr indent="0" lvl="0" marL="0" rtl="0" algn="l">
              <a:spcBef>
                <a:spcPts val="1600"/>
              </a:spcBef>
              <a:spcAft>
                <a:spcPts val="1600"/>
              </a:spcAft>
              <a:buNone/>
            </a:pPr>
            <a:r>
              <a:rPr lang="en" sz="2500">
                <a:latin typeface="McLaren"/>
                <a:ea typeface="McLaren"/>
                <a:cs typeface="McLaren"/>
                <a:sym typeface="McLaren"/>
              </a:rPr>
              <a:t>As you explore the </a:t>
            </a:r>
            <a:r>
              <a:rPr i="1" lang="en" sz="2500">
                <a:latin typeface="McLaren"/>
                <a:ea typeface="McLaren"/>
                <a:cs typeface="McLaren"/>
                <a:sym typeface="McLaren"/>
              </a:rPr>
              <a:t>Metabolism</a:t>
            </a:r>
            <a:r>
              <a:rPr lang="en" sz="2500">
                <a:latin typeface="McLaren"/>
                <a:ea typeface="McLaren"/>
                <a:cs typeface="McLaren"/>
                <a:sym typeface="McLaren"/>
              </a:rPr>
              <a:t> Sim again, </a:t>
            </a:r>
            <a:r>
              <a:rPr b="1" lang="en" sz="2500">
                <a:latin typeface="McLaren"/>
                <a:ea typeface="McLaren"/>
                <a:cs typeface="McLaren"/>
                <a:sym typeface="McLaren"/>
              </a:rPr>
              <a:t>watch what happens to the food and air</a:t>
            </a:r>
            <a:r>
              <a:rPr lang="en" sz="2500">
                <a:latin typeface="McLaren"/>
                <a:ea typeface="McLaren"/>
                <a:cs typeface="McLaren"/>
                <a:sym typeface="McLaren"/>
              </a:rPr>
              <a:t> that enter this healthy Simulation body.</a:t>
            </a:r>
            <a:endParaRPr sz="2500">
              <a:latin typeface="McLaren"/>
              <a:ea typeface="McLaren"/>
              <a:cs typeface="McLaren"/>
              <a:sym typeface="McLare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8" name="Google Shape;758;p104"/>
          <p:cNvSpPr txBox="1"/>
          <p:nvPr/>
        </p:nvSpPr>
        <p:spPr>
          <a:xfrm>
            <a:off x="856117" y="400983"/>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600">
                <a:latin typeface="McLaren"/>
                <a:ea typeface="McLaren"/>
                <a:cs typeface="McLaren"/>
                <a:sym typeface="McLaren"/>
              </a:rPr>
              <a:t>Metabolism SIM</a:t>
            </a:r>
            <a:endParaRPr b="1" sz="3600">
              <a:latin typeface="McLaren"/>
              <a:ea typeface="McLaren"/>
              <a:cs typeface="McLaren"/>
              <a:sym typeface="McLaren"/>
            </a:endParaRPr>
          </a:p>
        </p:txBody>
      </p:sp>
      <p:sp>
        <p:nvSpPr>
          <p:cNvPr id="759" name="Google Shape;759;p104"/>
          <p:cNvSpPr txBox="1"/>
          <p:nvPr/>
        </p:nvSpPr>
        <p:spPr>
          <a:xfrm>
            <a:off x="883250" y="1156675"/>
            <a:ext cx="3990900" cy="3321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McLaren"/>
              <a:buChar char="➔"/>
            </a:pPr>
            <a:r>
              <a:rPr b="1" lang="en" sz="1800">
                <a:latin typeface="McLaren"/>
                <a:ea typeface="McLaren"/>
                <a:cs typeface="McLaren"/>
                <a:sym typeface="McLaren"/>
              </a:rPr>
              <a:t>Observe</a:t>
            </a:r>
            <a:r>
              <a:rPr lang="en" sz="1800">
                <a:latin typeface="McLaren"/>
                <a:ea typeface="McLaren"/>
                <a:cs typeface="McLaren"/>
                <a:sym typeface="McLaren"/>
              </a:rPr>
              <a:t> the Sim a second time. </a:t>
            </a:r>
            <a:endParaRPr sz="1800">
              <a:latin typeface="McLaren"/>
              <a:ea typeface="McLaren"/>
              <a:cs typeface="McLaren"/>
              <a:sym typeface="McLaren"/>
            </a:endParaRPr>
          </a:p>
          <a:p>
            <a:pPr indent="-342900" lvl="0" marL="457200" rtl="0" algn="l">
              <a:spcBef>
                <a:spcPts val="1600"/>
              </a:spcBef>
              <a:spcAft>
                <a:spcPts val="0"/>
              </a:spcAft>
              <a:buSzPts val="1800"/>
              <a:buFont typeface="McLaren"/>
              <a:buChar char="➔"/>
            </a:pPr>
            <a:r>
              <a:rPr lang="en" sz="1800">
                <a:latin typeface="McLaren"/>
                <a:ea typeface="McLaren"/>
                <a:cs typeface="McLaren"/>
                <a:sym typeface="McLaren"/>
              </a:rPr>
              <a:t>This time, watch what happens to the </a:t>
            </a:r>
            <a:r>
              <a:rPr b="1" lang="en" sz="1800">
                <a:latin typeface="McLaren"/>
                <a:ea typeface="McLaren"/>
                <a:cs typeface="McLaren"/>
                <a:sym typeface="McLaren"/>
              </a:rPr>
              <a:t>food and air</a:t>
            </a:r>
            <a:r>
              <a:rPr lang="en" sz="1800">
                <a:latin typeface="McLaren"/>
                <a:ea typeface="McLaren"/>
                <a:cs typeface="McLaren"/>
                <a:sym typeface="McLaren"/>
              </a:rPr>
              <a:t> that enter this healthy Simulation body.</a:t>
            </a:r>
            <a:endParaRPr sz="1800">
              <a:latin typeface="McLaren"/>
              <a:ea typeface="McLaren"/>
              <a:cs typeface="McLaren"/>
              <a:sym typeface="McLaren"/>
            </a:endParaRPr>
          </a:p>
          <a:p>
            <a:pPr indent="-342900" lvl="0" marL="457200" rtl="0" algn="l">
              <a:spcBef>
                <a:spcPts val="1600"/>
              </a:spcBef>
              <a:spcAft>
                <a:spcPts val="2000"/>
              </a:spcAft>
              <a:buSzPts val="1800"/>
              <a:buFont typeface="McLaren"/>
              <a:buChar char="➔"/>
            </a:pPr>
            <a:r>
              <a:rPr lang="en" sz="1800">
                <a:latin typeface="McLaren"/>
                <a:ea typeface="McLaren"/>
                <a:cs typeface="McLaren"/>
                <a:sym typeface="McLaren"/>
              </a:rPr>
              <a:t>What happens to the </a:t>
            </a:r>
            <a:r>
              <a:rPr b="1" lang="en" sz="1800">
                <a:latin typeface="McLaren"/>
                <a:ea typeface="McLaren"/>
                <a:cs typeface="McLaren"/>
                <a:sym typeface="McLaren"/>
              </a:rPr>
              <a:t>food and air</a:t>
            </a:r>
            <a:r>
              <a:rPr lang="en" sz="1800">
                <a:latin typeface="McLaren"/>
                <a:ea typeface="McLaren"/>
                <a:cs typeface="McLaren"/>
                <a:sym typeface="McLaren"/>
              </a:rPr>
              <a:t> that enter this healthy Simulation body?</a:t>
            </a:r>
            <a:endParaRPr sz="1800">
              <a:latin typeface="McLaren"/>
              <a:ea typeface="McLaren"/>
              <a:cs typeface="McLaren"/>
              <a:sym typeface="McLaren"/>
            </a:endParaRPr>
          </a:p>
        </p:txBody>
      </p:sp>
      <p:pic>
        <p:nvPicPr>
          <p:cNvPr descr="Screenshot of Metabolism SIM in Healthy Body Mode" id="760" name="Google Shape;760;p104"/>
          <p:cNvPicPr preferRelativeResize="0"/>
          <p:nvPr/>
        </p:nvPicPr>
        <p:blipFill rotWithShape="1">
          <a:blip r:embed="rId3">
            <a:alphaModFix/>
          </a:blip>
          <a:srcRect b="0" l="0" r="25689" t="0"/>
          <a:stretch/>
        </p:blipFill>
        <p:spPr>
          <a:xfrm>
            <a:off x="5496625" y="1033250"/>
            <a:ext cx="2771826" cy="2760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5"/>
          <p:cNvSpPr txBox="1"/>
          <p:nvPr>
            <p:ph idx="4294967295" type="body"/>
          </p:nvPr>
        </p:nvSpPr>
        <p:spPr>
          <a:xfrm>
            <a:off x="2880633" y="1197972"/>
            <a:ext cx="3222900" cy="20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Unit </a:t>
            </a:r>
            <a:r>
              <a:rPr b="1" lang="en" sz="2000">
                <a:solidFill>
                  <a:srgbClr val="000000"/>
                </a:solidFill>
                <a:latin typeface="McLaren"/>
                <a:ea typeface="McLaren"/>
                <a:cs typeface="McLaren"/>
                <a:sym typeface="McLaren"/>
              </a:rPr>
              <a:t>Question</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400">
                <a:solidFill>
                  <a:srgbClr val="000000"/>
                </a:solidFill>
                <a:latin typeface="Loved by the King"/>
                <a:ea typeface="Loved by the King"/>
                <a:cs typeface="Loved by the King"/>
                <a:sym typeface="Loved by the King"/>
              </a:rPr>
              <a:t>How do the trillions of cells in the human body get what they need to function, and what do the cells do with the things they absorb?</a:t>
            </a:r>
            <a:endParaRPr sz="3000">
              <a:solidFill>
                <a:srgbClr val="434343"/>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a:latin typeface="Loved by the King"/>
              <a:ea typeface="Loved by the King"/>
              <a:cs typeface="Loved by the King"/>
              <a:sym typeface="Loved by the King"/>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6"/>
          <p:cNvSpPr txBox="1"/>
          <p:nvPr>
            <p:ph idx="4294967295" type="body"/>
          </p:nvPr>
        </p:nvSpPr>
        <p:spPr>
          <a:xfrm>
            <a:off x="2851574" y="1285150"/>
            <a:ext cx="3222900" cy="20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900">
                <a:solidFill>
                  <a:srgbClr val="000000"/>
                </a:solidFill>
                <a:latin typeface="McLaren"/>
                <a:ea typeface="McLaren"/>
                <a:cs typeface="McLaren"/>
                <a:sym typeface="McLaren"/>
              </a:rPr>
              <a:t>Ch 1</a:t>
            </a:r>
            <a:r>
              <a:rPr b="1" lang="en" sz="2900">
                <a:solidFill>
                  <a:srgbClr val="000000"/>
                </a:solidFill>
                <a:latin typeface="McLaren"/>
                <a:ea typeface="McLaren"/>
                <a:cs typeface="McLaren"/>
                <a:sym typeface="McLaren"/>
              </a:rPr>
              <a:t> Question</a:t>
            </a:r>
            <a:endParaRPr b="1" sz="29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3300">
                <a:solidFill>
                  <a:srgbClr val="000000"/>
                </a:solidFill>
                <a:latin typeface="Loved by the King"/>
                <a:ea typeface="Loved by the King"/>
                <a:cs typeface="Loved by the King"/>
                <a:sym typeface="Loved by the King"/>
              </a:rPr>
              <a:t>Why does Elisa feel tired all the time?</a:t>
            </a:r>
            <a:endParaRPr sz="33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2700">
              <a:latin typeface="Loved by the King"/>
              <a:ea typeface="Loved by the King"/>
              <a:cs typeface="Loved by the King"/>
              <a:sym typeface="Loved by the King"/>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0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76" name="Google Shape;776;p107"/>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NEED TO CONFIRM USING GIF FILE***&#10;&#10;Screenshot of Metabolism Sim with large yellow rectangle in center.&#10;&#10;Image of Cellular Respiration 3:&#10;The yellow meter now points to the space between label Medium. The number 3 appears next to the label Cellular Respiration.&#10;In the column of settings, the Heart Rate is now 73. The Breath Rate is now 14.&#10;&#10;Image of Cellular Respiration 4:&#10;The yellow meter now points to the space between label Medium. The number 4 appears next to the label Cellular Respiration.&#10;In the column of settings, the Heart Rate is now 70. The Breath Rate is now 9.&#10;&#10;Image of Cellular Respiration 3:&#10;The yellow meter now points to the space between label Medium. The number 4 appears next to the label Cellular Respiration.&#10;In the column of settings, the Heart Rate is now 65. The Breath Rate is now 14.&#10;&#10;Image of Cellular Respiration 2:&#10;The yellow meter now points to the space between label Low and label Medium. The number 2 appears next to the label Cellular Respiration.&#10;In the column of settings, the Heart Rate is now 65. The Breath Rate is now 10.&#10;&#10;Image of Cellular Respiration 1:&#10;The yellow meter now points to the label Low and the number 1 appears next to the label Cellular Respiration.&#10;In the column of settings, the Heart Rate is now 66. The Breath Rate is now 16.&#10;&#10;" id="777" name="Google Shape;777;p107"/>
          <p:cNvPicPr preferRelativeResize="0"/>
          <p:nvPr/>
        </p:nvPicPr>
        <p:blipFill rotWithShape="1">
          <a:blip r:embed="rId3">
            <a:alphaModFix/>
          </a:blip>
          <a:srcRect b="0" l="0" r="0" t="0"/>
          <a:stretch/>
        </p:blipFill>
        <p:spPr>
          <a:xfrm>
            <a:off x="5525675" y="649189"/>
            <a:ext cx="3073951" cy="3795795"/>
          </a:xfrm>
          <a:prstGeom prst="rect">
            <a:avLst/>
          </a:prstGeom>
          <a:noFill/>
          <a:ln>
            <a:noFill/>
          </a:ln>
        </p:spPr>
      </p:pic>
      <p:sp>
        <p:nvSpPr>
          <p:cNvPr id="778" name="Google Shape;778;p107"/>
          <p:cNvSpPr txBox="1"/>
          <p:nvPr/>
        </p:nvSpPr>
        <p:spPr>
          <a:xfrm>
            <a:off x="733575" y="970950"/>
            <a:ext cx="4527300" cy="336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2F2F2F"/>
                </a:solidFill>
                <a:latin typeface="McLaren"/>
                <a:ea typeface="McLaren"/>
                <a:cs typeface="McLaren"/>
                <a:sym typeface="McLaren"/>
              </a:rPr>
              <a:t>The yellow box </a:t>
            </a:r>
            <a:r>
              <a:rPr b="1" lang="en" sz="1900">
                <a:solidFill>
                  <a:srgbClr val="2F2F2F"/>
                </a:solidFill>
                <a:latin typeface="McLaren"/>
                <a:ea typeface="McLaren"/>
                <a:cs typeface="McLaren"/>
                <a:sym typeface="McLaren"/>
              </a:rPr>
              <a:t>represents</a:t>
            </a:r>
            <a:r>
              <a:rPr lang="en" sz="1900">
                <a:solidFill>
                  <a:srgbClr val="2F2F2F"/>
                </a:solidFill>
                <a:latin typeface="McLaren"/>
                <a:ea typeface="McLaren"/>
                <a:cs typeface="McLaren"/>
                <a:sym typeface="McLaren"/>
              </a:rPr>
              <a:t> </a:t>
            </a:r>
            <a:r>
              <a:rPr b="1" lang="en" sz="1900">
                <a:solidFill>
                  <a:srgbClr val="2F2F2F"/>
                </a:solidFill>
                <a:latin typeface="McLaren"/>
                <a:ea typeface="McLaren"/>
                <a:cs typeface="McLaren"/>
                <a:sym typeface="McLaren"/>
              </a:rPr>
              <a:t>one</a:t>
            </a:r>
            <a:r>
              <a:rPr lang="en" sz="1900">
                <a:solidFill>
                  <a:srgbClr val="2F2F2F"/>
                </a:solidFill>
                <a:latin typeface="McLaren"/>
                <a:ea typeface="McLaren"/>
                <a:cs typeface="McLaren"/>
                <a:sym typeface="McLaren"/>
              </a:rPr>
              <a:t> </a:t>
            </a:r>
            <a:r>
              <a:rPr b="1" lang="en" sz="1900">
                <a:solidFill>
                  <a:srgbClr val="2F2F2F"/>
                </a:solidFill>
                <a:latin typeface="McLaren"/>
                <a:ea typeface="McLaren"/>
                <a:cs typeface="McLaren"/>
                <a:sym typeface="McLaren"/>
              </a:rPr>
              <a:t>cell</a:t>
            </a:r>
            <a:r>
              <a:rPr lang="en" sz="1900">
                <a:solidFill>
                  <a:srgbClr val="2F2F2F"/>
                </a:solidFill>
                <a:latin typeface="McLaren"/>
                <a:ea typeface="McLaren"/>
                <a:cs typeface="McLaren"/>
                <a:sym typeface="McLaren"/>
              </a:rPr>
              <a:t> in this model of the healthy human body. You can zoom into this cell by pressing on the cell and then on the magnifying glass.</a:t>
            </a:r>
            <a:endParaRPr sz="1900">
              <a:solidFill>
                <a:srgbClr val="2F2F2F"/>
              </a:solidFill>
              <a:latin typeface="McLaren"/>
              <a:ea typeface="McLaren"/>
              <a:cs typeface="McLaren"/>
              <a:sym typeface="McLaren"/>
            </a:endParaRPr>
          </a:p>
          <a:p>
            <a:pPr indent="0" lvl="0" marL="0" rtl="0" algn="l">
              <a:spcBef>
                <a:spcPts val="2000"/>
              </a:spcBef>
              <a:spcAft>
                <a:spcPts val="2000"/>
              </a:spcAft>
              <a:buNone/>
            </a:pPr>
            <a:r>
              <a:rPr lang="en" sz="1900">
                <a:solidFill>
                  <a:srgbClr val="2F2F2F"/>
                </a:solidFill>
                <a:latin typeface="McLaren"/>
                <a:ea typeface="McLaren"/>
                <a:cs typeface="McLaren"/>
                <a:sym typeface="McLaren"/>
              </a:rPr>
              <a:t>The </a:t>
            </a:r>
            <a:r>
              <a:rPr b="1" lang="en" sz="1900">
                <a:solidFill>
                  <a:srgbClr val="2F2F2F"/>
                </a:solidFill>
                <a:latin typeface="McLaren"/>
                <a:ea typeface="McLaren"/>
                <a:cs typeface="McLaren"/>
                <a:sym typeface="McLaren"/>
              </a:rPr>
              <a:t>trillions of cells</a:t>
            </a:r>
            <a:r>
              <a:rPr lang="en" sz="1900">
                <a:solidFill>
                  <a:srgbClr val="2F2F2F"/>
                </a:solidFill>
                <a:latin typeface="McLaren"/>
                <a:ea typeface="McLaren"/>
                <a:cs typeface="McLaren"/>
                <a:sym typeface="McLaren"/>
              </a:rPr>
              <a:t> in the body have some </a:t>
            </a:r>
            <a:r>
              <a:rPr b="1" lang="en" sz="1900">
                <a:solidFill>
                  <a:srgbClr val="2F2F2F"/>
                </a:solidFill>
                <a:latin typeface="McLaren"/>
                <a:ea typeface="McLaren"/>
                <a:cs typeface="McLaren"/>
                <a:sym typeface="McLaren"/>
              </a:rPr>
              <a:t>similarities</a:t>
            </a:r>
            <a:r>
              <a:rPr lang="en" sz="1900">
                <a:solidFill>
                  <a:srgbClr val="2F2F2F"/>
                </a:solidFill>
                <a:latin typeface="McLaren"/>
                <a:ea typeface="McLaren"/>
                <a:cs typeface="McLaren"/>
                <a:sym typeface="McLaren"/>
              </a:rPr>
              <a:t> in the ways they function, so we can learn more about what all cells need by </a:t>
            </a:r>
            <a:r>
              <a:rPr b="1" lang="en" sz="1900">
                <a:solidFill>
                  <a:srgbClr val="2F2F2F"/>
                </a:solidFill>
                <a:latin typeface="McLaren"/>
                <a:ea typeface="McLaren"/>
                <a:cs typeface="McLaren"/>
                <a:sym typeface="McLaren"/>
              </a:rPr>
              <a:t>observing one cell</a:t>
            </a:r>
            <a:r>
              <a:rPr lang="en" sz="1900">
                <a:solidFill>
                  <a:srgbClr val="2F2F2F"/>
                </a:solidFill>
                <a:latin typeface="McLaren"/>
                <a:ea typeface="McLaren"/>
                <a:cs typeface="McLaren"/>
                <a:sym typeface="McLaren"/>
              </a:rPr>
              <a:t> in the Simulation.</a:t>
            </a:r>
            <a:endParaRPr sz="1900">
              <a:solidFill>
                <a:srgbClr val="2F2F2F"/>
              </a:solidFill>
              <a:latin typeface="McLaren"/>
              <a:ea typeface="McLaren"/>
              <a:cs typeface="McLaren"/>
              <a:sym typeface="McLare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0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84" name="Google Shape;784;p108"/>
          <p:cNvSpPr txBox="1"/>
          <p:nvPr/>
        </p:nvSpPr>
        <p:spPr>
          <a:xfrm>
            <a:off x="856117" y="400983"/>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600">
                <a:latin typeface="McLaren"/>
                <a:ea typeface="McLaren"/>
                <a:cs typeface="McLaren"/>
                <a:sym typeface="McLaren"/>
              </a:rPr>
              <a:t>Metabolism SIM</a:t>
            </a:r>
            <a:endParaRPr b="1" sz="3600">
              <a:latin typeface="McLaren"/>
              <a:ea typeface="McLaren"/>
              <a:cs typeface="McLaren"/>
              <a:sym typeface="McLaren"/>
            </a:endParaRPr>
          </a:p>
        </p:txBody>
      </p:sp>
      <p:sp>
        <p:nvSpPr>
          <p:cNvPr id="785" name="Google Shape;785;p108"/>
          <p:cNvSpPr txBox="1"/>
          <p:nvPr/>
        </p:nvSpPr>
        <p:spPr>
          <a:xfrm>
            <a:off x="669425" y="1156675"/>
            <a:ext cx="4431600" cy="3321900"/>
          </a:xfrm>
          <a:prstGeom prst="rect">
            <a:avLst/>
          </a:prstGeom>
          <a:noFill/>
          <a:ln>
            <a:noFill/>
          </a:ln>
        </p:spPr>
        <p:txBody>
          <a:bodyPr anchorCtr="0" anchor="t" bIns="91425" lIns="91425" spcFirstLastPara="1" rIns="91425" wrap="square" tIns="91425">
            <a:noAutofit/>
          </a:bodyPr>
          <a:lstStyle/>
          <a:p>
            <a:pPr indent="-320675" lvl="0" marL="457200" rtl="0" algn="l">
              <a:spcBef>
                <a:spcPts val="0"/>
              </a:spcBef>
              <a:spcAft>
                <a:spcPts val="0"/>
              </a:spcAft>
              <a:buSzPts val="1450"/>
              <a:buFont typeface="McLaren"/>
              <a:buChar char="➔"/>
            </a:pPr>
            <a:r>
              <a:rPr b="1" lang="en" sz="1450">
                <a:latin typeface="McLaren"/>
                <a:ea typeface="McLaren"/>
                <a:cs typeface="McLaren"/>
                <a:sym typeface="McLaren"/>
              </a:rPr>
              <a:t>Observe</a:t>
            </a:r>
            <a:r>
              <a:rPr lang="en" sz="1450">
                <a:latin typeface="McLaren"/>
                <a:ea typeface="McLaren"/>
                <a:cs typeface="McLaren"/>
                <a:sym typeface="McLaren"/>
              </a:rPr>
              <a:t> the Sim again.</a:t>
            </a:r>
            <a:endParaRPr sz="1450">
              <a:latin typeface="McLaren"/>
              <a:ea typeface="McLaren"/>
              <a:cs typeface="McLaren"/>
              <a:sym typeface="McLaren"/>
            </a:endParaRPr>
          </a:p>
          <a:p>
            <a:pPr indent="-320675" lvl="0" marL="457200" rtl="0" algn="l">
              <a:spcBef>
                <a:spcPts val="1600"/>
              </a:spcBef>
              <a:spcAft>
                <a:spcPts val="0"/>
              </a:spcAft>
              <a:buSzPts val="1450"/>
              <a:buFont typeface="McLaren"/>
              <a:buChar char="➔"/>
            </a:pPr>
            <a:r>
              <a:rPr lang="en" sz="1450">
                <a:latin typeface="McLaren"/>
                <a:ea typeface="McLaren"/>
                <a:cs typeface="McLaren"/>
                <a:sym typeface="McLaren"/>
              </a:rPr>
              <a:t>This time, pay attention to what’s happening in the </a:t>
            </a:r>
            <a:r>
              <a:rPr b="1" lang="en" sz="1450">
                <a:latin typeface="McLaren"/>
                <a:ea typeface="McLaren"/>
                <a:cs typeface="McLaren"/>
                <a:sym typeface="McLaren"/>
              </a:rPr>
              <a:t>representative cell</a:t>
            </a:r>
            <a:r>
              <a:rPr lang="en" sz="1450">
                <a:latin typeface="McLaren"/>
                <a:ea typeface="McLaren"/>
                <a:cs typeface="McLaren"/>
                <a:sym typeface="McLaren"/>
              </a:rPr>
              <a:t> to learn more about what cells in the body need.</a:t>
            </a:r>
            <a:endParaRPr sz="1450">
              <a:latin typeface="McLaren"/>
              <a:ea typeface="McLaren"/>
              <a:cs typeface="McLaren"/>
              <a:sym typeface="McLaren"/>
            </a:endParaRPr>
          </a:p>
          <a:p>
            <a:pPr indent="-320675" lvl="0" marL="457200" rtl="0" algn="l">
              <a:spcBef>
                <a:spcPts val="1600"/>
              </a:spcBef>
              <a:spcAft>
                <a:spcPts val="0"/>
              </a:spcAft>
              <a:buSzPts val="1450"/>
              <a:buFont typeface="McLaren"/>
              <a:buChar char="➔"/>
            </a:pPr>
            <a:r>
              <a:rPr lang="en" sz="1450">
                <a:latin typeface="McLaren"/>
                <a:ea typeface="McLaren"/>
                <a:cs typeface="McLaren"/>
                <a:sym typeface="McLaren"/>
              </a:rPr>
              <a:t>Which </a:t>
            </a:r>
            <a:r>
              <a:rPr b="1" lang="en" sz="1450">
                <a:latin typeface="McLaren"/>
                <a:ea typeface="McLaren"/>
                <a:cs typeface="McLaren"/>
                <a:sym typeface="McLaren"/>
              </a:rPr>
              <a:t>molecules</a:t>
            </a:r>
            <a:r>
              <a:rPr lang="en" sz="1450">
                <a:latin typeface="McLaren"/>
                <a:ea typeface="McLaren"/>
                <a:cs typeface="McLaren"/>
                <a:sym typeface="McLaren"/>
              </a:rPr>
              <a:t> are entering the cell?</a:t>
            </a:r>
            <a:endParaRPr sz="1450">
              <a:latin typeface="McLaren"/>
              <a:ea typeface="McLaren"/>
              <a:cs typeface="McLaren"/>
              <a:sym typeface="McLaren"/>
            </a:endParaRPr>
          </a:p>
          <a:p>
            <a:pPr indent="-320675" lvl="0" marL="457200" rtl="0" algn="l">
              <a:spcBef>
                <a:spcPts val="1600"/>
              </a:spcBef>
              <a:spcAft>
                <a:spcPts val="0"/>
              </a:spcAft>
              <a:buSzPts val="1450"/>
              <a:buFont typeface="McLaren"/>
              <a:buChar char="➔"/>
            </a:pPr>
            <a:r>
              <a:rPr lang="en" sz="1450">
                <a:solidFill>
                  <a:srgbClr val="2F2F2F"/>
                </a:solidFill>
                <a:latin typeface="McLaren"/>
                <a:ea typeface="McLaren"/>
                <a:cs typeface="McLaren"/>
                <a:sym typeface="McLaren"/>
              </a:rPr>
              <a:t>The </a:t>
            </a:r>
            <a:r>
              <a:rPr i="1" lang="en" sz="1450">
                <a:solidFill>
                  <a:srgbClr val="2F2F2F"/>
                </a:solidFill>
                <a:latin typeface="McLaren"/>
                <a:ea typeface="McLaren"/>
                <a:cs typeface="McLaren"/>
                <a:sym typeface="McLaren"/>
              </a:rPr>
              <a:t>Metabolism </a:t>
            </a:r>
            <a:r>
              <a:rPr lang="en" sz="1450">
                <a:solidFill>
                  <a:srgbClr val="2F2F2F"/>
                </a:solidFill>
                <a:latin typeface="McLaren"/>
                <a:ea typeface="McLaren"/>
                <a:cs typeface="McLaren"/>
                <a:sym typeface="McLaren"/>
              </a:rPr>
              <a:t>Sim </a:t>
            </a:r>
            <a:br>
              <a:rPr lang="en" sz="1450">
                <a:solidFill>
                  <a:srgbClr val="2F2F2F"/>
                </a:solidFill>
                <a:latin typeface="McLaren"/>
                <a:ea typeface="McLaren"/>
                <a:cs typeface="McLaren"/>
                <a:sym typeface="McLaren"/>
              </a:rPr>
            </a:br>
            <a:r>
              <a:rPr lang="en" sz="1450">
                <a:solidFill>
                  <a:srgbClr val="2F2F2F"/>
                </a:solidFill>
                <a:latin typeface="McLaren"/>
                <a:ea typeface="McLaren"/>
                <a:cs typeface="McLaren"/>
                <a:sym typeface="McLaren"/>
              </a:rPr>
              <a:t>can help us investigate if Elisa’s problem is related to the </a:t>
            </a:r>
            <a:r>
              <a:rPr b="1" lang="en" sz="1450">
                <a:solidFill>
                  <a:srgbClr val="2F2F2F"/>
                </a:solidFill>
                <a:latin typeface="McLaren"/>
                <a:ea typeface="McLaren"/>
                <a:cs typeface="McLaren"/>
                <a:sym typeface="McLaren"/>
              </a:rPr>
              <a:t>molecules she is taking in from the environment</a:t>
            </a:r>
            <a:r>
              <a:rPr lang="en" sz="1450">
                <a:solidFill>
                  <a:srgbClr val="2F2F2F"/>
                </a:solidFill>
                <a:latin typeface="McLaren"/>
                <a:ea typeface="McLaren"/>
                <a:cs typeface="McLaren"/>
                <a:sym typeface="McLaren"/>
              </a:rPr>
              <a:t> and/or what is happening in the </a:t>
            </a:r>
            <a:r>
              <a:rPr b="1" lang="en" sz="1450">
                <a:solidFill>
                  <a:srgbClr val="2F2F2F"/>
                </a:solidFill>
                <a:latin typeface="McLaren"/>
                <a:ea typeface="McLaren"/>
                <a:cs typeface="McLaren"/>
                <a:sym typeface="McLaren"/>
              </a:rPr>
              <a:t>cells in her body.</a:t>
            </a:r>
            <a:endParaRPr b="1" sz="1450">
              <a:latin typeface="McLaren"/>
              <a:ea typeface="McLaren"/>
              <a:cs typeface="McLaren"/>
              <a:sym typeface="McLaren"/>
            </a:endParaRPr>
          </a:p>
          <a:p>
            <a:pPr indent="0" lvl="0" marL="0" rtl="0" algn="l">
              <a:spcBef>
                <a:spcPts val="2000"/>
              </a:spcBef>
              <a:spcAft>
                <a:spcPts val="1600"/>
              </a:spcAft>
              <a:buNone/>
            </a:pPr>
            <a:r>
              <a:t/>
            </a:r>
            <a:endParaRPr sz="1450">
              <a:latin typeface="McLaren"/>
              <a:ea typeface="McLaren"/>
              <a:cs typeface="McLaren"/>
              <a:sym typeface="McLaren"/>
            </a:endParaRPr>
          </a:p>
        </p:txBody>
      </p:sp>
      <p:pic>
        <p:nvPicPr>
          <p:cNvPr descr="Screenshot of Metabolism SIM in Healthy Body Mode" id="786" name="Google Shape;786;p108"/>
          <p:cNvPicPr preferRelativeResize="0"/>
          <p:nvPr/>
        </p:nvPicPr>
        <p:blipFill>
          <a:blip r:embed="rId3">
            <a:alphaModFix/>
          </a:blip>
          <a:stretch>
            <a:fillRect/>
          </a:stretch>
        </p:blipFill>
        <p:spPr>
          <a:xfrm>
            <a:off x="5193800" y="1091350"/>
            <a:ext cx="3281700" cy="2428304"/>
          </a:xfrm>
          <a:prstGeom prst="rect">
            <a:avLst/>
          </a:prstGeom>
          <a:noFill/>
          <a:ln>
            <a:noFill/>
          </a:ln>
        </p:spPr>
      </p:pic>
      <p:pic>
        <p:nvPicPr>
          <p:cNvPr id="787" name="Google Shape;787;p108"/>
          <p:cNvPicPr preferRelativeResize="0"/>
          <p:nvPr/>
        </p:nvPicPr>
        <p:blipFill rotWithShape="1">
          <a:blip r:embed="rId4">
            <a:alphaModFix/>
          </a:blip>
          <a:srcRect b="3541" l="1574" r="1873" t="3513"/>
          <a:stretch/>
        </p:blipFill>
        <p:spPr>
          <a:xfrm flipH="1" rot="-10564892">
            <a:off x="7157240" y="2991244"/>
            <a:ext cx="1096056" cy="7670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09"/>
          <p:cNvSpPr txBox="1"/>
          <p:nvPr>
            <p:ph idx="4294967295" type="body"/>
          </p:nvPr>
        </p:nvSpPr>
        <p:spPr>
          <a:xfrm>
            <a:off x="3011400" y="1324825"/>
            <a:ext cx="2978700" cy="22800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3000">
                <a:solidFill>
                  <a:srgbClr val="000000"/>
                </a:solidFill>
                <a:latin typeface="McLaren"/>
                <a:ea typeface="McLaren"/>
                <a:cs typeface="McLaren"/>
                <a:sym typeface="McLaren"/>
              </a:rPr>
              <a:t>metabolism</a:t>
            </a:r>
            <a:endParaRPr b="1" sz="1000">
              <a:solidFill>
                <a:srgbClr val="434343"/>
              </a:solidFill>
              <a:latin typeface="McLaren"/>
              <a:ea typeface="McLaren"/>
              <a:cs typeface="McLaren"/>
              <a:sym typeface="McLaren"/>
            </a:endParaRPr>
          </a:p>
          <a:p>
            <a:pPr indent="0" lvl="0" marL="0" rtl="0" algn="ctr">
              <a:lnSpc>
                <a:spcPct val="100000"/>
              </a:lnSpc>
              <a:spcBef>
                <a:spcPts val="1600"/>
              </a:spcBef>
              <a:spcAft>
                <a:spcPts val="0"/>
              </a:spcAft>
              <a:buNone/>
            </a:pPr>
            <a:r>
              <a:rPr lang="en" sz="2900">
                <a:solidFill>
                  <a:srgbClr val="000000"/>
                </a:solidFill>
                <a:latin typeface="Loved by the King"/>
                <a:ea typeface="Loved by the King"/>
                <a:cs typeface="Loved by the King"/>
                <a:sym typeface="Loved by the King"/>
              </a:rPr>
              <a:t>the body’s use of molecules for energy and growth</a:t>
            </a:r>
            <a:endParaRPr sz="3900">
              <a:solidFill>
                <a:srgbClr val="434343"/>
              </a:solidFill>
              <a:latin typeface="Loved by the King"/>
              <a:ea typeface="Loved by the King"/>
              <a:cs typeface="Loved by the King"/>
              <a:sym typeface="Loved by the King"/>
            </a:endParaRPr>
          </a:p>
          <a:p>
            <a:pPr indent="0" lvl="0" marL="0" rtl="0" algn="l">
              <a:lnSpc>
                <a:spcPct val="100000"/>
              </a:lnSpc>
              <a:spcBef>
                <a:spcPts val="16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10"/>
          <p:cNvSpPr txBox="1"/>
          <p:nvPr/>
        </p:nvSpPr>
        <p:spPr>
          <a:xfrm>
            <a:off x="799150" y="464950"/>
            <a:ext cx="60309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latin typeface="McLaren"/>
                <a:ea typeface="McLaren"/>
                <a:cs typeface="McLaren"/>
                <a:sym typeface="McLaren"/>
              </a:rPr>
              <a:t>Returning to the Patient</a:t>
            </a:r>
            <a:endParaRPr b="1" sz="3500">
              <a:latin typeface="McLaren"/>
              <a:ea typeface="McLaren"/>
              <a:cs typeface="McLaren"/>
              <a:sym typeface="McLaren"/>
            </a:endParaRPr>
          </a:p>
        </p:txBody>
      </p:sp>
      <p:sp>
        <p:nvSpPr>
          <p:cNvPr id="798" name="Google Shape;798;p110"/>
          <p:cNvSpPr txBox="1"/>
          <p:nvPr/>
        </p:nvSpPr>
        <p:spPr>
          <a:xfrm>
            <a:off x="900453" y="1140434"/>
            <a:ext cx="5610000" cy="333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McLaren"/>
                <a:ea typeface="McLaren"/>
                <a:cs typeface="McLaren"/>
                <a:sym typeface="McLaren"/>
              </a:rPr>
              <a:t>In the Sim, you observed that in a functioning, healthy body, certain </a:t>
            </a:r>
            <a:r>
              <a:rPr b="1" lang="en" sz="1900">
                <a:latin typeface="McLaren"/>
                <a:ea typeface="McLaren"/>
                <a:cs typeface="McLaren"/>
                <a:sym typeface="McLaren"/>
              </a:rPr>
              <a:t>molecules that come from food and air</a:t>
            </a:r>
            <a:r>
              <a:rPr lang="en" sz="1900">
                <a:latin typeface="McLaren"/>
                <a:ea typeface="McLaren"/>
                <a:cs typeface="McLaren"/>
                <a:sym typeface="McLaren"/>
              </a:rPr>
              <a:t> are transported into the body’s </a:t>
            </a:r>
            <a:r>
              <a:rPr b="1" lang="en" sz="1900">
                <a:latin typeface="McLaren"/>
                <a:ea typeface="McLaren"/>
                <a:cs typeface="McLaren"/>
                <a:sym typeface="McLaren"/>
              </a:rPr>
              <a:t>cells.</a:t>
            </a:r>
            <a:endParaRPr b="1" sz="1900">
              <a:latin typeface="McLaren"/>
              <a:ea typeface="McLaren"/>
              <a:cs typeface="McLaren"/>
              <a:sym typeface="McLaren"/>
            </a:endParaRPr>
          </a:p>
          <a:p>
            <a:pPr indent="0" lvl="0" marL="0" rtl="0" algn="l">
              <a:spcBef>
                <a:spcPts val="2000"/>
              </a:spcBef>
              <a:spcAft>
                <a:spcPts val="0"/>
              </a:spcAft>
              <a:buNone/>
            </a:pPr>
            <a:r>
              <a:rPr lang="en" sz="1900">
                <a:latin typeface="McLaren"/>
                <a:ea typeface="McLaren"/>
                <a:cs typeface="McLaren"/>
                <a:sym typeface="McLaren"/>
              </a:rPr>
              <a:t>Remember the claims we generated about why Elisa is feeling tired.</a:t>
            </a:r>
            <a:endParaRPr sz="1900">
              <a:latin typeface="McLaren"/>
              <a:ea typeface="McLaren"/>
              <a:cs typeface="McLaren"/>
              <a:sym typeface="McLaren"/>
            </a:endParaRPr>
          </a:p>
          <a:p>
            <a:pPr indent="0" lvl="0" marL="0" rtl="0" algn="l">
              <a:spcBef>
                <a:spcPts val="2000"/>
              </a:spcBef>
              <a:spcAft>
                <a:spcPts val="2000"/>
              </a:spcAft>
              <a:buNone/>
            </a:pPr>
            <a:r>
              <a:rPr lang="en" sz="1900">
                <a:latin typeface="McLaren"/>
                <a:ea typeface="McLaren"/>
                <a:cs typeface="McLaren"/>
                <a:sym typeface="McLaren"/>
              </a:rPr>
              <a:t>Do you have any </a:t>
            </a:r>
            <a:r>
              <a:rPr b="1" lang="en" sz="1900">
                <a:latin typeface="McLaren"/>
                <a:ea typeface="McLaren"/>
                <a:cs typeface="McLaren"/>
                <a:sym typeface="McLaren"/>
              </a:rPr>
              <a:t>new</a:t>
            </a:r>
            <a:r>
              <a:rPr lang="en" sz="1900">
                <a:latin typeface="McLaren"/>
                <a:ea typeface="McLaren"/>
                <a:cs typeface="McLaren"/>
                <a:sym typeface="McLaren"/>
              </a:rPr>
              <a:t> </a:t>
            </a:r>
            <a:r>
              <a:rPr b="1" lang="en" sz="1900">
                <a:latin typeface="McLaren"/>
                <a:ea typeface="McLaren"/>
                <a:cs typeface="McLaren"/>
                <a:sym typeface="McLaren"/>
              </a:rPr>
              <a:t>insights</a:t>
            </a:r>
            <a:r>
              <a:rPr lang="en" sz="1900">
                <a:latin typeface="McLaren"/>
                <a:ea typeface="McLaren"/>
                <a:cs typeface="McLaren"/>
                <a:sym typeface="McLaren"/>
              </a:rPr>
              <a:t> or </a:t>
            </a:r>
            <a:r>
              <a:rPr b="1" lang="en" sz="1900">
                <a:latin typeface="McLaren"/>
                <a:ea typeface="McLaren"/>
                <a:cs typeface="McLaren"/>
                <a:sym typeface="McLaren"/>
              </a:rPr>
              <a:t>changes in thinking</a:t>
            </a:r>
            <a:r>
              <a:rPr lang="en" sz="1900">
                <a:latin typeface="McLaren"/>
                <a:ea typeface="McLaren"/>
                <a:cs typeface="McLaren"/>
                <a:sym typeface="McLaren"/>
              </a:rPr>
              <a:t> about these claims after observing the Sim?</a:t>
            </a:r>
            <a:endParaRPr b="1" sz="1900">
              <a:latin typeface="McLaren"/>
              <a:ea typeface="McLaren"/>
              <a:cs typeface="McLaren"/>
              <a:sym typeface="McLaren"/>
            </a:endParaRPr>
          </a:p>
        </p:txBody>
      </p:sp>
      <p:sp>
        <p:nvSpPr>
          <p:cNvPr id="799" name="Google Shape;799;p110"/>
          <p:cNvSpPr txBox="1"/>
          <p:nvPr/>
        </p:nvSpPr>
        <p:spPr>
          <a:xfrm>
            <a:off x="6748875" y="777175"/>
            <a:ext cx="1911900" cy="183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latin typeface="McLaren"/>
                <a:ea typeface="McLaren"/>
                <a:cs typeface="McLaren"/>
                <a:sym typeface="McLaren"/>
              </a:rPr>
              <a:t>Claims</a:t>
            </a:r>
            <a:endParaRPr b="1" sz="1900">
              <a:latin typeface="McLaren"/>
              <a:ea typeface="McLaren"/>
              <a:cs typeface="McLaren"/>
              <a:sym typeface="McLaren"/>
            </a:endParaRPr>
          </a:p>
          <a:p>
            <a:pPr indent="0" lvl="0" marL="0" rtl="0" algn="ctr">
              <a:spcBef>
                <a:spcPts val="1600"/>
              </a:spcBef>
              <a:spcAft>
                <a:spcPts val="1600"/>
              </a:spcAft>
              <a:buNone/>
            </a:pPr>
            <a:r>
              <a:rPr lang="en" sz="2500">
                <a:latin typeface="Loved by the King"/>
                <a:ea typeface="Loved by the King"/>
                <a:cs typeface="Loved by the King"/>
                <a:sym typeface="Loved by the King"/>
              </a:rPr>
              <a:t>Elisa is feeling tired because she:</a:t>
            </a:r>
            <a:endParaRPr sz="2500">
              <a:latin typeface="Loved by the King"/>
              <a:ea typeface="Loved by the King"/>
              <a:cs typeface="Loved by the King"/>
              <a:sym typeface="Loved by the King"/>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05" name="Google Shape;805;p111"/>
          <p:cNvSpPr txBox="1"/>
          <p:nvPr/>
        </p:nvSpPr>
        <p:spPr>
          <a:xfrm>
            <a:off x="842725" y="435900"/>
            <a:ext cx="4737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cLaren"/>
                <a:ea typeface="McLaren"/>
                <a:cs typeface="McLaren"/>
                <a:sym typeface="McLaren"/>
              </a:rPr>
              <a:t>Homework pg 8</a:t>
            </a:r>
            <a:endParaRPr b="1" sz="4000">
              <a:latin typeface="McLaren"/>
              <a:ea typeface="McLaren"/>
              <a:cs typeface="McLaren"/>
              <a:sym typeface="McLaren"/>
            </a:endParaRPr>
          </a:p>
        </p:txBody>
      </p:sp>
      <p:sp>
        <p:nvSpPr>
          <p:cNvPr id="806" name="Google Shape;806;p111"/>
          <p:cNvSpPr txBox="1"/>
          <p:nvPr/>
        </p:nvSpPr>
        <p:spPr>
          <a:xfrm>
            <a:off x="842725" y="1192700"/>
            <a:ext cx="46506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lang="en" sz="2600">
                <a:latin typeface="McLaren"/>
                <a:ea typeface="McLaren"/>
                <a:cs typeface="McLaren"/>
                <a:sym typeface="McLaren"/>
              </a:rPr>
              <a:t>For this activity, you will </a:t>
            </a:r>
            <a:r>
              <a:rPr b="1" lang="en" sz="2600">
                <a:latin typeface="McLaren"/>
                <a:ea typeface="McLaren"/>
                <a:cs typeface="McLaren"/>
                <a:sym typeface="McLaren"/>
              </a:rPr>
              <a:t>experiment with different diets </a:t>
            </a:r>
            <a:r>
              <a:rPr lang="en" sz="2600">
                <a:latin typeface="McLaren"/>
                <a:ea typeface="McLaren"/>
                <a:cs typeface="McLaren"/>
                <a:sym typeface="McLaren"/>
              </a:rPr>
              <a:t>in the Sim to see how the diet affects the number of molecules getting to the cells. Then, you’ll </a:t>
            </a:r>
            <a:r>
              <a:rPr b="1" lang="en" sz="2600">
                <a:latin typeface="McLaren"/>
                <a:ea typeface="McLaren"/>
                <a:cs typeface="McLaren"/>
                <a:sym typeface="McLaren"/>
              </a:rPr>
              <a:t>record</a:t>
            </a:r>
            <a:r>
              <a:rPr lang="en" sz="2600">
                <a:latin typeface="McLaren"/>
                <a:ea typeface="McLaren"/>
                <a:cs typeface="McLaren"/>
                <a:sym typeface="McLaren"/>
              </a:rPr>
              <a:t> your results.</a:t>
            </a:r>
            <a:endParaRPr sz="2600">
              <a:latin typeface="McLaren"/>
              <a:ea typeface="McLaren"/>
              <a:cs typeface="McLaren"/>
              <a:sym typeface="McLaren"/>
            </a:endParaRPr>
          </a:p>
        </p:txBody>
      </p:sp>
      <p:pic>
        <p:nvPicPr>
          <p:cNvPr descr="Screenshot of Metabolism SIM in Healthy Body Mode" id="807" name="Google Shape;807;p111"/>
          <p:cNvPicPr preferRelativeResize="0"/>
          <p:nvPr/>
        </p:nvPicPr>
        <p:blipFill rotWithShape="1">
          <a:blip r:embed="rId3">
            <a:alphaModFix/>
          </a:blip>
          <a:srcRect b="0" l="-751" r="27081" t="0"/>
          <a:stretch/>
        </p:blipFill>
        <p:spPr>
          <a:xfrm>
            <a:off x="5672458" y="1183226"/>
            <a:ext cx="2842998" cy="2894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813" name="Google Shape;813;p112" title="Ch_1-_Metabolism.mp4">
            <a:hlinkClick r:id="rId3"/>
          </p:cNvPr>
          <p:cNvPicPr preferRelativeResize="0"/>
          <p:nvPr/>
        </p:nvPicPr>
        <p:blipFill>
          <a:blip r:embed="rId4">
            <a:alphaModFix/>
          </a:blip>
          <a:stretch>
            <a:fillRect/>
          </a:stretch>
        </p:blipFill>
        <p:spPr>
          <a:xfrm>
            <a:off x="1014129" y="516650"/>
            <a:ext cx="7307024" cy="41101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S Slides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aques template">
  <a:themeElements>
    <a:clrScheme name="Custom 347">
      <a:dk1>
        <a:srgbClr val="434343"/>
      </a:dk1>
      <a:lt1>
        <a:srgbClr val="FFFFFF"/>
      </a:lt1>
      <a:dk2>
        <a:srgbClr val="0B5394"/>
      </a:dk2>
      <a:lt2>
        <a:srgbClr val="D5DDE4"/>
      </a:lt2>
      <a:accent1>
        <a:srgbClr val="55AAEE"/>
      </a:accent1>
      <a:accent2>
        <a:srgbClr val="FFBA3F"/>
      </a:accent2>
      <a:accent3>
        <a:srgbClr val="BDE06C"/>
      </a:accent3>
      <a:accent4>
        <a:srgbClr val="6AD8D6"/>
      </a:accent4>
      <a:accent5>
        <a:srgbClr val="AE98E4"/>
      </a:accent5>
      <a:accent6>
        <a:srgbClr val="F55A5A"/>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