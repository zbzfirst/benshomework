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40" r:id="rId4"/>
    <p:sldMasterId id="214748374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Roboto Black"/>
      <p:bold r:id="rId14"/>
      <p:boldItalic r:id="rId15"/>
    </p:embeddedFont>
    <p:embeddedFont>
      <p:font typeface="Roboto"/>
      <p:regular r:id="rId16"/>
      <p:bold r:id="rId17"/>
      <p:italic r:id="rId18"/>
      <p:boldItalic r:id="rId19"/>
    </p:embeddedFont>
    <p:embeddedFont>
      <p:font typeface="Roboto Medium"/>
      <p:regular r:id="rId20"/>
      <p:bold r:id="rId21"/>
      <p:italic r:id="rId22"/>
      <p:boldItalic r:id="rId23"/>
    </p:embeddedFont>
    <p:embeddedFont>
      <p:font typeface="Inconsolata"/>
      <p:regular r:id="rId24"/>
      <p:bold r:id="rId25"/>
    </p:embeddedFont>
    <p:embeddedFont>
      <p:font typeface="Pangolin"/>
      <p:regular r:id="rId26"/>
    </p:embeddedFont>
    <p:embeddedFont>
      <p:font typeface="Loved by the King"/>
      <p:regular r:id="rId27"/>
    </p:embeddedFont>
    <p:embeddedFont>
      <p:font typeface="McLaren"/>
      <p:regular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20" Type="http://schemas.openxmlformats.org/officeDocument/2006/relationships/font" Target="fonts/RobotoMedium-regular.fntdata"/><Relationship Id="rId22" Type="http://schemas.openxmlformats.org/officeDocument/2006/relationships/font" Target="fonts/RobotoMedium-italic.fntdata"/><Relationship Id="rId21" Type="http://schemas.openxmlformats.org/officeDocument/2006/relationships/font" Target="fonts/RobotoMedium-bold.fntdata"/><Relationship Id="rId24" Type="http://schemas.openxmlformats.org/officeDocument/2006/relationships/font" Target="fonts/Inconsolata-regular.fntdata"/><Relationship Id="rId23" Type="http://schemas.openxmlformats.org/officeDocument/2006/relationships/font" Target="fonts/RobotoMedium-boldItalic.fntdata"/><Relationship Id="rId26" Type="http://schemas.openxmlformats.org/officeDocument/2006/relationships/font" Target="fonts/Pangolin-regular.fntdata"/><Relationship Id="rId25" Type="http://schemas.openxmlformats.org/officeDocument/2006/relationships/font" Target="fonts/Inconsolata-bold.fntdata"/><Relationship Id="rId28" Type="http://schemas.openxmlformats.org/officeDocument/2006/relationships/font" Target="fonts/McLaren-regular.fntdata"/><Relationship Id="rId27" Type="http://schemas.openxmlformats.org/officeDocument/2006/relationships/font" Target="fonts/LovedbytheKing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RobotoBlack-boldItalic.fntdata"/><Relationship Id="rId14" Type="http://schemas.openxmlformats.org/officeDocument/2006/relationships/font" Target="fonts/RobotoBlack-bold.fntdata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19" Type="http://schemas.openxmlformats.org/officeDocument/2006/relationships/font" Target="fonts/Roboto-boldItalic.fntdata"/><Relationship Id="rId18" Type="http://schemas.openxmlformats.org/officeDocument/2006/relationships/font" Target="fonts/Robo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c8197251a8_0_5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3c8197251a8_0_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69694836b9_0_16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369694836b9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69694836b9_0_14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369694836b9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369694836b9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" name="Google Shape;713;g369694836b9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bf32796888_0_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3bf3279688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3beb7c8051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3beb7c8051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69694836b9_0_16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369694836b9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0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21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24.jp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745450" y="1197750"/>
            <a:ext cx="3434100" cy="27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600"/>
              <a:buFont typeface="Pangolin"/>
              <a:buNone/>
              <a:defRPr sz="3600">
                <a:solidFill>
                  <a:srgbClr val="0B5394"/>
                </a:solidFill>
                <a:latin typeface="Pangolin"/>
                <a:ea typeface="Pangolin"/>
                <a:cs typeface="Pangolin"/>
                <a:sym typeface="Pangoli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600"/>
              <a:buFont typeface="Pangolin"/>
              <a:buNone/>
              <a:defRPr sz="3600">
                <a:solidFill>
                  <a:srgbClr val="0B5394"/>
                </a:solidFill>
                <a:latin typeface="Pangolin"/>
                <a:ea typeface="Pangolin"/>
                <a:cs typeface="Pangolin"/>
                <a:sym typeface="Pangolin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600"/>
              <a:buFont typeface="Pangolin"/>
              <a:buNone/>
              <a:defRPr sz="3600">
                <a:solidFill>
                  <a:srgbClr val="0B5394"/>
                </a:solidFill>
                <a:latin typeface="Pangolin"/>
                <a:ea typeface="Pangolin"/>
                <a:cs typeface="Pangolin"/>
                <a:sym typeface="Pangolin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600"/>
              <a:buFont typeface="Pangolin"/>
              <a:buNone/>
              <a:defRPr sz="3600">
                <a:solidFill>
                  <a:srgbClr val="0B5394"/>
                </a:solidFill>
                <a:latin typeface="Pangolin"/>
                <a:ea typeface="Pangolin"/>
                <a:cs typeface="Pangolin"/>
                <a:sym typeface="Pangolin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600"/>
              <a:buFont typeface="Pangolin"/>
              <a:buNone/>
              <a:defRPr sz="3600">
                <a:solidFill>
                  <a:srgbClr val="0B5394"/>
                </a:solidFill>
                <a:latin typeface="Pangolin"/>
                <a:ea typeface="Pangolin"/>
                <a:cs typeface="Pangolin"/>
                <a:sym typeface="Pangolin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600"/>
              <a:buFont typeface="Pangolin"/>
              <a:buNone/>
              <a:defRPr sz="3600">
                <a:solidFill>
                  <a:srgbClr val="0B5394"/>
                </a:solidFill>
                <a:latin typeface="Pangolin"/>
                <a:ea typeface="Pangolin"/>
                <a:cs typeface="Pangolin"/>
                <a:sym typeface="Pangolin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600"/>
              <a:buFont typeface="Pangolin"/>
              <a:buNone/>
              <a:defRPr sz="3600">
                <a:solidFill>
                  <a:srgbClr val="0B5394"/>
                </a:solidFill>
                <a:latin typeface="Pangolin"/>
                <a:ea typeface="Pangolin"/>
                <a:cs typeface="Pangolin"/>
                <a:sym typeface="Pangolin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600"/>
              <a:buFont typeface="Pangolin"/>
              <a:buNone/>
              <a:defRPr sz="3600">
                <a:solidFill>
                  <a:srgbClr val="0B5394"/>
                </a:solidFill>
                <a:latin typeface="Pangolin"/>
                <a:ea typeface="Pangolin"/>
                <a:cs typeface="Pangolin"/>
                <a:sym typeface="Pangolin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600"/>
              <a:buFont typeface="Pangolin"/>
              <a:buNone/>
              <a:defRPr sz="3600">
                <a:solidFill>
                  <a:srgbClr val="0B5394"/>
                </a:solidFill>
                <a:latin typeface="Pangolin"/>
                <a:ea typeface="Pangolin"/>
                <a:cs typeface="Pangolin"/>
                <a:sym typeface="Pangol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2703525" y="1735750"/>
            <a:ext cx="34863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000"/>
              <a:buFont typeface="Pangolin"/>
              <a:buNone/>
              <a:defRPr sz="3000">
                <a:solidFill>
                  <a:srgbClr val="0B5394"/>
                </a:solidFill>
                <a:latin typeface="Pangolin"/>
                <a:ea typeface="Pangolin"/>
                <a:cs typeface="Pangolin"/>
                <a:sym typeface="Pangoli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000"/>
              <a:buFont typeface="Pangolin"/>
              <a:buNone/>
              <a:defRPr sz="3000">
                <a:solidFill>
                  <a:srgbClr val="0B5394"/>
                </a:solidFill>
                <a:latin typeface="Pangolin"/>
                <a:ea typeface="Pangolin"/>
                <a:cs typeface="Pangolin"/>
                <a:sym typeface="Pangolin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000"/>
              <a:buFont typeface="Pangolin"/>
              <a:buNone/>
              <a:defRPr sz="3000">
                <a:solidFill>
                  <a:srgbClr val="0B5394"/>
                </a:solidFill>
                <a:latin typeface="Pangolin"/>
                <a:ea typeface="Pangolin"/>
                <a:cs typeface="Pangolin"/>
                <a:sym typeface="Pangolin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000"/>
              <a:buFont typeface="Pangolin"/>
              <a:buNone/>
              <a:defRPr sz="3000">
                <a:solidFill>
                  <a:srgbClr val="0B5394"/>
                </a:solidFill>
                <a:latin typeface="Pangolin"/>
                <a:ea typeface="Pangolin"/>
                <a:cs typeface="Pangolin"/>
                <a:sym typeface="Pangolin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000"/>
              <a:buFont typeface="Pangolin"/>
              <a:buNone/>
              <a:defRPr sz="3000">
                <a:solidFill>
                  <a:srgbClr val="0B5394"/>
                </a:solidFill>
                <a:latin typeface="Pangolin"/>
                <a:ea typeface="Pangolin"/>
                <a:cs typeface="Pangolin"/>
                <a:sym typeface="Pangolin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000"/>
              <a:buFont typeface="Pangolin"/>
              <a:buNone/>
              <a:defRPr sz="3000">
                <a:solidFill>
                  <a:srgbClr val="0B5394"/>
                </a:solidFill>
                <a:latin typeface="Pangolin"/>
                <a:ea typeface="Pangolin"/>
                <a:cs typeface="Pangolin"/>
                <a:sym typeface="Pangolin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000"/>
              <a:buFont typeface="Pangolin"/>
              <a:buNone/>
              <a:defRPr sz="3000">
                <a:solidFill>
                  <a:srgbClr val="0B5394"/>
                </a:solidFill>
                <a:latin typeface="Pangolin"/>
                <a:ea typeface="Pangolin"/>
                <a:cs typeface="Pangolin"/>
                <a:sym typeface="Pangolin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000"/>
              <a:buFont typeface="Pangolin"/>
              <a:buNone/>
              <a:defRPr sz="3000">
                <a:solidFill>
                  <a:srgbClr val="0B5394"/>
                </a:solidFill>
                <a:latin typeface="Pangolin"/>
                <a:ea typeface="Pangolin"/>
                <a:cs typeface="Pangolin"/>
                <a:sym typeface="Pangolin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000"/>
              <a:buFont typeface="Pangolin"/>
              <a:buNone/>
              <a:defRPr sz="3000">
                <a:solidFill>
                  <a:srgbClr val="0B5394"/>
                </a:solidFill>
                <a:latin typeface="Pangolin"/>
                <a:ea typeface="Pangolin"/>
                <a:cs typeface="Pangolin"/>
                <a:sym typeface="Pangolin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2703525" y="2763852"/>
            <a:ext cx="34863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Inconsolata"/>
              <a:buNone/>
              <a:defRPr>
                <a:solidFill>
                  <a:srgbClr val="434343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nconsolata"/>
              <a:buNone/>
              <a:defRPr sz="3000">
                <a:solidFill>
                  <a:srgbClr val="434343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nconsolata"/>
              <a:buNone/>
              <a:defRPr sz="3000">
                <a:solidFill>
                  <a:srgbClr val="434343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nconsolata"/>
              <a:buNone/>
              <a:defRPr sz="3000">
                <a:solidFill>
                  <a:srgbClr val="434343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nconsolata"/>
              <a:buNone/>
              <a:defRPr sz="3000">
                <a:solidFill>
                  <a:srgbClr val="434343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nconsolata"/>
              <a:buNone/>
              <a:defRPr sz="3000">
                <a:solidFill>
                  <a:srgbClr val="434343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nconsolata"/>
              <a:buNone/>
              <a:defRPr sz="3000">
                <a:solidFill>
                  <a:srgbClr val="434343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nconsolata"/>
              <a:buNone/>
              <a:defRPr sz="3000">
                <a:solidFill>
                  <a:srgbClr val="434343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nconsolata"/>
              <a:buNone/>
              <a:defRPr sz="3000">
                <a:solidFill>
                  <a:srgbClr val="434343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idx="1" type="body"/>
          </p:nvPr>
        </p:nvSpPr>
        <p:spPr>
          <a:xfrm>
            <a:off x="962850" y="876850"/>
            <a:ext cx="4955700" cy="8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000"/>
              <a:buChar char="✗"/>
              <a:defRPr i="1" sz="3000"/>
            </a:lvl1pPr>
            <a:lvl2pPr indent="-419100" lvl="1" marL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000"/>
              <a:buChar char="✗"/>
              <a:defRPr i="1" sz="3000"/>
            </a:lvl2pPr>
            <a:lvl3pPr indent="-419100" lvl="2" marL="13716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000"/>
              <a:buChar char="✗"/>
              <a:defRPr i="1" sz="3000"/>
            </a:lvl3pPr>
            <a:lvl4pPr indent="-419100" lvl="3" marL="18288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000"/>
              <a:buChar char="✗"/>
              <a:defRPr i="1" sz="3000"/>
            </a:lvl4pPr>
            <a:lvl5pPr indent="-419100" lvl="4" marL="22860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000"/>
              <a:buChar char="✗"/>
              <a:defRPr i="1" sz="3000"/>
            </a:lvl5pPr>
            <a:lvl6pPr indent="-419100" lvl="5" marL="2743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000"/>
              <a:buChar char="✗"/>
              <a:defRPr i="1" sz="3000"/>
            </a:lvl6pPr>
            <a:lvl7pPr indent="-419100" lvl="6" marL="3200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000"/>
              <a:buChar char="✗"/>
              <a:defRPr i="1" sz="3000"/>
            </a:lvl7pPr>
            <a:lvl8pPr indent="-419100" lvl="7" marL="36576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000"/>
              <a:buChar char="✗"/>
              <a:defRPr i="1" sz="3000"/>
            </a:lvl8pPr>
            <a:lvl9pPr indent="-419100" lvl="8" marL="41148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000"/>
              <a:buChar char="✗"/>
              <a:defRPr i="1" sz="30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716025" y="4676375"/>
            <a:ext cx="428100" cy="46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866375" y="358385"/>
            <a:ext cx="56262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866375" y="1304543"/>
            <a:ext cx="5626200" cy="30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✗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✗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✗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✗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✗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✗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✗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✗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✗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716025" y="4676375"/>
            <a:ext cx="428100" cy="46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+ image">
  <p:cSld name="TITLE_AND_BOD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866375" y="642310"/>
            <a:ext cx="3966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866375" y="1609350"/>
            <a:ext cx="3966600" cy="28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✗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✗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✗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✗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✗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✗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✗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✗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✗"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8716025" y="4676375"/>
            <a:ext cx="428100" cy="46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866375" y="358385"/>
            <a:ext cx="56262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" type="body"/>
          </p:nvPr>
        </p:nvSpPr>
        <p:spPr>
          <a:xfrm>
            <a:off x="866375" y="1310800"/>
            <a:ext cx="2730900" cy="30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✗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✗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✗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✗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✗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✗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✗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✗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✗"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2" type="body"/>
          </p:nvPr>
        </p:nvSpPr>
        <p:spPr>
          <a:xfrm>
            <a:off x="3761704" y="1310800"/>
            <a:ext cx="2730900" cy="30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✗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✗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✗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✗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✗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✗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✗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✗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✗"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716025" y="4676375"/>
            <a:ext cx="428100" cy="46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866375" y="358375"/>
            <a:ext cx="75678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866375" y="1331673"/>
            <a:ext cx="2439300" cy="31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1pPr>
            <a:lvl2pPr indent="-330200" lvl="1" marL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2pPr>
            <a:lvl3pPr indent="-330200" lvl="2" marL="1371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3pPr>
            <a:lvl4pPr indent="-330200" lvl="3" marL="1828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4pPr>
            <a:lvl5pPr indent="-330200" lvl="4" marL="228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5pPr>
            <a:lvl6pPr indent="-330200" lvl="5" marL="2743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6pPr>
            <a:lvl7pPr indent="-330200" lvl="6" marL="3200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7pPr>
            <a:lvl8pPr indent="-330200" lvl="7" marL="3657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8pPr>
            <a:lvl9pPr indent="-330200" lvl="8" marL="411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9pPr>
          </a:lstStyle>
          <a:p/>
        </p:txBody>
      </p:sp>
      <p:sp>
        <p:nvSpPr>
          <p:cNvPr id="33" name="Google Shape;33;p8"/>
          <p:cNvSpPr txBox="1"/>
          <p:nvPr>
            <p:ph idx="2" type="body"/>
          </p:nvPr>
        </p:nvSpPr>
        <p:spPr>
          <a:xfrm>
            <a:off x="3430687" y="1331673"/>
            <a:ext cx="2439300" cy="31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1pPr>
            <a:lvl2pPr indent="-330200" lvl="1" marL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2pPr>
            <a:lvl3pPr indent="-330200" lvl="2" marL="1371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3pPr>
            <a:lvl4pPr indent="-330200" lvl="3" marL="1828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4pPr>
            <a:lvl5pPr indent="-330200" lvl="4" marL="228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5pPr>
            <a:lvl6pPr indent="-330200" lvl="5" marL="2743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6pPr>
            <a:lvl7pPr indent="-330200" lvl="6" marL="3200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7pPr>
            <a:lvl8pPr indent="-330200" lvl="7" marL="3657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8pPr>
            <a:lvl9pPr indent="-330200" lvl="8" marL="411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9pPr>
          </a:lstStyle>
          <a:p/>
        </p:txBody>
      </p:sp>
      <p:sp>
        <p:nvSpPr>
          <p:cNvPr id="34" name="Google Shape;34;p8"/>
          <p:cNvSpPr txBox="1"/>
          <p:nvPr>
            <p:ph idx="3" type="body"/>
          </p:nvPr>
        </p:nvSpPr>
        <p:spPr>
          <a:xfrm>
            <a:off x="5994999" y="1331673"/>
            <a:ext cx="2439300" cy="31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1pPr>
            <a:lvl2pPr indent="-330200" lvl="1" marL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2pPr>
            <a:lvl3pPr indent="-330200" lvl="2" marL="1371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3pPr>
            <a:lvl4pPr indent="-330200" lvl="3" marL="1828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4pPr>
            <a:lvl5pPr indent="-330200" lvl="4" marL="228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5pPr>
            <a:lvl6pPr indent="-330200" lvl="5" marL="2743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6pPr>
            <a:lvl7pPr indent="-330200" lvl="6" marL="3200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7pPr>
            <a:lvl8pPr indent="-330200" lvl="7" marL="3657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8pPr>
            <a:lvl9pPr indent="-330200" lvl="8" marL="411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✗"/>
              <a:defRPr sz="16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716025" y="4676375"/>
            <a:ext cx="428100" cy="46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title"/>
          </p:nvPr>
        </p:nvSpPr>
        <p:spPr>
          <a:xfrm>
            <a:off x="866375" y="358385"/>
            <a:ext cx="56262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2" type="sldNum"/>
          </p:nvPr>
        </p:nvSpPr>
        <p:spPr>
          <a:xfrm>
            <a:off x="8716025" y="4676375"/>
            <a:ext cx="428100" cy="46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/>
          <p:nvPr>
            <p:ph idx="1" type="body"/>
          </p:nvPr>
        </p:nvSpPr>
        <p:spPr>
          <a:xfrm>
            <a:off x="924850" y="3872900"/>
            <a:ext cx="75990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716025" y="4676375"/>
            <a:ext cx="428100" cy="46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polaroid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2" type="sldNum"/>
          </p:nvPr>
        </p:nvSpPr>
        <p:spPr>
          <a:xfrm>
            <a:off x="8716025" y="4676375"/>
            <a:ext cx="428100" cy="46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postit">
  <p:cSld name="BLANK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idx="12" type="sldNum"/>
          </p:nvPr>
        </p:nvSpPr>
        <p:spPr>
          <a:xfrm>
            <a:off x="8716025" y="4676375"/>
            <a:ext cx="428100" cy="46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big postit">
  <p:cSld name="BLANK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 txBox="1"/>
          <p:nvPr>
            <p:ph idx="12" type="sldNum"/>
          </p:nvPr>
        </p:nvSpPr>
        <p:spPr>
          <a:xfrm>
            <a:off x="8716025" y="4676375"/>
            <a:ext cx="428100" cy="46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8716025" y="4676375"/>
            <a:ext cx="428100" cy="46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background">
  <p:cSld name="BLANK_1_1">
    <p:bg>
      <p:bgPr>
        <a:noFill/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otepad4.png" id="51" name="Google Shape;51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5"/>
          <p:cNvSpPr txBox="1"/>
          <p:nvPr>
            <p:ph idx="12" type="sldNum"/>
          </p:nvPr>
        </p:nvSpPr>
        <p:spPr>
          <a:xfrm>
            <a:off x="8716025" y="4676375"/>
            <a:ext cx="428100" cy="46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sson Title (two lines)">
  <p:cSld name="SECTION_HEADER_1_1_1_1">
    <p:bg>
      <p:bgPr>
        <a:solidFill>
          <a:srgbClr val="00000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16"/>
          <p:cNvSpPr txBox="1"/>
          <p:nvPr>
            <p:ph type="title"/>
          </p:nvPr>
        </p:nvSpPr>
        <p:spPr>
          <a:xfrm>
            <a:off x="808850" y="2596896"/>
            <a:ext cx="7439700" cy="55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oboto"/>
              <a:buNone/>
              <a:defRPr b="1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6" name="Google Shape;56;p16"/>
          <p:cNvSpPr txBox="1"/>
          <p:nvPr>
            <p:ph idx="2" type="title"/>
          </p:nvPr>
        </p:nvSpPr>
        <p:spPr>
          <a:xfrm>
            <a:off x="808850" y="3109821"/>
            <a:ext cx="74397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Roboto"/>
              <a:buNone/>
              <a:defRPr sz="3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cher Talk">
  <p:cSld name="SECTION_HEADER_1_1_2"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7"/>
          <p:cNvSpPr txBox="1"/>
          <p:nvPr>
            <p:ph idx="1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2" type="subTitle"/>
          </p:nvPr>
        </p:nvSpPr>
        <p:spPr>
          <a:xfrm>
            <a:off x="236875" y="164600"/>
            <a:ext cx="43350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3" type="body"/>
          </p:nvPr>
        </p:nvSpPr>
        <p:spPr>
          <a:xfrm>
            <a:off x="804672" y="941832"/>
            <a:ext cx="7503600" cy="3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✗"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2pPr>
            <a:lvl3pPr indent="-406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3pPr>
            <a:lvl4pPr indent="-406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4pPr>
            <a:lvl5pPr indent="-406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5pPr>
            <a:lvl6pPr indent="-406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6pPr>
            <a:lvl7pPr indent="-406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7pPr>
            <a:lvl8pPr indent="-406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8pPr>
            <a:lvl9pPr indent="-406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2880">
          <p15:clr>
            <a:srgbClr val="F9AD4C"/>
          </p15:clr>
        </p15:guide>
        <p15:guide id="3" orient="horz" pos="216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T with Picture - pg#">
  <p:cSld name="SECTION_HEADER_1_1_2_2_7"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3" name="Google Shape;63;p18"/>
          <p:cNvSpPr/>
          <p:nvPr/>
        </p:nvSpPr>
        <p:spPr>
          <a:xfrm>
            <a:off x="246888" y="594360"/>
            <a:ext cx="3447300" cy="42612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8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5" name="Google Shape;65;p18"/>
          <p:cNvSpPr txBox="1"/>
          <p:nvPr>
            <p:ph idx="3" type="subTitle"/>
          </p:nvPr>
        </p:nvSpPr>
        <p:spPr>
          <a:xfrm>
            <a:off x="236875" y="164600"/>
            <a:ext cx="43578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4" type="body"/>
          </p:nvPr>
        </p:nvSpPr>
        <p:spPr>
          <a:xfrm>
            <a:off x="4343400" y="941832"/>
            <a:ext cx="4223700" cy="34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✗"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2pPr>
            <a:lvl3pPr indent="-406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3pPr>
            <a:lvl4pPr indent="-406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4pPr>
            <a:lvl5pPr indent="-406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5pPr>
            <a:lvl6pPr indent="-406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6pPr>
            <a:lvl7pPr indent="-406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7pPr>
            <a:lvl8pPr indent="-406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8pPr>
            <a:lvl9pPr indent="-406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2736">
          <p15:clr>
            <a:srgbClr val="F9AD4C"/>
          </p15:clr>
        </p15:guide>
        <p15:guide id="3" pos="201">
          <p15:clr>
            <a:srgbClr val="F9AD4C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cher Talk and Student Action 1 Line - pg#">
  <p:cSld name="SECTION_HEADER_1_1_2_2_2_1_2"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9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9" name="Google Shape;69;p19"/>
          <p:cNvSpPr txBox="1"/>
          <p:nvPr>
            <p:ph idx="2" type="body"/>
          </p:nvPr>
        </p:nvSpPr>
        <p:spPr>
          <a:xfrm>
            <a:off x="804672" y="941832"/>
            <a:ext cx="7507200" cy="4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✗"/>
              <a:defRPr sz="1800"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edium"/>
              <a:buChar char="✗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edium"/>
              <a:buChar char="✗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edium"/>
              <a:buChar char="✗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edium"/>
              <a:buChar char="✗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edium"/>
              <a:buChar char="✗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edium"/>
              <a:buChar char="✗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edium"/>
              <a:buChar char="✗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edium"/>
              <a:buChar char="✗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0" name="Google Shape;70;p19"/>
          <p:cNvSpPr txBox="1"/>
          <p:nvPr>
            <p:ph idx="3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4" type="subTitle"/>
          </p:nvPr>
        </p:nvSpPr>
        <p:spPr>
          <a:xfrm>
            <a:off x="236875" y="164600"/>
            <a:ext cx="43257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5" type="body"/>
          </p:nvPr>
        </p:nvSpPr>
        <p:spPr>
          <a:xfrm>
            <a:off x="804672" y="2011680"/>
            <a:ext cx="7507200" cy="21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✗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2pPr>
            <a:lvl3pPr indent="-406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3pPr>
            <a:lvl4pPr indent="-406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4pPr>
            <a:lvl5pPr indent="-406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5pPr>
            <a:lvl6pPr indent="-406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6pPr>
            <a:lvl7pPr indent="-406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7pPr>
            <a:lvl8pPr indent="-406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8pPr>
            <a:lvl9pPr indent="-406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572">
          <p15:clr>
            <a:srgbClr val="F9AD4C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ion/Video">
  <p:cSld name="SECTION_HEADER_1_1_2_2_2_2_1">
    <p:bg>
      <p:bgPr>
        <a:solidFill>
          <a:srgbClr val="000000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20"/>
          <p:cNvSpPr/>
          <p:nvPr/>
        </p:nvSpPr>
        <p:spPr>
          <a:xfrm>
            <a:off x="-100" y="125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572">
          <p15:clr>
            <a:srgbClr val="F9AD4C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Action with Image - pg#">
  <p:cSld name="SECTION_HEADER_1_1_2_1_2_4">
    <p:bg>
      <p:bgPr>
        <a:solidFill>
          <a:srgbClr val="FFFFFF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1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8" name="Google Shape;78;p21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3" type="subTitle"/>
          </p:nvPr>
        </p:nvSpPr>
        <p:spPr>
          <a:xfrm>
            <a:off x="236875" y="164600"/>
            <a:ext cx="43149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0" name="Google Shape;80;p21"/>
          <p:cNvSpPr/>
          <p:nvPr/>
        </p:nvSpPr>
        <p:spPr>
          <a:xfrm>
            <a:off x="246888" y="594360"/>
            <a:ext cx="3447300" cy="42612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1"/>
          <p:cNvSpPr txBox="1"/>
          <p:nvPr>
            <p:ph idx="4" type="body"/>
          </p:nvPr>
        </p:nvSpPr>
        <p:spPr>
          <a:xfrm>
            <a:off x="4343400" y="1353312"/>
            <a:ext cx="4188000" cy="28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✗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2pPr>
            <a:lvl3pPr indent="-406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3pPr>
            <a:lvl4pPr indent="-406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4pPr>
            <a:lvl5pPr indent="-406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5pPr>
            <a:lvl6pPr indent="-406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6pPr>
            <a:lvl7pPr indent="-406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7pPr>
            <a:lvl8pPr indent="-406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8pPr>
            <a:lvl9pPr indent="-406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/Unit Question">
  <p:cSld name="SECTION_HEADER_1_1_2_3_1_1">
    <p:bg>
      <p:bgPr>
        <a:solidFill>
          <a:srgbClr val="FFFFFF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3075" y="1190168"/>
            <a:ext cx="8595350" cy="300808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2"/>
          <p:cNvSpPr txBox="1"/>
          <p:nvPr>
            <p:ph type="title"/>
          </p:nvPr>
        </p:nvSpPr>
        <p:spPr>
          <a:xfrm>
            <a:off x="1229950" y="1739144"/>
            <a:ext cx="70119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 Black"/>
              <a:buNone/>
              <a:defRPr sz="2800">
                <a:solidFill>
                  <a:srgbClr val="2F2F2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 Black"/>
              <a:buNone/>
              <a:defRPr>
                <a:solidFill>
                  <a:srgbClr val="2F2F2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 Black"/>
              <a:buNone/>
              <a:defRPr>
                <a:solidFill>
                  <a:srgbClr val="2F2F2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 Black"/>
              <a:buNone/>
              <a:defRPr>
                <a:solidFill>
                  <a:srgbClr val="2F2F2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 Black"/>
              <a:buNone/>
              <a:defRPr>
                <a:solidFill>
                  <a:srgbClr val="2F2F2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 Black"/>
              <a:buNone/>
              <a:defRPr>
                <a:solidFill>
                  <a:srgbClr val="2F2F2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 Black"/>
              <a:buNone/>
              <a:defRPr>
                <a:solidFill>
                  <a:srgbClr val="2F2F2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 Black"/>
              <a:buNone/>
              <a:defRPr>
                <a:solidFill>
                  <a:srgbClr val="2F2F2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 Black"/>
              <a:buNone/>
              <a:defRPr>
                <a:solidFill>
                  <a:srgbClr val="2F2F2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85" name="Google Shape;85;p22"/>
          <p:cNvSpPr txBox="1"/>
          <p:nvPr>
            <p:ph idx="1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6" name="Google Shape;86;p22"/>
          <p:cNvSpPr txBox="1"/>
          <p:nvPr>
            <p:ph idx="2" type="subTitle"/>
          </p:nvPr>
        </p:nvSpPr>
        <p:spPr>
          <a:xfrm>
            <a:off x="236875" y="164600"/>
            <a:ext cx="43257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3" type="body"/>
          </p:nvPr>
        </p:nvSpPr>
        <p:spPr>
          <a:xfrm>
            <a:off x="1234440" y="2313432"/>
            <a:ext cx="6849000" cy="12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✗"/>
              <a:defRPr/>
            </a:lvl1pPr>
            <a:lvl2pPr indent="-3810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Char char="✗"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810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Char char="✗"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810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Char char="✗"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810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Char char="✗"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810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Char char="✗"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810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Char char="✗"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810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Char char="✗"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810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Char char="✗"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m/Modeling Tool with TT - pg #">
  <p:cSld name="SECTION_HEADER_1_1_2_2_5"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0" name="Google Shape;90;p23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3" type="subTitle"/>
          </p:nvPr>
        </p:nvSpPr>
        <p:spPr>
          <a:xfrm>
            <a:off x="236875" y="164600"/>
            <a:ext cx="43578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4" type="body"/>
          </p:nvPr>
        </p:nvSpPr>
        <p:spPr>
          <a:xfrm>
            <a:off x="4343400" y="941832"/>
            <a:ext cx="4223700" cy="34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✗"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2pPr>
            <a:lvl3pPr indent="-406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3pPr>
            <a:lvl4pPr indent="-406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4pPr>
            <a:lvl5pPr indent="-406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5pPr>
            <a:lvl6pPr indent="-406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6pPr>
            <a:lvl7pPr indent="-406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7pPr>
            <a:lvl8pPr indent="-406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8pPr>
            <a:lvl9pPr indent="-406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9pPr>
          </a:lstStyle>
          <a:p/>
        </p:txBody>
      </p:sp>
      <p:sp>
        <p:nvSpPr>
          <p:cNvPr id="93" name="Google Shape;93;p23"/>
          <p:cNvSpPr/>
          <p:nvPr/>
        </p:nvSpPr>
        <p:spPr>
          <a:xfrm>
            <a:off x="256025" y="1280050"/>
            <a:ext cx="3657600" cy="2916900"/>
          </a:xfrm>
          <a:prstGeom prst="round2SameRect">
            <a:avLst>
              <a:gd fmla="val 1064" name="adj1"/>
              <a:gd fmla="val 0" name="adj2"/>
            </a:avLst>
          </a:prstGeom>
          <a:solidFill>
            <a:srgbClr val="F6F6F6"/>
          </a:solidFill>
          <a:ln>
            <a:noFill/>
          </a:ln>
          <a:effectLst>
            <a:outerShdw blurRad="57150" rotWithShape="0" algn="bl" dir="5340000" dist="9525">
              <a:srgbClr val="000000">
                <a:alpha val="1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" name="Google Shape;94;p23"/>
          <p:cNvGrpSpPr/>
          <p:nvPr/>
        </p:nvGrpSpPr>
        <p:grpSpPr>
          <a:xfrm>
            <a:off x="256025" y="1280050"/>
            <a:ext cx="3657600" cy="164700"/>
            <a:chOff x="256025" y="1280050"/>
            <a:chExt cx="3657600" cy="164700"/>
          </a:xfrm>
        </p:grpSpPr>
        <p:sp>
          <p:nvSpPr>
            <p:cNvPr id="95" name="Google Shape;95;p23"/>
            <p:cNvSpPr/>
            <p:nvPr/>
          </p:nvSpPr>
          <p:spPr>
            <a:xfrm>
              <a:off x="256025" y="1280050"/>
              <a:ext cx="3657600" cy="1647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6" name="Google Shape;96;p23"/>
            <p:cNvGrpSpPr/>
            <p:nvPr/>
          </p:nvGrpSpPr>
          <p:grpSpPr>
            <a:xfrm>
              <a:off x="323020" y="1326935"/>
              <a:ext cx="264664" cy="61800"/>
              <a:chOff x="322595" y="642846"/>
              <a:chExt cx="264664" cy="61800"/>
            </a:xfrm>
          </p:grpSpPr>
          <p:sp>
            <p:nvSpPr>
              <p:cNvPr id="97" name="Google Shape;97;p23"/>
              <p:cNvSpPr/>
              <p:nvPr/>
            </p:nvSpPr>
            <p:spPr>
              <a:xfrm>
                <a:off x="322595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23"/>
              <p:cNvSpPr/>
              <p:nvPr/>
            </p:nvSpPr>
            <p:spPr>
              <a:xfrm>
                <a:off x="424028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23"/>
              <p:cNvSpPr/>
              <p:nvPr/>
            </p:nvSpPr>
            <p:spPr>
              <a:xfrm>
                <a:off x="525460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2736">
          <p15:clr>
            <a:srgbClr val="F9AD4C"/>
          </p15:clr>
        </p15:guide>
        <p15:guide id="3" pos="201">
          <p15:clr>
            <a:srgbClr val="F9AD4C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T and SA with Picture - pg#">
  <p:cSld name="SECTION_HEADER_1_1_2_2_2_5"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4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2" name="Google Shape;102;p24"/>
          <p:cNvSpPr txBox="1"/>
          <p:nvPr>
            <p:ph idx="2" type="body"/>
          </p:nvPr>
        </p:nvSpPr>
        <p:spPr>
          <a:xfrm>
            <a:off x="4343400" y="941832"/>
            <a:ext cx="4224600" cy="8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✗"/>
              <a:defRPr sz="1800"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edium"/>
              <a:buChar char="✗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edium"/>
              <a:buChar char="✗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edium"/>
              <a:buChar char="✗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edium"/>
              <a:buChar char="✗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edium"/>
              <a:buChar char="✗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edium"/>
              <a:buChar char="✗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edium"/>
              <a:buChar char="✗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edium"/>
              <a:buChar char="✗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03" name="Google Shape;103;p24"/>
          <p:cNvSpPr txBox="1"/>
          <p:nvPr>
            <p:ph idx="3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4" name="Google Shape;104;p24"/>
          <p:cNvSpPr txBox="1"/>
          <p:nvPr>
            <p:ph idx="4" type="subTitle"/>
          </p:nvPr>
        </p:nvSpPr>
        <p:spPr>
          <a:xfrm>
            <a:off x="236875" y="164600"/>
            <a:ext cx="43470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5" name="Google Shape;105;p24"/>
          <p:cNvSpPr/>
          <p:nvPr/>
        </p:nvSpPr>
        <p:spPr>
          <a:xfrm>
            <a:off x="246888" y="594360"/>
            <a:ext cx="3447300" cy="4261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4"/>
          <p:cNvSpPr txBox="1"/>
          <p:nvPr>
            <p:ph idx="5" type="body"/>
          </p:nvPr>
        </p:nvSpPr>
        <p:spPr>
          <a:xfrm>
            <a:off x="4343400" y="2359152"/>
            <a:ext cx="4224600" cy="23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✗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2pPr>
            <a:lvl3pPr indent="-406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3pPr>
            <a:lvl4pPr indent="-406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4pPr>
            <a:lvl5pPr indent="-406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5pPr>
            <a:lvl6pPr indent="-406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6pPr>
            <a:lvl7pPr indent="-406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7pPr>
            <a:lvl8pPr indent="-406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8pPr>
            <a:lvl9pPr indent="-406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572">
          <p15:clr>
            <a:srgbClr val="F9AD4C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m/Modeling Tool with TT and SA - pg #">
  <p:cSld name="SECTION_HEADER_1_1_2_2_2_3"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5"/>
          <p:cNvSpPr txBox="1"/>
          <p:nvPr>
            <p:ph idx="1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9" name="Google Shape;109;p25"/>
          <p:cNvSpPr txBox="1"/>
          <p:nvPr>
            <p:ph idx="2" type="subTitle"/>
          </p:nvPr>
        </p:nvSpPr>
        <p:spPr>
          <a:xfrm>
            <a:off x="236875" y="164600"/>
            <a:ext cx="43470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0" name="Google Shape;110;p25"/>
          <p:cNvSpPr txBox="1"/>
          <p:nvPr>
            <p:ph idx="3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1" name="Google Shape;111;p25"/>
          <p:cNvSpPr txBox="1"/>
          <p:nvPr>
            <p:ph idx="4" type="body"/>
          </p:nvPr>
        </p:nvSpPr>
        <p:spPr>
          <a:xfrm>
            <a:off x="4343400" y="941832"/>
            <a:ext cx="4224600" cy="8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✗"/>
              <a:defRPr sz="1800"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edium"/>
              <a:buChar char="✗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edium"/>
              <a:buChar char="✗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edium"/>
              <a:buChar char="✗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edium"/>
              <a:buChar char="✗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edium"/>
              <a:buChar char="✗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edium"/>
              <a:buChar char="✗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edium"/>
              <a:buChar char="✗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edium"/>
              <a:buChar char="✗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12" name="Google Shape;112;p25"/>
          <p:cNvSpPr txBox="1"/>
          <p:nvPr>
            <p:ph idx="5" type="body"/>
          </p:nvPr>
        </p:nvSpPr>
        <p:spPr>
          <a:xfrm>
            <a:off x="4343400" y="2359152"/>
            <a:ext cx="4224600" cy="23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✗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2pPr>
            <a:lvl3pPr indent="-406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3pPr>
            <a:lvl4pPr indent="-406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4pPr>
            <a:lvl5pPr indent="-406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5pPr>
            <a:lvl6pPr indent="-406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6pPr>
            <a:lvl7pPr indent="-406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7pPr>
            <a:lvl8pPr indent="-406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8pPr>
            <a:lvl9pPr indent="-406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Char char="✗"/>
              <a:defRPr sz="2800">
                <a:solidFill>
                  <a:srgbClr val="333FBF"/>
                </a:solidFill>
              </a:defRPr>
            </a:lvl9pPr>
          </a:lstStyle>
          <a:p/>
        </p:txBody>
      </p:sp>
      <p:sp>
        <p:nvSpPr>
          <p:cNvPr id="113" name="Google Shape;113;p25"/>
          <p:cNvSpPr/>
          <p:nvPr/>
        </p:nvSpPr>
        <p:spPr>
          <a:xfrm>
            <a:off x="256025" y="1280050"/>
            <a:ext cx="3657600" cy="2916900"/>
          </a:xfrm>
          <a:prstGeom prst="round2SameRect">
            <a:avLst>
              <a:gd fmla="val 1064" name="adj1"/>
              <a:gd fmla="val 0" name="adj2"/>
            </a:avLst>
          </a:prstGeom>
          <a:solidFill>
            <a:srgbClr val="F6F6F6"/>
          </a:solidFill>
          <a:ln>
            <a:noFill/>
          </a:ln>
          <a:effectLst>
            <a:outerShdw blurRad="57150" rotWithShape="0" algn="bl" dir="5340000" dist="9525">
              <a:srgbClr val="000000">
                <a:alpha val="1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4" name="Google Shape;114;p25"/>
          <p:cNvGrpSpPr/>
          <p:nvPr/>
        </p:nvGrpSpPr>
        <p:grpSpPr>
          <a:xfrm>
            <a:off x="256025" y="1280050"/>
            <a:ext cx="3657600" cy="164700"/>
            <a:chOff x="256025" y="1280050"/>
            <a:chExt cx="3657600" cy="164700"/>
          </a:xfrm>
        </p:grpSpPr>
        <p:sp>
          <p:nvSpPr>
            <p:cNvPr id="115" name="Google Shape;115;p25"/>
            <p:cNvSpPr/>
            <p:nvPr/>
          </p:nvSpPr>
          <p:spPr>
            <a:xfrm>
              <a:off x="256025" y="1280050"/>
              <a:ext cx="3657600" cy="1647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6" name="Google Shape;116;p25"/>
            <p:cNvGrpSpPr/>
            <p:nvPr/>
          </p:nvGrpSpPr>
          <p:grpSpPr>
            <a:xfrm>
              <a:off x="323020" y="1326935"/>
              <a:ext cx="264664" cy="61800"/>
              <a:chOff x="322595" y="642846"/>
              <a:chExt cx="264664" cy="61800"/>
            </a:xfrm>
          </p:grpSpPr>
          <p:sp>
            <p:nvSpPr>
              <p:cNvPr id="117" name="Google Shape;117;p25"/>
              <p:cNvSpPr/>
              <p:nvPr/>
            </p:nvSpPr>
            <p:spPr>
              <a:xfrm>
                <a:off x="322595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25"/>
              <p:cNvSpPr/>
              <p:nvPr/>
            </p:nvSpPr>
            <p:spPr>
              <a:xfrm>
                <a:off x="424028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25"/>
              <p:cNvSpPr/>
              <p:nvPr/>
            </p:nvSpPr>
            <p:spPr>
              <a:xfrm>
                <a:off x="525460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572">
          <p15:clr>
            <a:srgbClr val="F9AD4C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ocabulary">
  <p:cSld name="SECTION_HEADER_1_1_2_3"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48613" y="1741916"/>
            <a:ext cx="5751577" cy="161415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6"/>
          <p:cNvSpPr txBox="1"/>
          <p:nvPr>
            <p:ph type="title"/>
          </p:nvPr>
        </p:nvSpPr>
        <p:spPr>
          <a:xfrm>
            <a:off x="820200" y="1184699"/>
            <a:ext cx="7503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b="1" sz="2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b="1">
                <a:solidFill>
                  <a:srgbClr val="00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b="1">
                <a:solidFill>
                  <a:srgbClr val="00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b="1">
                <a:solidFill>
                  <a:srgbClr val="00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b="1">
                <a:solidFill>
                  <a:srgbClr val="00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b="1">
                <a:solidFill>
                  <a:srgbClr val="00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b="1">
                <a:solidFill>
                  <a:srgbClr val="00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b="1">
                <a:solidFill>
                  <a:srgbClr val="00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b="1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23" name="Google Shape;123;p26"/>
          <p:cNvSpPr txBox="1"/>
          <p:nvPr>
            <p:ph idx="1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4" name="Google Shape;124;p26"/>
          <p:cNvSpPr txBox="1"/>
          <p:nvPr>
            <p:ph idx="2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5" name="Google Shape;125;p26"/>
          <p:cNvSpPr txBox="1"/>
          <p:nvPr>
            <p:ph idx="3" type="body"/>
          </p:nvPr>
        </p:nvSpPr>
        <p:spPr>
          <a:xfrm>
            <a:off x="905256" y="3493008"/>
            <a:ext cx="7333500" cy="4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algn="ctr">
              <a:spcBef>
                <a:spcPts val="0"/>
              </a:spcBef>
              <a:spcAft>
                <a:spcPts val="0"/>
              </a:spcAft>
              <a:buSzPts val="2000"/>
              <a:buChar char="✗"/>
              <a:defRPr sz="2000"/>
            </a:lvl1pPr>
            <a:lvl2pPr indent="-355600" lvl="1" marL="914400" algn="ctr">
              <a:spcBef>
                <a:spcPts val="0"/>
              </a:spcBef>
              <a:spcAft>
                <a:spcPts val="0"/>
              </a:spcAft>
              <a:buSzPts val="2000"/>
              <a:buFont typeface="Roboto Medium"/>
              <a:buChar char="✗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55600" lvl="2" marL="1371600" algn="ctr">
              <a:spcBef>
                <a:spcPts val="0"/>
              </a:spcBef>
              <a:spcAft>
                <a:spcPts val="0"/>
              </a:spcAft>
              <a:buSzPts val="2000"/>
              <a:buFont typeface="Roboto Medium"/>
              <a:buChar char="✗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55600" lvl="3" marL="1828800" algn="ctr">
              <a:spcBef>
                <a:spcPts val="0"/>
              </a:spcBef>
              <a:spcAft>
                <a:spcPts val="0"/>
              </a:spcAft>
              <a:buSzPts val="2000"/>
              <a:buFont typeface="Roboto Medium"/>
              <a:buChar char="✗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55600" lvl="4" marL="2286000" algn="ctr">
              <a:spcBef>
                <a:spcPts val="0"/>
              </a:spcBef>
              <a:spcAft>
                <a:spcPts val="0"/>
              </a:spcAft>
              <a:buSzPts val="2000"/>
              <a:buFont typeface="Roboto Medium"/>
              <a:buChar char="✗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55600" lvl="5" marL="2743200" algn="ctr">
              <a:spcBef>
                <a:spcPts val="0"/>
              </a:spcBef>
              <a:spcAft>
                <a:spcPts val="0"/>
              </a:spcAft>
              <a:buSzPts val="2000"/>
              <a:buFont typeface="Roboto Medium"/>
              <a:buChar char="✗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55600" lvl="6" marL="3200400" algn="ctr">
              <a:spcBef>
                <a:spcPts val="0"/>
              </a:spcBef>
              <a:spcAft>
                <a:spcPts val="0"/>
              </a:spcAft>
              <a:buSzPts val="2000"/>
              <a:buFont typeface="Roboto Medium"/>
              <a:buChar char="✗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55600" lvl="7" marL="3657600" algn="ctr">
              <a:spcBef>
                <a:spcPts val="0"/>
              </a:spcBef>
              <a:spcAft>
                <a:spcPts val="0"/>
              </a:spcAft>
              <a:buSzPts val="2000"/>
              <a:buFont typeface="Roboto Medium"/>
              <a:buChar char="✗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55600" lvl="8" marL="4114800" algn="ctr">
              <a:spcBef>
                <a:spcPts val="0"/>
              </a:spcBef>
              <a:spcAft>
                <a:spcPts val="0"/>
              </a:spcAft>
              <a:buSzPts val="2000"/>
              <a:buFont typeface="Roboto Medium"/>
              <a:buChar char="✗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26" name="Google Shape;126;p26"/>
          <p:cNvSpPr txBox="1"/>
          <p:nvPr>
            <p:ph idx="4" type="body"/>
          </p:nvPr>
        </p:nvSpPr>
        <p:spPr>
          <a:xfrm>
            <a:off x="2286000" y="2203704"/>
            <a:ext cx="4573500" cy="12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82600" lvl="0" marL="457200" algn="ctr">
              <a:spcBef>
                <a:spcPts val="0"/>
              </a:spcBef>
              <a:spcAft>
                <a:spcPts val="0"/>
              </a:spcAft>
              <a:buSzPts val="4000"/>
              <a:buFont typeface="Roboto Black"/>
              <a:buChar char="✗"/>
              <a:defRPr sz="4000">
                <a:latin typeface="Roboto Black"/>
                <a:ea typeface="Roboto Black"/>
                <a:cs typeface="Roboto Black"/>
                <a:sym typeface="Roboto Black"/>
              </a:defRPr>
            </a:lvl1pPr>
            <a:lvl2pPr indent="-482600" lvl="1" marL="914400" algn="ctr">
              <a:spcBef>
                <a:spcPts val="0"/>
              </a:spcBef>
              <a:spcAft>
                <a:spcPts val="0"/>
              </a:spcAft>
              <a:buSzPts val="4000"/>
              <a:buFont typeface="Roboto Black"/>
              <a:buChar char="✗"/>
              <a:defRPr sz="4000">
                <a:latin typeface="Roboto Black"/>
                <a:ea typeface="Roboto Black"/>
                <a:cs typeface="Roboto Black"/>
                <a:sym typeface="Roboto Black"/>
              </a:defRPr>
            </a:lvl2pPr>
            <a:lvl3pPr indent="-482600" lvl="2" marL="1371600" algn="ctr">
              <a:spcBef>
                <a:spcPts val="0"/>
              </a:spcBef>
              <a:spcAft>
                <a:spcPts val="0"/>
              </a:spcAft>
              <a:buSzPts val="4000"/>
              <a:buFont typeface="Roboto Black"/>
              <a:buChar char="✗"/>
              <a:defRPr sz="4000">
                <a:latin typeface="Roboto Black"/>
                <a:ea typeface="Roboto Black"/>
                <a:cs typeface="Roboto Black"/>
                <a:sym typeface="Roboto Black"/>
              </a:defRPr>
            </a:lvl3pPr>
            <a:lvl4pPr indent="-482600" lvl="3" marL="1828800" algn="ctr">
              <a:spcBef>
                <a:spcPts val="0"/>
              </a:spcBef>
              <a:spcAft>
                <a:spcPts val="0"/>
              </a:spcAft>
              <a:buSzPts val="4000"/>
              <a:buFont typeface="Roboto Black"/>
              <a:buChar char="✗"/>
              <a:defRPr sz="4000">
                <a:latin typeface="Roboto Black"/>
                <a:ea typeface="Roboto Black"/>
                <a:cs typeface="Roboto Black"/>
                <a:sym typeface="Roboto Black"/>
              </a:defRPr>
            </a:lvl4pPr>
            <a:lvl5pPr indent="-482600" lvl="4" marL="2286000" algn="ctr">
              <a:spcBef>
                <a:spcPts val="0"/>
              </a:spcBef>
              <a:spcAft>
                <a:spcPts val="0"/>
              </a:spcAft>
              <a:buSzPts val="4000"/>
              <a:buFont typeface="Roboto Black"/>
              <a:buChar char="✗"/>
              <a:defRPr sz="4000">
                <a:latin typeface="Roboto Black"/>
                <a:ea typeface="Roboto Black"/>
                <a:cs typeface="Roboto Black"/>
                <a:sym typeface="Roboto Black"/>
              </a:defRPr>
            </a:lvl5pPr>
            <a:lvl6pPr indent="-482600" lvl="5" marL="2743200" algn="ctr">
              <a:spcBef>
                <a:spcPts val="0"/>
              </a:spcBef>
              <a:spcAft>
                <a:spcPts val="0"/>
              </a:spcAft>
              <a:buSzPts val="4000"/>
              <a:buFont typeface="Roboto Black"/>
              <a:buChar char="✗"/>
              <a:defRPr sz="4000">
                <a:latin typeface="Roboto Black"/>
                <a:ea typeface="Roboto Black"/>
                <a:cs typeface="Roboto Black"/>
                <a:sym typeface="Roboto Black"/>
              </a:defRPr>
            </a:lvl6pPr>
            <a:lvl7pPr indent="-482600" lvl="6" marL="3200400" algn="ctr">
              <a:spcBef>
                <a:spcPts val="0"/>
              </a:spcBef>
              <a:spcAft>
                <a:spcPts val="0"/>
              </a:spcAft>
              <a:buSzPts val="4000"/>
              <a:buFont typeface="Roboto Black"/>
              <a:buChar char="✗"/>
              <a:defRPr sz="4000">
                <a:latin typeface="Roboto Black"/>
                <a:ea typeface="Roboto Black"/>
                <a:cs typeface="Roboto Black"/>
                <a:sym typeface="Roboto Black"/>
              </a:defRPr>
            </a:lvl7pPr>
            <a:lvl8pPr indent="-482600" lvl="7" marL="3657600" algn="ctr">
              <a:spcBef>
                <a:spcPts val="0"/>
              </a:spcBef>
              <a:spcAft>
                <a:spcPts val="0"/>
              </a:spcAft>
              <a:buSzPts val="4000"/>
              <a:buFont typeface="Roboto Black"/>
              <a:buChar char="✗"/>
              <a:defRPr sz="4000">
                <a:latin typeface="Roboto Black"/>
                <a:ea typeface="Roboto Black"/>
                <a:cs typeface="Roboto Black"/>
                <a:sym typeface="Roboto Black"/>
              </a:defRPr>
            </a:lvl8pPr>
            <a:lvl9pPr indent="-482600" lvl="8" marL="4114800" algn="ctr">
              <a:spcBef>
                <a:spcPts val="0"/>
              </a:spcBef>
              <a:spcAft>
                <a:spcPts val="0"/>
              </a:spcAft>
              <a:buSzPts val="4000"/>
              <a:buFont typeface="Roboto Black"/>
              <a:buChar char="✗"/>
              <a:defRPr sz="4000"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reenshot with TT - pg#">
  <p:cSld name="SECTION_HEADER_1_1_2_2_7_1"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7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9" name="Google Shape;129;p27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30" name="Google Shape;130;p27"/>
          <p:cNvSpPr txBox="1"/>
          <p:nvPr>
            <p:ph idx="3" type="subTitle"/>
          </p:nvPr>
        </p:nvSpPr>
        <p:spPr>
          <a:xfrm>
            <a:off x="236875" y="164600"/>
            <a:ext cx="43578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31" name="Google Shape;131;p27"/>
          <p:cNvSpPr txBox="1"/>
          <p:nvPr>
            <p:ph idx="4" type="body"/>
          </p:nvPr>
        </p:nvSpPr>
        <p:spPr>
          <a:xfrm>
            <a:off x="4343400" y="941832"/>
            <a:ext cx="4223700" cy="34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✗"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2pPr>
            <a:lvl3pPr indent="-406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3pPr>
            <a:lvl4pPr indent="-406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4pPr>
            <a:lvl5pPr indent="-406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5pPr>
            <a:lvl6pPr indent="-406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6pPr>
            <a:lvl7pPr indent="-406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7pPr>
            <a:lvl8pPr indent="-406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8pPr>
            <a:lvl9pPr indent="-406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✗"/>
              <a:defRPr sz="2800"/>
            </a:lvl9pPr>
          </a:lstStyle>
          <a:p/>
        </p:txBody>
      </p:sp>
      <p:sp>
        <p:nvSpPr>
          <p:cNvPr id="132" name="Google Shape;132;p27"/>
          <p:cNvSpPr/>
          <p:nvPr/>
        </p:nvSpPr>
        <p:spPr>
          <a:xfrm>
            <a:off x="248150" y="722275"/>
            <a:ext cx="3447300" cy="4114800"/>
          </a:xfrm>
          <a:prstGeom prst="round2SameRect">
            <a:avLst>
              <a:gd fmla="val 911" name="adj1"/>
              <a:gd fmla="val 0" name="adj2"/>
            </a:avLst>
          </a:prstGeom>
          <a:solidFill>
            <a:srgbClr val="F6F6F6"/>
          </a:solidFill>
          <a:ln>
            <a:noFill/>
          </a:ln>
          <a:effectLst>
            <a:outerShdw blurRad="57150" rotWithShape="0" algn="bl" dir="5340000" dist="9525">
              <a:srgbClr val="000000">
                <a:alpha val="1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3" name="Google Shape;133;p27"/>
          <p:cNvGrpSpPr/>
          <p:nvPr/>
        </p:nvGrpSpPr>
        <p:grpSpPr>
          <a:xfrm>
            <a:off x="248150" y="722275"/>
            <a:ext cx="3447300" cy="164700"/>
            <a:chOff x="248150" y="722275"/>
            <a:chExt cx="3447300" cy="164700"/>
          </a:xfrm>
        </p:grpSpPr>
        <p:sp>
          <p:nvSpPr>
            <p:cNvPr id="134" name="Google Shape;134;p27"/>
            <p:cNvSpPr/>
            <p:nvPr/>
          </p:nvSpPr>
          <p:spPr>
            <a:xfrm>
              <a:off x="248150" y="722275"/>
              <a:ext cx="3447300" cy="1647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5" name="Google Shape;135;p27"/>
            <p:cNvGrpSpPr/>
            <p:nvPr/>
          </p:nvGrpSpPr>
          <p:grpSpPr>
            <a:xfrm>
              <a:off x="322595" y="769160"/>
              <a:ext cx="264664" cy="61800"/>
              <a:chOff x="322595" y="642846"/>
              <a:chExt cx="264664" cy="61800"/>
            </a:xfrm>
          </p:grpSpPr>
          <p:sp>
            <p:nvSpPr>
              <p:cNvPr id="136" name="Google Shape;136;p27"/>
              <p:cNvSpPr/>
              <p:nvPr/>
            </p:nvSpPr>
            <p:spPr>
              <a:xfrm>
                <a:off x="322595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27"/>
              <p:cNvSpPr/>
              <p:nvPr/>
            </p:nvSpPr>
            <p:spPr>
              <a:xfrm>
                <a:off x="424028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27"/>
              <p:cNvSpPr/>
              <p:nvPr/>
            </p:nvSpPr>
            <p:spPr>
              <a:xfrm>
                <a:off x="525460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2736">
          <p15:clr>
            <a:srgbClr val="F9AD4C"/>
          </p15:clr>
        </p15:guide>
        <p15:guide id="3" pos="201">
          <p15:clr>
            <a:srgbClr val="F9AD4C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of Lesson">
  <p:cSld name="SECTION_HEADER_1_1_2_1_2_1_1_1_1"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8"/>
          <p:cNvSpPr txBox="1"/>
          <p:nvPr/>
        </p:nvSpPr>
        <p:spPr>
          <a:xfrm>
            <a:off x="804676" y="2133000"/>
            <a:ext cx="7408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rPr>
              <a:t>End of @Home Lesson </a:t>
            </a:r>
            <a:endParaRPr b="1" sz="4800">
              <a:solidFill>
                <a:srgbClr val="333FB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1" name="Google Shape;141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42000" y="4251004"/>
            <a:ext cx="833522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8"/>
          <p:cNvSpPr/>
          <p:nvPr/>
        </p:nvSpPr>
        <p:spPr>
          <a:xfrm>
            <a:off x="92875" y="113525"/>
            <a:ext cx="2239500" cy="443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28"/>
          <p:cNvPicPr preferRelativeResize="0"/>
          <p:nvPr/>
        </p:nvPicPr>
        <p:blipFill rotWithShape="1">
          <a:blip r:embed="rId3">
            <a:alphaModFix/>
          </a:blip>
          <a:srcRect b="0" l="90" r="80" t="0"/>
          <a:stretch/>
        </p:blipFill>
        <p:spPr>
          <a:xfrm>
            <a:off x="228600" y="4103055"/>
            <a:ext cx="832104" cy="644449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8"/>
          <p:cNvSpPr txBox="1"/>
          <p:nvPr/>
        </p:nvSpPr>
        <p:spPr>
          <a:xfrm>
            <a:off x="1399196" y="4530646"/>
            <a:ext cx="40122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600">
                <a:solidFill>
                  <a:srgbClr val="2F2F2F"/>
                </a:solidFill>
                <a:latin typeface="Roboto"/>
                <a:ea typeface="Roboto"/>
                <a:cs typeface="Roboto"/>
                <a:sym typeface="Roboto"/>
              </a:rPr>
              <a:t>Published and Distributed by Amplify. www.amplify.com</a:t>
            </a:r>
            <a:endParaRPr i="1" sz="600">
              <a:solidFill>
                <a:srgbClr val="2F2F2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28"/>
          <p:cNvSpPr txBox="1"/>
          <p:nvPr>
            <p:ph idx="1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orient="horz" pos="1182">
          <p15:clr>
            <a:srgbClr val="F9AD4C"/>
          </p15:clr>
        </p15:guide>
        <p15:guide id="3" pos="151">
          <p15:clr>
            <a:srgbClr val="FA7B17"/>
          </p15:clr>
        </p15:guide>
        <p15:guide id="4" orient="horz" pos="3100">
          <p15:clr>
            <a:srgbClr val="FA7B17"/>
          </p15:clr>
        </p15:guide>
        <p15:guide id="5" orient="horz" pos="2991">
          <p15:clr>
            <a:srgbClr val="FA7B17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cher Talk">
  <p:cSld name="SECTION_HEADER_1_1_2"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0"/>
          <p:cNvSpPr txBox="1"/>
          <p:nvPr>
            <p:ph idx="1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2" name="Google Shape;152;p30"/>
          <p:cNvSpPr txBox="1"/>
          <p:nvPr>
            <p:ph idx="2" type="subTitle"/>
          </p:nvPr>
        </p:nvSpPr>
        <p:spPr>
          <a:xfrm>
            <a:off x="236875" y="164600"/>
            <a:ext cx="43350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153" name="Google Shape;153;p30"/>
          <p:cNvSpPr txBox="1"/>
          <p:nvPr>
            <p:ph idx="3" type="body"/>
          </p:nvPr>
        </p:nvSpPr>
        <p:spPr>
          <a:xfrm>
            <a:off x="804672" y="941832"/>
            <a:ext cx="7503600" cy="3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●"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Font typeface="Roboto"/>
              <a:buChar char="○"/>
              <a:defRPr sz="2800">
                <a:latin typeface="Roboto"/>
                <a:ea typeface="Roboto"/>
                <a:cs typeface="Roboto"/>
                <a:sym typeface="Roboto"/>
              </a:defRPr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Font typeface="Roboto"/>
              <a:buChar char="■"/>
              <a:defRPr sz="2800">
                <a:latin typeface="Roboto"/>
                <a:ea typeface="Roboto"/>
                <a:cs typeface="Roboto"/>
                <a:sym typeface="Roboto"/>
              </a:defRPr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Font typeface="Roboto"/>
              <a:buChar char="●"/>
              <a:defRPr sz="2800">
                <a:latin typeface="Roboto"/>
                <a:ea typeface="Roboto"/>
                <a:cs typeface="Roboto"/>
                <a:sym typeface="Roboto"/>
              </a:defRPr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Font typeface="Roboto"/>
              <a:buChar char="○"/>
              <a:defRPr sz="2800">
                <a:latin typeface="Roboto"/>
                <a:ea typeface="Roboto"/>
                <a:cs typeface="Roboto"/>
                <a:sym typeface="Roboto"/>
              </a:defRPr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Font typeface="Roboto"/>
              <a:buChar char="■"/>
              <a:defRPr sz="2800">
                <a:latin typeface="Roboto"/>
                <a:ea typeface="Roboto"/>
                <a:cs typeface="Roboto"/>
                <a:sym typeface="Roboto"/>
              </a:defRPr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Font typeface="Roboto"/>
              <a:buChar char="●"/>
              <a:defRPr sz="2800">
                <a:latin typeface="Roboto"/>
                <a:ea typeface="Roboto"/>
                <a:cs typeface="Roboto"/>
                <a:sym typeface="Roboto"/>
              </a:defRPr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Font typeface="Roboto"/>
              <a:buChar char="○"/>
              <a:defRPr sz="2800">
                <a:latin typeface="Roboto"/>
                <a:ea typeface="Roboto"/>
                <a:cs typeface="Roboto"/>
                <a:sym typeface="Roboto"/>
              </a:defRPr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800"/>
              <a:buFont typeface="Roboto"/>
              <a:buChar char="■"/>
              <a:defRPr sz="2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2880">
          <p15:clr>
            <a:srgbClr val="F9AD4C"/>
          </p15:clr>
        </p15:guide>
        <p15:guide id="3" orient="horz" pos="216">
          <p15:clr>
            <a:srgbClr val="FA7B17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Title">
  <p:cSld name="SECTION_HEADER_1_1_2_4"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1"/>
          <p:cNvSpPr txBox="1"/>
          <p:nvPr>
            <p:ph idx="1" type="subTitle"/>
          </p:nvPr>
        </p:nvSpPr>
        <p:spPr>
          <a:xfrm>
            <a:off x="804672" y="2048256"/>
            <a:ext cx="60807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7" name="Google Shape;157;p31"/>
          <p:cNvSpPr txBox="1"/>
          <p:nvPr>
            <p:ph type="title"/>
          </p:nvPr>
        </p:nvSpPr>
        <p:spPr>
          <a:xfrm>
            <a:off x="804675" y="2477494"/>
            <a:ext cx="6080700" cy="85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58" name="Google Shape;158;p31"/>
          <p:cNvSpPr txBox="1"/>
          <p:nvPr>
            <p:ph idx="2" type="subTitle"/>
          </p:nvPr>
        </p:nvSpPr>
        <p:spPr>
          <a:xfrm>
            <a:off x="6839700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9" name="Google Shape;159;p31"/>
          <p:cNvSpPr txBox="1"/>
          <p:nvPr>
            <p:ph idx="3" type="subTitle"/>
          </p:nvPr>
        </p:nvSpPr>
        <p:spPr>
          <a:xfrm>
            <a:off x="228600" y="164600"/>
            <a:ext cx="43434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160" name="Google Shape;160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6563" y="173736"/>
            <a:ext cx="193362" cy="22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144">
          <p15:clr>
            <a:srgbClr val="F9AD4C"/>
          </p15:clr>
        </p15:guide>
        <p15:guide id="2" pos="2880">
          <p15:clr>
            <a:srgbClr val="F9AD4C"/>
          </p15:clr>
        </p15:guide>
        <p15:guide id="3" pos="5451">
          <p15:clr>
            <a:srgbClr val="FA7B17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Screenshot Fullscreen - pg#">
  <p:cSld name="CUSTOM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32"/>
          <p:cNvPicPr preferRelativeResize="0"/>
          <p:nvPr/>
        </p:nvPicPr>
        <p:blipFill rotWithShape="1">
          <a:blip r:embed="rId2">
            <a:alphaModFix/>
          </a:blip>
          <a:srcRect b="0" l="0" r="0" t="18540"/>
          <a:stretch/>
        </p:blipFill>
        <p:spPr>
          <a:xfrm>
            <a:off x="75" y="4701168"/>
            <a:ext cx="9144000" cy="24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32"/>
          <p:cNvSpPr/>
          <p:nvPr/>
        </p:nvSpPr>
        <p:spPr>
          <a:xfrm>
            <a:off x="75" y="622975"/>
            <a:ext cx="9144000" cy="40965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4" name="Google Shape;164;p32"/>
          <p:cNvGrpSpPr/>
          <p:nvPr/>
        </p:nvGrpSpPr>
        <p:grpSpPr>
          <a:xfrm>
            <a:off x="-75" y="457670"/>
            <a:ext cx="9144000" cy="165300"/>
            <a:chOff x="0" y="548800"/>
            <a:chExt cx="9144000" cy="165300"/>
          </a:xfrm>
        </p:grpSpPr>
        <p:sp>
          <p:nvSpPr>
            <p:cNvPr id="165" name="Google Shape;165;p32"/>
            <p:cNvSpPr/>
            <p:nvPr/>
          </p:nvSpPr>
          <p:spPr>
            <a:xfrm>
              <a:off x="0" y="548800"/>
              <a:ext cx="9144000" cy="1653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333F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32"/>
            <p:cNvSpPr/>
            <p:nvPr/>
          </p:nvSpPr>
          <p:spPr>
            <a:xfrm>
              <a:off x="92114" y="594423"/>
              <a:ext cx="75600" cy="75600"/>
            </a:xfrm>
            <a:prstGeom prst="ellipse">
              <a:avLst/>
            </a:prstGeom>
            <a:solidFill>
              <a:srgbClr val="9FC5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32"/>
            <p:cNvSpPr/>
            <p:nvPr/>
          </p:nvSpPr>
          <p:spPr>
            <a:xfrm>
              <a:off x="216144" y="594423"/>
              <a:ext cx="75600" cy="75600"/>
            </a:xfrm>
            <a:prstGeom prst="ellipse">
              <a:avLst/>
            </a:prstGeom>
            <a:solidFill>
              <a:srgbClr val="9FC5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32"/>
            <p:cNvSpPr/>
            <p:nvPr/>
          </p:nvSpPr>
          <p:spPr>
            <a:xfrm>
              <a:off x="340175" y="594423"/>
              <a:ext cx="75600" cy="75600"/>
            </a:xfrm>
            <a:prstGeom prst="ellipse">
              <a:avLst/>
            </a:prstGeom>
            <a:solidFill>
              <a:srgbClr val="9FC5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" name="Google Shape;169;p32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0" name="Google Shape;170;p32"/>
          <p:cNvSpPr txBox="1"/>
          <p:nvPr>
            <p:ph idx="2" type="subTitle"/>
          </p:nvPr>
        </p:nvSpPr>
        <p:spPr>
          <a:xfrm>
            <a:off x="7598664" y="117750"/>
            <a:ext cx="13167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1" name="Google Shape;171;p32"/>
          <p:cNvSpPr txBox="1"/>
          <p:nvPr>
            <p:ph idx="3" type="subTitle"/>
          </p:nvPr>
        </p:nvSpPr>
        <p:spPr>
          <a:xfrm>
            <a:off x="236875" y="117756"/>
            <a:ext cx="43578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333FBF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100">
                <a:solidFill>
                  <a:srgbClr val="333FBF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100">
                <a:solidFill>
                  <a:srgbClr val="333FBF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100">
                <a:solidFill>
                  <a:srgbClr val="333FBF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100">
                <a:solidFill>
                  <a:srgbClr val="333FBF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100">
                <a:solidFill>
                  <a:srgbClr val="333FBF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100">
                <a:solidFill>
                  <a:srgbClr val="333FBF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100">
                <a:solidFill>
                  <a:srgbClr val="333FB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Screenshot Fullscreen Differentiation - pg#">
  <p:cSld name="CUSTOM_3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33"/>
          <p:cNvPicPr preferRelativeResize="0"/>
          <p:nvPr/>
        </p:nvPicPr>
        <p:blipFill rotWithShape="1">
          <a:blip r:embed="rId2">
            <a:alphaModFix/>
          </a:blip>
          <a:srcRect b="0" l="0" r="0" t="18540"/>
          <a:stretch/>
        </p:blipFill>
        <p:spPr>
          <a:xfrm>
            <a:off x="75" y="4701168"/>
            <a:ext cx="9144000" cy="24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3"/>
          <p:cNvSpPr/>
          <p:nvPr/>
        </p:nvSpPr>
        <p:spPr>
          <a:xfrm>
            <a:off x="75" y="622975"/>
            <a:ext cx="9144000" cy="40965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5" name="Google Shape;175;p33"/>
          <p:cNvGrpSpPr/>
          <p:nvPr/>
        </p:nvGrpSpPr>
        <p:grpSpPr>
          <a:xfrm>
            <a:off x="-75" y="457670"/>
            <a:ext cx="9144000" cy="165300"/>
            <a:chOff x="0" y="548800"/>
            <a:chExt cx="9144000" cy="165300"/>
          </a:xfrm>
        </p:grpSpPr>
        <p:sp>
          <p:nvSpPr>
            <p:cNvPr id="176" name="Google Shape;176;p33"/>
            <p:cNvSpPr/>
            <p:nvPr/>
          </p:nvSpPr>
          <p:spPr>
            <a:xfrm>
              <a:off x="0" y="548800"/>
              <a:ext cx="9144000" cy="1653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333F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33"/>
            <p:cNvSpPr/>
            <p:nvPr/>
          </p:nvSpPr>
          <p:spPr>
            <a:xfrm>
              <a:off x="92114" y="594423"/>
              <a:ext cx="75600" cy="75600"/>
            </a:xfrm>
            <a:prstGeom prst="ellipse">
              <a:avLst/>
            </a:prstGeom>
            <a:solidFill>
              <a:srgbClr val="9FC5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33"/>
            <p:cNvSpPr/>
            <p:nvPr/>
          </p:nvSpPr>
          <p:spPr>
            <a:xfrm>
              <a:off x="216144" y="594423"/>
              <a:ext cx="75600" cy="75600"/>
            </a:xfrm>
            <a:prstGeom prst="ellipse">
              <a:avLst/>
            </a:prstGeom>
            <a:solidFill>
              <a:srgbClr val="9FC5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33"/>
            <p:cNvSpPr/>
            <p:nvPr/>
          </p:nvSpPr>
          <p:spPr>
            <a:xfrm>
              <a:off x="340175" y="594423"/>
              <a:ext cx="75600" cy="75600"/>
            </a:xfrm>
            <a:prstGeom prst="ellipse">
              <a:avLst/>
            </a:prstGeom>
            <a:solidFill>
              <a:srgbClr val="9FC5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0" name="Google Shape;180;p33"/>
          <p:cNvSpPr txBox="1"/>
          <p:nvPr>
            <p:ph idx="1" type="subTitle"/>
          </p:nvPr>
        </p:nvSpPr>
        <p:spPr>
          <a:xfrm>
            <a:off x="3511296" y="4800600"/>
            <a:ext cx="16734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1" name="Google Shape;181;p33"/>
          <p:cNvSpPr txBox="1"/>
          <p:nvPr>
            <p:ph idx="2" type="subTitle"/>
          </p:nvPr>
        </p:nvSpPr>
        <p:spPr>
          <a:xfrm>
            <a:off x="7598664" y="117750"/>
            <a:ext cx="13167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2" name="Google Shape;182;p33"/>
          <p:cNvSpPr txBox="1"/>
          <p:nvPr>
            <p:ph idx="3" type="subTitle"/>
          </p:nvPr>
        </p:nvSpPr>
        <p:spPr>
          <a:xfrm>
            <a:off x="236875" y="117756"/>
            <a:ext cx="43578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333FBF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100">
                <a:solidFill>
                  <a:srgbClr val="333FBF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100">
                <a:solidFill>
                  <a:srgbClr val="333FBF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100">
                <a:solidFill>
                  <a:srgbClr val="333FBF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100">
                <a:solidFill>
                  <a:srgbClr val="333FBF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100">
                <a:solidFill>
                  <a:srgbClr val="333FBF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100">
                <a:solidFill>
                  <a:srgbClr val="333FBF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100">
                <a:solidFill>
                  <a:srgbClr val="333FBF"/>
                </a:solidFill>
              </a:defRPr>
            </a:lvl9pPr>
          </a:lstStyle>
          <a:p/>
        </p:txBody>
      </p:sp>
      <p:sp>
        <p:nvSpPr>
          <p:cNvPr id="183" name="Google Shape;183;p33"/>
          <p:cNvSpPr txBox="1"/>
          <p:nvPr>
            <p:ph idx="4" type="subTitle"/>
          </p:nvPr>
        </p:nvSpPr>
        <p:spPr>
          <a:xfrm>
            <a:off x="5184648" y="4800600"/>
            <a:ext cx="8229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4" name="Google Shape;184;p33"/>
          <p:cNvSpPr txBox="1"/>
          <p:nvPr>
            <p:ph idx="5" type="subTitle"/>
          </p:nvPr>
        </p:nvSpPr>
        <p:spPr>
          <a:xfrm>
            <a:off x="6391656" y="4800600"/>
            <a:ext cx="8229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5" name="Google Shape;185;p33"/>
          <p:cNvSpPr txBox="1"/>
          <p:nvPr>
            <p:ph idx="6" type="subTitle"/>
          </p:nvPr>
        </p:nvSpPr>
        <p:spPr>
          <a:xfrm>
            <a:off x="7598664" y="4800600"/>
            <a:ext cx="8229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6" name="Google Shape;186;p33"/>
          <p:cNvSpPr/>
          <p:nvPr/>
        </p:nvSpPr>
        <p:spPr>
          <a:xfrm>
            <a:off x="7217750" y="4822650"/>
            <a:ext cx="192000" cy="184500"/>
          </a:xfrm>
          <a:prstGeom prst="pentagon">
            <a:avLst>
              <a:gd fmla="val 105146" name="hf"/>
              <a:gd fmla="val 110557" name="vf"/>
            </a:avLst>
          </a:prstGeom>
          <a:solidFill>
            <a:srgbClr val="17B4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3"/>
          <p:cNvSpPr/>
          <p:nvPr/>
        </p:nvSpPr>
        <p:spPr>
          <a:xfrm>
            <a:off x="6008350" y="4820250"/>
            <a:ext cx="219600" cy="189300"/>
          </a:xfrm>
          <a:prstGeom prst="triangle">
            <a:avLst>
              <a:gd fmla="val 50000" name="adj"/>
            </a:avLst>
          </a:prstGeom>
          <a:solidFill>
            <a:srgbClr val="8FC3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3"/>
          <p:cNvSpPr/>
          <p:nvPr/>
        </p:nvSpPr>
        <p:spPr>
          <a:xfrm>
            <a:off x="8427388" y="4823400"/>
            <a:ext cx="183000" cy="183000"/>
          </a:xfrm>
          <a:prstGeom prst="ellipse">
            <a:avLst/>
          </a:prstGeom>
          <a:solidFill>
            <a:srgbClr val="9A5A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9" name="Google Shape;189;p33"/>
          <p:cNvCxnSpPr/>
          <p:nvPr/>
        </p:nvCxnSpPr>
        <p:spPr>
          <a:xfrm>
            <a:off x="5270375" y="5057204"/>
            <a:ext cx="9603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33"/>
          <p:cNvCxnSpPr/>
          <p:nvPr/>
        </p:nvCxnSpPr>
        <p:spPr>
          <a:xfrm>
            <a:off x="6449450" y="5057204"/>
            <a:ext cx="9603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" name="Google Shape;191;p33"/>
          <p:cNvCxnSpPr/>
          <p:nvPr/>
        </p:nvCxnSpPr>
        <p:spPr>
          <a:xfrm>
            <a:off x="7650100" y="5057204"/>
            <a:ext cx="9603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08400" y="4804875"/>
            <a:ext cx="228175" cy="22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ocabulary">
  <p:cSld name="SECTION_HEADER_1_1_2_3"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48613" y="1741916"/>
            <a:ext cx="5751577" cy="161415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4"/>
          <p:cNvSpPr txBox="1"/>
          <p:nvPr>
            <p:ph type="title"/>
          </p:nvPr>
        </p:nvSpPr>
        <p:spPr>
          <a:xfrm>
            <a:off x="820200" y="1184699"/>
            <a:ext cx="7503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b="1">
                <a:solidFill>
                  <a:srgbClr val="00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b="1">
                <a:solidFill>
                  <a:srgbClr val="00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b="1">
                <a:solidFill>
                  <a:srgbClr val="00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b="1">
                <a:solidFill>
                  <a:srgbClr val="00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b="1">
                <a:solidFill>
                  <a:srgbClr val="00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b="1">
                <a:solidFill>
                  <a:srgbClr val="00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b="1">
                <a:solidFill>
                  <a:srgbClr val="00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b="1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96" name="Google Shape;196;p34"/>
          <p:cNvSpPr txBox="1"/>
          <p:nvPr>
            <p:ph idx="1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7" name="Google Shape;197;p34"/>
          <p:cNvSpPr txBox="1"/>
          <p:nvPr>
            <p:ph idx="2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198" name="Google Shape;198;p34"/>
          <p:cNvSpPr txBox="1"/>
          <p:nvPr>
            <p:ph idx="3" type="body"/>
          </p:nvPr>
        </p:nvSpPr>
        <p:spPr>
          <a:xfrm>
            <a:off x="905256" y="3493008"/>
            <a:ext cx="7333500" cy="4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algn="ctr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indent="-355600" lvl="1" marL="914400" algn="ctr">
              <a:spcBef>
                <a:spcPts val="1600"/>
              </a:spcBef>
              <a:spcAft>
                <a:spcPts val="0"/>
              </a:spcAft>
              <a:buSzPts val="2000"/>
              <a:buFont typeface="Roboto Medium"/>
              <a:buChar char="○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55600" lvl="2" marL="1371600" algn="ctr">
              <a:spcBef>
                <a:spcPts val="1600"/>
              </a:spcBef>
              <a:spcAft>
                <a:spcPts val="0"/>
              </a:spcAft>
              <a:buSzPts val="2000"/>
              <a:buFont typeface="Roboto Medium"/>
              <a:buChar char="■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55600" lvl="3" marL="1828800" algn="ctr">
              <a:spcBef>
                <a:spcPts val="1600"/>
              </a:spcBef>
              <a:spcAft>
                <a:spcPts val="0"/>
              </a:spcAft>
              <a:buSzPts val="2000"/>
              <a:buFont typeface="Roboto Medium"/>
              <a:buChar char="●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55600" lvl="4" marL="2286000" algn="ctr">
              <a:spcBef>
                <a:spcPts val="1600"/>
              </a:spcBef>
              <a:spcAft>
                <a:spcPts val="0"/>
              </a:spcAft>
              <a:buSzPts val="2000"/>
              <a:buFont typeface="Roboto Medium"/>
              <a:buChar char="○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55600" lvl="5" marL="2743200" algn="ctr">
              <a:spcBef>
                <a:spcPts val="1600"/>
              </a:spcBef>
              <a:spcAft>
                <a:spcPts val="0"/>
              </a:spcAft>
              <a:buSzPts val="2000"/>
              <a:buFont typeface="Roboto Medium"/>
              <a:buChar char="■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55600" lvl="6" marL="3200400" algn="ctr">
              <a:spcBef>
                <a:spcPts val="1600"/>
              </a:spcBef>
              <a:spcAft>
                <a:spcPts val="0"/>
              </a:spcAft>
              <a:buSzPts val="2000"/>
              <a:buFont typeface="Roboto Medium"/>
              <a:buChar char="●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55600" lvl="7" marL="3657600" algn="ctr">
              <a:spcBef>
                <a:spcPts val="1600"/>
              </a:spcBef>
              <a:spcAft>
                <a:spcPts val="0"/>
              </a:spcAft>
              <a:buSzPts val="2000"/>
              <a:buFont typeface="Roboto Medium"/>
              <a:buChar char="○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55600" lvl="8" marL="4114800" algn="ctr">
              <a:spcBef>
                <a:spcPts val="1600"/>
              </a:spcBef>
              <a:spcAft>
                <a:spcPts val="1600"/>
              </a:spcAft>
              <a:buSzPts val="2000"/>
              <a:buFont typeface="Roboto Medium"/>
              <a:buChar char="■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99" name="Google Shape;199;p34"/>
          <p:cNvSpPr txBox="1"/>
          <p:nvPr>
            <p:ph idx="4" type="body"/>
          </p:nvPr>
        </p:nvSpPr>
        <p:spPr>
          <a:xfrm>
            <a:off x="2286000" y="2203704"/>
            <a:ext cx="4573500" cy="12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82600" lvl="0" marL="457200" algn="ctr">
              <a:spcBef>
                <a:spcPts val="0"/>
              </a:spcBef>
              <a:spcAft>
                <a:spcPts val="0"/>
              </a:spcAft>
              <a:buSzPts val="4000"/>
              <a:buFont typeface="Roboto"/>
              <a:buChar char="●"/>
              <a:defRPr b="1" sz="4000">
                <a:latin typeface="Roboto"/>
                <a:ea typeface="Roboto"/>
                <a:cs typeface="Roboto"/>
                <a:sym typeface="Roboto"/>
              </a:defRPr>
            </a:lvl1pPr>
            <a:lvl2pPr indent="-482600" lvl="1" marL="914400" algn="ctr">
              <a:spcBef>
                <a:spcPts val="1600"/>
              </a:spcBef>
              <a:spcAft>
                <a:spcPts val="0"/>
              </a:spcAft>
              <a:buSzPts val="4000"/>
              <a:buChar char="○"/>
              <a:defRPr b="1" sz="4000"/>
            </a:lvl2pPr>
            <a:lvl3pPr indent="-482600" lvl="2" marL="1371600" algn="ctr">
              <a:spcBef>
                <a:spcPts val="1600"/>
              </a:spcBef>
              <a:spcAft>
                <a:spcPts val="0"/>
              </a:spcAft>
              <a:buSzPts val="4000"/>
              <a:buChar char="■"/>
              <a:defRPr b="1" sz="4000"/>
            </a:lvl3pPr>
            <a:lvl4pPr indent="-482600" lvl="3" marL="1828800" algn="ctr">
              <a:spcBef>
                <a:spcPts val="1600"/>
              </a:spcBef>
              <a:spcAft>
                <a:spcPts val="0"/>
              </a:spcAft>
              <a:buSzPts val="4000"/>
              <a:buChar char="●"/>
              <a:defRPr b="1" sz="4000"/>
            </a:lvl4pPr>
            <a:lvl5pPr indent="-482600" lvl="4" marL="2286000" algn="ctr">
              <a:spcBef>
                <a:spcPts val="1600"/>
              </a:spcBef>
              <a:spcAft>
                <a:spcPts val="0"/>
              </a:spcAft>
              <a:buSzPts val="4000"/>
              <a:buChar char="○"/>
              <a:defRPr b="1" sz="4000"/>
            </a:lvl5pPr>
            <a:lvl6pPr indent="-482600" lvl="5" marL="2743200" algn="ctr">
              <a:spcBef>
                <a:spcPts val="1600"/>
              </a:spcBef>
              <a:spcAft>
                <a:spcPts val="0"/>
              </a:spcAft>
              <a:buSzPts val="4000"/>
              <a:buChar char="■"/>
              <a:defRPr b="1" sz="4000"/>
            </a:lvl6pPr>
            <a:lvl7pPr indent="-482600" lvl="6" marL="3200400" algn="ctr">
              <a:spcBef>
                <a:spcPts val="1600"/>
              </a:spcBef>
              <a:spcAft>
                <a:spcPts val="0"/>
              </a:spcAft>
              <a:buSzPts val="4000"/>
              <a:buChar char="●"/>
              <a:defRPr b="1" sz="4000"/>
            </a:lvl7pPr>
            <a:lvl8pPr indent="-482600" lvl="7" marL="3657600" algn="ctr">
              <a:spcBef>
                <a:spcPts val="1600"/>
              </a:spcBef>
              <a:spcAft>
                <a:spcPts val="0"/>
              </a:spcAft>
              <a:buSzPts val="4000"/>
              <a:buChar char="○"/>
              <a:defRPr b="1" sz="4000"/>
            </a:lvl8pPr>
            <a:lvl9pPr indent="-482600" lvl="8" marL="4114800" algn="ctr">
              <a:spcBef>
                <a:spcPts val="1600"/>
              </a:spcBef>
              <a:spcAft>
                <a:spcPts val="1600"/>
              </a:spcAft>
              <a:buSzPts val="4000"/>
              <a:buChar char="■"/>
              <a:defRPr b="1" sz="4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ocabulary with Drawn Element">
  <p:cSld name="SECTION_HEADER_1_1_2_3_3"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2880" y="1737360"/>
            <a:ext cx="5751577" cy="161415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5"/>
          <p:cNvSpPr txBox="1"/>
          <p:nvPr>
            <p:ph type="title"/>
          </p:nvPr>
        </p:nvSpPr>
        <p:spPr>
          <a:xfrm>
            <a:off x="219519" y="1179576"/>
            <a:ext cx="541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 Medium"/>
              <a:buNone/>
              <a:defRPr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 Medium"/>
              <a:buNone/>
              <a:defRPr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 Medium"/>
              <a:buNone/>
              <a:defRPr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 Medium"/>
              <a:buNone/>
              <a:defRPr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 Medium"/>
              <a:buNone/>
              <a:defRPr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 Medium"/>
              <a:buNone/>
              <a:defRPr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 Medium"/>
              <a:buNone/>
              <a:defRPr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 Medium"/>
              <a:buNone/>
              <a:defRPr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203" name="Google Shape;203;p35"/>
          <p:cNvSpPr txBox="1"/>
          <p:nvPr>
            <p:ph idx="1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4" name="Google Shape;204;p35"/>
          <p:cNvSpPr txBox="1"/>
          <p:nvPr>
            <p:ph idx="2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pic>
        <p:nvPicPr>
          <p:cNvPr id="205" name="Google Shape;20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9056" y="1690357"/>
            <a:ext cx="2785749" cy="17573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5"/>
          <p:cNvSpPr txBox="1"/>
          <p:nvPr>
            <p:ph idx="3" type="body"/>
          </p:nvPr>
        </p:nvSpPr>
        <p:spPr>
          <a:xfrm>
            <a:off x="347472" y="3474720"/>
            <a:ext cx="5157300" cy="4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algn="ctr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indent="-355600" lvl="1" marL="914400" algn="ctr">
              <a:spcBef>
                <a:spcPts val="1600"/>
              </a:spcBef>
              <a:spcAft>
                <a:spcPts val="0"/>
              </a:spcAft>
              <a:buSzPts val="2000"/>
              <a:buFont typeface="Roboto Medium"/>
              <a:buChar char="○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55600" lvl="2" marL="1371600" algn="ctr">
              <a:spcBef>
                <a:spcPts val="1600"/>
              </a:spcBef>
              <a:spcAft>
                <a:spcPts val="0"/>
              </a:spcAft>
              <a:buSzPts val="2000"/>
              <a:buFont typeface="Roboto Medium"/>
              <a:buChar char="■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55600" lvl="3" marL="1828800" algn="ctr">
              <a:spcBef>
                <a:spcPts val="1600"/>
              </a:spcBef>
              <a:spcAft>
                <a:spcPts val="0"/>
              </a:spcAft>
              <a:buSzPts val="2000"/>
              <a:buFont typeface="Roboto Medium"/>
              <a:buChar char="●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55600" lvl="4" marL="2286000" algn="ctr">
              <a:spcBef>
                <a:spcPts val="1600"/>
              </a:spcBef>
              <a:spcAft>
                <a:spcPts val="0"/>
              </a:spcAft>
              <a:buSzPts val="2000"/>
              <a:buFont typeface="Roboto Medium"/>
              <a:buChar char="○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55600" lvl="5" marL="2743200" algn="ctr">
              <a:spcBef>
                <a:spcPts val="1600"/>
              </a:spcBef>
              <a:spcAft>
                <a:spcPts val="0"/>
              </a:spcAft>
              <a:buSzPts val="2000"/>
              <a:buFont typeface="Roboto Medium"/>
              <a:buChar char="■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55600" lvl="6" marL="3200400" algn="ctr">
              <a:spcBef>
                <a:spcPts val="1600"/>
              </a:spcBef>
              <a:spcAft>
                <a:spcPts val="0"/>
              </a:spcAft>
              <a:buSzPts val="2000"/>
              <a:buFont typeface="Roboto Medium"/>
              <a:buChar char="●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55600" lvl="7" marL="3657600" algn="ctr">
              <a:spcBef>
                <a:spcPts val="1600"/>
              </a:spcBef>
              <a:spcAft>
                <a:spcPts val="0"/>
              </a:spcAft>
              <a:buSzPts val="2000"/>
              <a:buFont typeface="Roboto Medium"/>
              <a:buChar char="○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55600" lvl="8" marL="4114800" algn="ctr">
              <a:spcBef>
                <a:spcPts val="1600"/>
              </a:spcBef>
              <a:spcAft>
                <a:spcPts val="1600"/>
              </a:spcAft>
              <a:buSzPts val="2000"/>
              <a:buFont typeface="Roboto Medium"/>
              <a:buChar char="■"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207" name="Google Shape;207;p35"/>
          <p:cNvSpPr txBox="1"/>
          <p:nvPr>
            <p:ph idx="4" type="body"/>
          </p:nvPr>
        </p:nvSpPr>
        <p:spPr>
          <a:xfrm>
            <a:off x="630936" y="2185416"/>
            <a:ext cx="4573500" cy="12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82600" lvl="0" marL="457200" algn="ctr">
              <a:spcBef>
                <a:spcPts val="0"/>
              </a:spcBef>
              <a:spcAft>
                <a:spcPts val="0"/>
              </a:spcAft>
              <a:buSzPts val="4000"/>
              <a:buFont typeface="Roboto"/>
              <a:buChar char="●"/>
              <a:defRPr b="1" sz="4000">
                <a:latin typeface="Roboto"/>
                <a:ea typeface="Roboto"/>
                <a:cs typeface="Roboto"/>
                <a:sym typeface="Roboto"/>
              </a:defRPr>
            </a:lvl1pPr>
            <a:lvl2pPr indent="-482600" lvl="1" marL="914400" algn="ctr">
              <a:spcBef>
                <a:spcPts val="1600"/>
              </a:spcBef>
              <a:spcAft>
                <a:spcPts val="0"/>
              </a:spcAft>
              <a:buSzPts val="4000"/>
              <a:buChar char="○"/>
              <a:defRPr b="1" sz="4000"/>
            </a:lvl2pPr>
            <a:lvl3pPr indent="-482600" lvl="2" marL="1371600" algn="ctr">
              <a:spcBef>
                <a:spcPts val="1600"/>
              </a:spcBef>
              <a:spcAft>
                <a:spcPts val="0"/>
              </a:spcAft>
              <a:buSzPts val="4000"/>
              <a:buChar char="■"/>
              <a:defRPr b="1" sz="4000"/>
            </a:lvl3pPr>
            <a:lvl4pPr indent="-482600" lvl="3" marL="1828800" algn="ctr">
              <a:spcBef>
                <a:spcPts val="1600"/>
              </a:spcBef>
              <a:spcAft>
                <a:spcPts val="0"/>
              </a:spcAft>
              <a:buSzPts val="4000"/>
              <a:buChar char="●"/>
              <a:defRPr b="1" sz="4000"/>
            </a:lvl4pPr>
            <a:lvl5pPr indent="-482600" lvl="4" marL="2286000" algn="ctr">
              <a:spcBef>
                <a:spcPts val="1600"/>
              </a:spcBef>
              <a:spcAft>
                <a:spcPts val="0"/>
              </a:spcAft>
              <a:buSzPts val="4000"/>
              <a:buChar char="○"/>
              <a:defRPr b="1" sz="4000"/>
            </a:lvl5pPr>
            <a:lvl6pPr indent="-482600" lvl="5" marL="2743200" algn="ctr">
              <a:spcBef>
                <a:spcPts val="1600"/>
              </a:spcBef>
              <a:spcAft>
                <a:spcPts val="0"/>
              </a:spcAft>
              <a:buSzPts val="4000"/>
              <a:buChar char="■"/>
              <a:defRPr b="1" sz="4000"/>
            </a:lvl6pPr>
            <a:lvl7pPr indent="-482600" lvl="6" marL="3200400" algn="ctr">
              <a:spcBef>
                <a:spcPts val="1600"/>
              </a:spcBef>
              <a:spcAft>
                <a:spcPts val="0"/>
              </a:spcAft>
              <a:buSzPts val="4000"/>
              <a:buChar char="●"/>
              <a:defRPr b="1" sz="4000"/>
            </a:lvl7pPr>
            <a:lvl8pPr indent="-482600" lvl="7" marL="3657600" algn="ctr">
              <a:spcBef>
                <a:spcPts val="1600"/>
              </a:spcBef>
              <a:spcAft>
                <a:spcPts val="0"/>
              </a:spcAft>
              <a:buSzPts val="4000"/>
              <a:buChar char="○"/>
              <a:defRPr b="1" sz="4000"/>
            </a:lvl8pPr>
            <a:lvl9pPr indent="-482600" lvl="8" marL="4114800" algn="ctr">
              <a:spcBef>
                <a:spcPts val="1600"/>
              </a:spcBef>
              <a:spcAft>
                <a:spcPts val="1600"/>
              </a:spcAft>
              <a:buSzPts val="4000"/>
              <a:buChar char="■"/>
              <a:defRPr b="1" sz="4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board Landscape with TT">
  <p:cSld name="SECTION_HEADER_1_1_2_3_2_1"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36"/>
          <p:cNvPicPr preferRelativeResize="0"/>
          <p:nvPr/>
        </p:nvPicPr>
        <p:blipFill rotWithShape="1">
          <a:blip r:embed="rId2">
            <a:alphaModFix/>
          </a:blip>
          <a:srcRect b="7826" l="0" r="0" t="0"/>
          <a:stretch/>
        </p:blipFill>
        <p:spPr>
          <a:xfrm>
            <a:off x="797450" y="2244528"/>
            <a:ext cx="7526402" cy="2585376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6"/>
          <p:cNvSpPr txBox="1"/>
          <p:nvPr>
            <p:ph idx="1" type="body"/>
          </p:nvPr>
        </p:nvSpPr>
        <p:spPr>
          <a:xfrm>
            <a:off x="804672" y="941832"/>
            <a:ext cx="7507200" cy="11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●"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211" name="Google Shape;211;p36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2" name="Google Shape;212;p36"/>
          <p:cNvSpPr txBox="1"/>
          <p:nvPr>
            <p:ph idx="3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213" name="Google Shape;213;p36"/>
          <p:cNvSpPr txBox="1"/>
          <p:nvPr>
            <p:ph idx="4" type="body"/>
          </p:nvPr>
        </p:nvSpPr>
        <p:spPr>
          <a:xfrm>
            <a:off x="996696" y="2438238"/>
            <a:ext cx="7132200" cy="2094000"/>
          </a:xfrm>
          <a:prstGeom prst="rect">
            <a:avLst/>
          </a:prstGeom>
        </p:spPr>
        <p:txBody>
          <a:bodyPr anchorCtr="0" anchor="t" bIns="91425" lIns="137150" spcFirstLastPara="1" rIns="182875" wrap="square" tIns="137150">
            <a:no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mic Sans MS"/>
              <a:buChar char="●"/>
              <a:defRPr sz="2000"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556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000"/>
              <a:buChar char="■"/>
              <a:defRPr sz="2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board Landscape with SA">
  <p:cSld name="SECTION_HEADER_1_1_2_3_2_1_2"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7"/>
          <p:cNvSpPr txBox="1"/>
          <p:nvPr>
            <p:ph idx="1" type="body"/>
          </p:nvPr>
        </p:nvSpPr>
        <p:spPr>
          <a:xfrm>
            <a:off x="804672" y="1014984"/>
            <a:ext cx="7507200" cy="11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  <p:sp>
        <p:nvSpPr>
          <p:cNvPr id="216" name="Google Shape;216;p37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7" name="Google Shape;217;p37"/>
          <p:cNvSpPr txBox="1"/>
          <p:nvPr>
            <p:ph idx="3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pic>
        <p:nvPicPr>
          <p:cNvPr id="218" name="Google Shape;218;p37"/>
          <p:cNvPicPr preferRelativeResize="0"/>
          <p:nvPr/>
        </p:nvPicPr>
        <p:blipFill rotWithShape="1">
          <a:blip r:embed="rId2">
            <a:alphaModFix/>
          </a:blip>
          <a:srcRect b="7826" l="0" r="0" t="0"/>
          <a:stretch/>
        </p:blipFill>
        <p:spPr>
          <a:xfrm>
            <a:off x="797450" y="2244528"/>
            <a:ext cx="7526402" cy="2585376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7"/>
          <p:cNvSpPr txBox="1"/>
          <p:nvPr>
            <p:ph idx="4" type="body"/>
          </p:nvPr>
        </p:nvSpPr>
        <p:spPr>
          <a:xfrm>
            <a:off x="996696" y="2438238"/>
            <a:ext cx="7132200" cy="2094000"/>
          </a:xfrm>
          <a:prstGeom prst="rect">
            <a:avLst/>
          </a:prstGeom>
        </p:spPr>
        <p:txBody>
          <a:bodyPr anchorCtr="0" anchor="t" bIns="91425" lIns="137150" spcFirstLastPara="1" rIns="182875" wrap="square" tIns="137150">
            <a:no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mic Sans MS"/>
              <a:buChar char="●"/>
              <a:defRPr sz="2000"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556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000"/>
              <a:buChar char="■"/>
              <a:defRPr sz="2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Concept - numbered">
  <p:cSld name="SECTION_HEADER_1_1_2_3_1_3">
    <p:bg>
      <p:bgPr>
        <a:solidFill>
          <a:srgbClr val="FFFF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1752" y="1719072"/>
            <a:ext cx="8595361" cy="2807818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8"/>
          <p:cNvSpPr txBox="1"/>
          <p:nvPr>
            <p:ph type="title"/>
          </p:nvPr>
        </p:nvSpPr>
        <p:spPr>
          <a:xfrm>
            <a:off x="820200" y="1185672"/>
            <a:ext cx="7503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"/>
              <a:buNone/>
              <a:defRPr b="1" sz="2800">
                <a:solidFill>
                  <a:srgbClr val="2F2F2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>
                <a:solidFill>
                  <a:srgbClr val="2F2F2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>
                <a:solidFill>
                  <a:srgbClr val="2F2F2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>
                <a:solidFill>
                  <a:srgbClr val="2F2F2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>
                <a:solidFill>
                  <a:srgbClr val="2F2F2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>
                <a:solidFill>
                  <a:srgbClr val="2F2F2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>
                <a:solidFill>
                  <a:srgbClr val="2F2F2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>
                <a:solidFill>
                  <a:srgbClr val="2F2F2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>
                <a:solidFill>
                  <a:srgbClr val="2F2F2F"/>
                </a:solidFill>
              </a:defRPr>
            </a:lvl9pPr>
          </a:lstStyle>
          <a:p/>
        </p:txBody>
      </p:sp>
      <p:sp>
        <p:nvSpPr>
          <p:cNvPr id="223" name="Google Shape;223;p38"/>
          <p:cNvSpPr txBox="1"/>
          <p:nvPr>
            <p:ph idx="1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24" name="Google Shape;224;p38"/>
          <p:cNvSpPr txBox="1"/>
          <p:nvPr>
            <p:ph idx="2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225" name="Google Shape;225;p38"/>
          <p:cNvSpPr txBox="1"/>
          <p:nvPr>
            <p:ph idx="3" type="body"/>
          </p:nvPr>
        </p:nvSpPr>
        <p:spPr>
          <a:xfrm>
            <a:off x="1033272" y="2109216"/>
            <a:ext cx="704700" cy="16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indent="-317500" lvl="1" marL="9144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6" name="Google Shape;226;p38"/>
          <p:cNvSpPr txBox="1"/>
          <p:nvPr>
            <p:ph idx="4" type="body"/>
          </p:nvPr>
        </p:nvSpPr>
        <p:spPr>
          <a:xfrm>
            <a:off x="1664208" y="2109216"/>
            <a:ext cx="6498900" cy="16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indent="-3937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○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937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■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937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●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937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○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937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■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937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●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937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○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937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Roboto Medium"/>
              <a:buChar char="■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Concept">
  <p:cSld name="SECTION_HEADER_1_1_2_3_1"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1752" y="1719072"/>
            <a:ext cx="8595361" cy="2807818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9"/>
          <p:cNvSpPr txBox="1"/>
          <p:nvPr>
            <p:ph type="title"/>
          </p:nvPr>
        </p:nvSpPr>
        <p:spPr>
          <a:xfrm>
            <a:off x="820200" y="1185672"/>
            <a:ext cx="7503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None/>
              <a:defRPr b="1" sz="2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30" name="Google Shape;230;p39"/>
          <p:cNvSpPr txBox="1"/>
          <p:nvPr>
            <p:ph idx="1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31" name="Google Shape;231;p39"/>
          <p:cNvSpPr txBox="1"/>
          <p:nvPr>
            <p:ph idx="2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232" name="Google Shape;232;p39"/>
          <p:cNvSpPr txBox="1"/>
          <p:nvPr>
            <p:ph idx="3" type="body"/>
          </p:nvPr>
        </p:nvSpPr>
        <p:spPr>
          <a:xfrm>
            <a:off x="1152144" y="2109216"/>
            <a:ext cx="7013400" cy="16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indent="-3937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○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937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■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937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●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937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○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937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■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937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●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937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○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937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Roboto Medium"/>
              <a:buChar char="■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/Unit Question">
  <p:cSld name="SECTION_HEADER_1_1_2_3_1_1"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3075" y="1190168"/>
            <a:ext cx="8595350" cy="3008083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0"/>
          <p:cNvSpPr txBox="1"/>
          <p:nvPr>
            <p:ph type="title"/>
          </p:nvPr>
        </p:nvSpPr>
        <p:spPr>
          <a:xfrm>
            <a:off x="1229950" y="1739144"/>
            <a:ext cx="701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 b="1" sz="2800">
                <a:solidFill>
                  <a:srgbClr val="2F2F2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 b="1">
                <a:solidFill>
                  <a:srgbClr val="2F2F2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 b="1">
                <a:solidFill>
                  <a:srgbClr val="2F2F2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 b="1">
                <a:solidFill>
                  <a:srgbClr val="2F2F2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 b="1">
                <a:solidFill>
                  <a:srgbClr val="2F2F2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 b="1">
                <a:solidFill>
                  <a:srgbClr val="2F2F2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 b="1">
                <a:solidFill>
                  <a:srgbClr val="2F2F2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 b="1">
                <a:solidFill>
                  <a:srgbClr val="2F2F2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 b="1">
                <a:solidFill>
                  <a:srgbClr val="2F2F2F"/>
                </a:solidFill>
              </a:defRPr>
            </a:lvl9pPr>
          </a:lstStyle>
          <a:p/>
        </p:txBody>
      </p:sp>
      <p:sp>
        <p:nvSpPr>
          <p:cNvPr id="236" name="Google Shape;236;p40"/>
          <p:cNvSpPr txBox="1"/>
          <p:nvPr>
            <p:ph idx="1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37" name="Google Shape;237;p40"/>
          <p:cNvSpPr txBox="1"/>
          <p:nvPr>
            <p:ph idx="2" type="subTitle"/>
          </p:nvPr>
        </p:nvSpPr>
        <p:spPr>
          <a:xfrm>
            <a:off x="236875" y="164600"/>
            <a:ext cx="43257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238" name="Google Shape;238;p40"/>
          <p:cNvSpPr txBox="1"/>
          <p:nvPr>
            <p:ph idx="3" type="body"/>
          </p:nvPr>
        </p:nvSpPr>
        <p:spPr>
          <a:xfrm>
            <a:off x="1234440" y="2313432"/>
            <a:ext cx="6849000" cy="12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810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Char char="■"/>
              <a:defRPr sz="24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T with Picture - pg#">
  <p:cSld name="SECTION_HEADER_1_1_2_2_7"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1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41" name="Google Shape;241;p41"/>
          <p:cNvSpPr/>
          <p:nvPr/>
        </p:nvSpPr>
        <p:spPr>
          <a:xfrm>
            <a:off x="246888" y="594360"/>
            <a:ext cx="3447300" cy="42612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41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43" name="Google Shape;243;p41"/>
          <p:cNvSpPr txBox="1"/>
          <p:nvPr>
            <p:ph idx="3" type="subTitle"/>
          </p:nvPr>
        </p:nvSpPr>
        <p:spPr>
          <a:xfrm>
            <a:off x="236875" y="164600"/>
            <a:ext cx="43578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244" name="Google Shape;244;p41"/>
          <p:cNvSpPr txBox="1"/>
          <p:nvPr>
            <p:ph idx="4" type="body"/>
          </p:nvPr>
        </p:nvSpPr>
        <p:spPr>
          <a:xfrm>
            <a:off x="4343400" y="941832"/>
            <a:ext cx="4223700" cy="34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●"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800"/>
              <a:buChar char="■"/>
              <a:defRPr sz="28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2736">
          <p15:clr>
            <a:srgbClr val="F9AD4C"/>
          </p15:clr>
        </p15:guide>
        <p15:guide id="3" pos="201">
          <p15:clr>
            <a:srgbClr val="F9AD4C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T with Text - pg#">
  <p:cSld name="SECTION_HEADER_1_1_2_2_7_2"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2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47" name="Google Shape;247;p42"/>
          <p:cNvSpPr/>
          <p:nvPr/>
        </p:nvSpPr>
        <p:spPr>
          <a:xfrm>
            <a:off x="246888" y="594360"/>
            <a:ext cx="3447300" cy="42612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42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49" name="Google Shape;249;p42"/>
          <p:cNvSpPr txBox="1"/>
          <p:nvPr>
            <p:ph idx="3" type="subTitle"/>
          </p:nvPr>
        </p:nvSpPr>
        <p:spPr>
          <a:xfrm>
            <a:off x="236875" y="164600"/>
            <a:ext cx="43578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250" name="Google Shape;250;p42"/>
          <p:cNvSpPr txBox="1"/>
          <p:nvPr>
            <p:ph idx="4" type="body"/>
          </p:nvPr>
        </p:nvSpPr>
        <p:spPr>
          <a:xfrm>
            <a:off x="4343400" y="941832"/>
            <a:ext cx="4223700" cy="34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●"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251" name="Google Shape;251;p42"/>
          <p:cNvSpPr txBox="1"/>
          <p:nvPr>
            <p:ph idx="5" type="body"/>
          </p:nvPr>
        </p:nvSpPr>
        <p:spPr>
          <a:xfrm>
            <a:off x="438912" y="731520"/>
            <a:ext cx="3063300" cy="502800"/>
          </a:xfrm>
          <a:prstGeom prst="rect">
            <a:avLst/>
          </a:prstGeom>
        </p:spPr>
        <p:txBody>
          <a:bodyPr anchorCtr="0" anchor="t" bIns="91425" lIns="91425" spcFirstLastPara="1" rIns="91425" wrap="square" tIns="18275">
            <a:noAutofit/>
          </a:bodyPr>
          <a:lstStyle>
            <a:lvl1pPr indent="-3302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52" name="Google Shape;252;p42"/>
          <p:cNvSpPr txBox="1"/>
          <p:nvPr>
            <p:ph idx="6" type="body"/>
          </p:nvPr>
        </p:nvSpPr>
        <p:spPr>
          <a:xfrm>
            <a:off x="438900" y="1106424"/>
            <a:ext cx="30633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2736">
          <p15:clr>
            <a:srgbClr val="F9AD4C"/>
          </p15:clr>
        </p15:guide>
        <p15:guide id="3" pos="201">
          <p15:clr>
            <a:srgbClr val="F9AD4C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reenshot with TT - pg#">
  <p:cSld name="SECTION_HEADER_1_1_2_2_7_1">
    <p:bg>
      <p:bgPr>
        <a:solidFill>
          <a:srgbClr val="FFFFF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3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55" name="Google Shape;255;p43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56" name="Google Shape;256;p43"/>
          <p:cNvSpPr txBox="1"/>
          <p:nvPr>
            <p:ph idx="3" type="subTitle"/>
          </p:nvPr>
        </p:nvSpPr>
        <p:spPr>
          <a:xfrm>
            <a:off x="236875" y="164600"/>
            <a:ext cx="43578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257" name="Google Shape;257;p43"/>
          <p:cNvSpPr txBox="1"/>
          <p:nvPr>
            <p:ph idx="4" type="body"/>
          </p:nvPr>
        </p:nvSpPr>
        <p:spPr>
          <a:xfrm>
            <a:off x="4343400" y="941832"/>
            <a:ext cx="4223700" cy="34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●"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258" name="Google Shape;258;p43"/>
          <p:cNvSpPr/>
          <p:nvPr/>
        </p:nvSpPr>
        <p:spPr>
          <a:xfrm>
            <a:off x="248150" y="722275"/>
            <a:ext cx="3447300" cy="4114800"/>
          </a:xfrm>
          <a:prstGeom prst="round2SameRect">
            <a:avLst>
              <a:gd fmla="val 911" name="adj1"/>
              <a:gd fmla="val 0" name="adj2"/>
            </a:avLst>
          </a:prstGeom>
          <a:solidFill>
            <a:srgbClr val="F6F6F6"/>
          </a:solidFill>
          <a:ln>
            <a:noFill/>
          </a:ln>
          <a:effectLst>
            <a:outerShdw blurRad="57150" rotWithShape="0" algn="bl" dir="5340000" dist="9525">
              <a:srgbClr val="000000">
                <a:alpha val="1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9" name="Google Shape;259;p43"/>
          <p:cNvGrpSpPr/>
          <p:nvPr/>
        </p:nvGrpSpPr>
        <p:grpSpPr>
          <a:xfrm>
            <a:off x="248150" y="722275"/>
            <a:ext cx="3447300" cy="164700"/>
            <a:chOff x="248150" y="722275"/>
            <a:chExt cx="3447300" cy="164700"/>
          </a:xfrm>
        </p:grpSpPr>
        <p:sp>
          <p:nvSpPr>
            <p:cNvPr id="260" name="Google Shape;260;p43"/>
            <p:cNvSpPr/>
            <p:nvPr/>
          </p:nvSpPr>
          <p:spPr>
            <a:xfrm>
              <a:off x="248150" y="722275"/>
              <a:ext cx="3447300" cy="1647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1" name="Google Shape;261;p43"/>
            <p:cNvGrpSpPr/>
            <p:nvPr/>
          </p:nvGrpSpPr>
          <p:grpSpPr>
            <a:xfrm>
              <a:off x="322595" y="769160"/>
              <a:ext cx="264664" cy="61800"/>
              <a:chOff x="322595" y="642846"/>
              <a:chExt cx="264664" cy="61800"/>
            </a:xfrm>
          </p:grpSpPr>
          <p:sp>
            <p:nvSpPr>
              <p:cNvPr id="262" name="Google Shape;262;p43"/>
              <p:cNvSpPr/>
              <p:nvPr/>
            </p:nvSpPr>
            <p:spPr>
              <a:xfrm>
                <a:off x="322595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43"/>
              <p:cNvSpPr/>
              <p:nvPr/>
            </p:nvSpPr>
            <p:spPr>
              <a:xfrm>
                <a:off x="424028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43"/>
              <p:cNvSpPr/>
              <p:nvPr/>
            </p:nvSpPr>
            <p:spPr>
              <a:xfrm>
                <a:off x="525460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2736">
          <p15:clr>
            <a:srgbClr val="F9AD4C"/>
          </p15:clr>
        </p15:guide>
        <p15:guide id="3" pos="201">
          <p15:clr>
            <a:srgbClr val="F9AD4C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reenshot with SA - pg#">
  <p:cSld name="SECTION_HEADER_1_1_2_2_7_1_1">
    <p:bg>
      <p:bgPr>
        <a:solidFill>
          <a:srgbClr val="FFFF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4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67" name="Google Shape;267;p44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68" name="Google Shape;268;p44"/>
          <p:cNvSpPr txBox="1"/>
          <p:nvPr>
            <p:ph idx="3" type="subTitle"/>
          </p:nvPr>
        </p:nvSpPr>
        <p:spPr>
          <a:xfrm>
            <a:off x="236875" y="164600"/>
            <a:ext cx="43578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269" name="Google Shape;269;p44"/>
          <p:cNvSpPr txBox="1"/>
          <p:nvPr>
            <p:ph idx="4" type="body"/>
          </p:nvPr>
        </p:nvSpPr>
        <p:spPr>
          <a:xfrm>
            <a:off x="4343400" y="1353312"/>
            <a:ext cx="4188000" cy="28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  <p:sp>
        <p:nvSpPr>
          <p:cNvPr id="270" name="Google Shape;270;p44"/>
          <p:cNvSpPr/>
          <p:nvPr/>
        </p:nvSpPr>
        <p:spPr>
          <a:xfrm>
            <a:off x="248150" y="722275"/>
            <a:ext cx="3447300" cy="4114800"/>
          </a:xfrm>
          <a:prstGeom prst="round2SameRect">
            <a:avLst>
              <a:gd fmla="val 911" name="adj1"/>
              <a:gd fmla="val 0" name="adj2"/>
            </a:avLst>
          </a:prstGeom>
          <a:solidFill>
            <a:srgbClr val="F6F6F6"/>
          </a:solidFill>
          <a:ln>
            <a:noFill/>
          </a:ln>
          <a:effectLst>
            <a:outerShdw blurRad="57150" rotWithShape="0" algn="bl" dir="5340000" dist="9525">
              <a:srgbClr val="000000">
                <a:alpha val="1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1" name="Google Shape;271;p44"/>
          <p:cNvGrpSpPr/>
          <p:nvPr/>
        </p:nvGrpSpPr>
        <p:grpSpPr>
          <a:xfrm>
            <a:off x="322595" y="769160"/>
            <a:ext cx="264664" cy="61800"/>
            <a:chOff x="322595" y="642846"/>
            <a:chExt cx="264664" cy="61800"/>
          </a:xfrm>
        </p:grpSpPr>
        <p:sp>
          <p:nvSpPr>
            <p:cNvPr id="272" name="Google Shape;272;p44"/>
            <p:cNvSpPr/>
            <p:nvPr/>
          </p:nvSpPr>
          <p:spPr>
            <a:xfrm>
              <a:off x="322595" y="642846"/>
              <a:ext cx="61800" cy="6180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44"/>
            <p:cNvSpPr/>
            <p:nvPr/>
          </p:nvSpPr>
          <p:spPr>
            <a:xfrm>
              <a:off x="424028" y="642846"/>
              <a:ext cx="61800" cy="6180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44"/>
            <p:cNvSpPr/>
            <p:nvPr/>
          </p:nvSpPr>
          <p:spPr>
            <a:xfrm>
              <a:off x="525460" y="642846"/>
              <a:ext cx="61800" cy="6180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5" name="Google Shape;275;p44"/>
          <p:cNvGrpSpPr/>
          <p:nvPr/>
        </p:nvGrpSpPr>
        <p:grpSpPr>
          <a:xfrm>
            <a:off x="248150" y="722275"/>
            <a:ext cx="3447300" cy="164700"/>
            <a:chOff x="248150" y="722275"/>
            <a:chExt cx="3447300" cy="164700"/>
          </a:xfrm>
        </p:grpSpPr>
        <p:sp>
          <p:nvSpPr>
            <p:cNvPr id="276" name="Google Shape;276;p44"/>
            <p:cNvSpPr/>
            <p:nvPr/>
          </p:nvSpPr>
          <p:spPr>
            <a:xfrm>
              <a:off x="248150" y="722275"/>
              <a:ext cx="3447300" cy="1647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7" name="Google Shape;277;p44"/>
            <p:cNvGrpSpPr/>
            <p:nvPr/>
          </p:nvGrpSpPr>
          <p:grpSpPr>
            <a:xfrm>
              <a:off x="322595" y="769160"/>
              <a:ext cx="264664" cy="61800"/>
              <a:chOff x="322595" y="642846"/>
              <a:chExt cx="264664" cy="61800"/>
            </a:xfrm>
          </p:grpSpPr>
          <p:sp>
            <p:nvSpPr>
              <p:cNvPr id="278" name="Google Shape;278;p44"/>
              <p:cNvSpPr/>
              <p:nvPr/>
            </p:nvSpPr>
            <p:spPr>
              <a:xfrm>
                <a:off x="322595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44"/>
              <p:cNvSpPr/>
              <p:nvPr/>
            </p:nvSpPr>
            <p:spPr>
              <a:xfrm>
                <a:off x="424028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44"/>
              <p:cNvSpPr/>
              <p:nvPr/>
            </p:nvSpPr>
            <p:spPr>
              <a:xfrm>
                <a:off x="525460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2736">
          <p15:clr>
            <a:srgbClr val="F9AD4C"/>
          </p15:clr>
        </p15:guide>
        <p15:guide id="3" pos="201">
          <p15:clr>
            <a:srgbClr val="F9AD4C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 board with TT - pg#">
  <p:cSld name="SECTION_HEADER_1_1_2_2_6_2">
    <p:bg>
      <p:bgPr>
        <a:solidFill>
          <a:srgbClr val="FFFFF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45"/>
          <p:cNvPicPr preferRelativeResize="0"/>
          <p:nvPr/>
        </p:nvPicPr>
        <p:blipFill rotWithShape="1">
          <a:blip r:embed="rId2">
            <a:alphaModFix/>
          </a:blip>
          <a:srcRect b="70" l="0" r="0" t="60"/>
          <a:stretch/>
        </p:blipFill>
        <p:spPr>
          <a:xfrm>
            <a:off x="237744" y="585216"/>
            <a:ext cx="3470027" cy="4279392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45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84" name="Google Shape;284;p45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85" name="Google Shape;285;p45"/>
          <p:cNvSpPr txBox="1"/>
          <p:nvPr>
            <p:ph idx="3" type="subTitle"/>
          </p:nvPr>
        </p:nvSpPr>
        <p:spPr>
          <a:xfrm>
            <a:off x="236875" y="164600"/>
            <a:ext cx="43578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286" name="Google Shape;286;p45"/>
          <p:cNvSpPr txBox="1"/>
          <p:nvPr>
            <p:ph idx="4" type="body"/>
          </p:nvPr>
        </p:nvSpPr>
        <p:spPr>
          <a:xfrm>
            <a:off x="430975" y="768096"/>
            <a:ext cx="3273600" cy="3941100"/>
          </a:xfrm>
          <a:prstGeom prst="rect">
            <a:avLst/>
          </a:prstGeom>
        </p:spPr>
        <p:txBody>
          <a:bodyPr anchorCtr="0" anchor="t" bIns="0" lIns="137150" spcFirstLastPara="1" rIns="137150" wrap="square" tIns="13715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Comic Sans MS"/>
              <a:buChar char="●"/>
              <a:defRPr sz="1400"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287" name="Google Shape;287;p45"/>
          <p:cNvSpPr txBox="1"/>
          <p:nvPr>
            <p:ph idx="5" type="body"/>
          </p:nvPr>
        </p:nvSpPr>
        <p:spPr>
          <a:xfrm>
            <a:off x="4343400" y="941832"/>
            <a:ext cx="4223700" cy="34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●"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800"/>
              <a:buChar char="■"/>
              <a:defRPr sz="28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2736">
          <p15:clr>
            <a:srgbClr val="F9AD4C"/>
          </p15:clr>
        </p15:guide>
        <p15:guide id="3" pos="201">
          <p15:clr>
            <a:srgbClr val="F9AD4C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cher made Chart w/ TT">
  <p:cSld name="SECTION_HEADER_1_1_2_2_6_1"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6875" y="585200"/>
            <a:ext cx="3465599" cy="4279427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4800000" dist="9525">
              <a:srgbClr val="000000">
                <a:alpha val="18000"/>
              </a:srgbClr>
            </a:outerShdw>
          </a:effectLst>
        </p:spPr>
      </p:pic>
      <p:sp>
        <p:nvSpPr>
          <p:cNvPr id="290" name="Google Shape;290;p46"/>
          <p:cNvSpPr txBox="1"/>
          <p:nvPr>
            <p:ph idx="1" type="subTitle"/>
          </p:nvPr>
        </p:nvSpPr>
        <p:spPr>
          <a:xfrm>
            <a:off x="438975" y="1770750"/>
            <a:ext cx="3063300" cy="28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200"/>
            </a:lvl9pPr>
          </a:lstStyle>
          <a:p/>
        </p:txBody>
      </p:sp>
      <p:sp>
        <p:nvSpPr>
          <p:cNvPr id="291" name="Google Shape;291;p46"/>
          <p:cNvSpPr txBox="1"/>
          <p:nvPr>
            <p:ph type="title"/>
          </p:nvPr>
        </p:nvSpPr>
        <p:spPr>
          <a:xfrm>
            <a:off x="438900" y="950974"/>
            <a:ext cx="3063300" cy="813900"/>
          </a:xfrm>
          <a:prstGeom prst="rect">
            <a:avLst/>
          </a:prstGeom>
        </p:spPr>
        <p:txBody>
          <a:bodyPr anchorCtr="0" anchor="t" bIns="228600" lIns="320025" spcFirstLastPara="1" rIns="320025" wrap="square" tIns="2286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rgbClr val="2F2F2F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292" name="Google Shape;292;p46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93" name="Google Shape;293;p46"/>
          <p:cNvSpPr txBox="1"/>
          <p:nvPr>
            <p:ph idx="3" type="subTitle"/>
          </p:nvPr>
        </p:nvSpPr>
        <p:spPr>
          <a:xfrm>
            <a:off x="236875" y="164600"/>
            <a:ext cx="43578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294" name="Google Shape;294;p46"/>
          <p:cNvSpPr txBox="1"/>
          <p:nvPr>
            <p:ph idx="4" type="body"/>
          </p:nvPr>
        </p:nvSpPr>
        <p:spPr>
          <a:xfrm>
            <a:off x="4343400" y="941832"/>
            <a:ext cx="4223700" cy="34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●"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800"/>
              <a:buChar char="■"/>
              <a:defRPr sz="28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2736">
          <p15:clr>
            <a:srgbClr val="F9AD4C"/>
          </p15:clr>
        </p15:guide>
        <p15:guide id="3" pos="201">
          <p15:clr>
            <a:srgbClr val="F9AD4C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cher made Chart w/ TT - 2 Column">
  <p:cSld name="SECTION_HEADER_1_1_2_2_6_1_3">
    <p:bg>
      <p:bgPr>
        <a:solidFill>
          <a:srgbClr val="FFFFFF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6875" y="585200"/>
            <a:ext cx="3465599" cy="4279427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4800000" dist="9525">
              <a:srgbClr val="000000">
                <a:alpha val="18000"/>
              </a:srgbClr>
            </a:outerShdw>
          </a:effectLst>
        </p:spPr>
      </p:pic>
      <p:pic>
        <p:nvPicPr>
          <p:cNvPr id="297" name="Google Shape;297;p47"/>
          <p:cNvPicPr preferRelativeResize="0"/>
          <p:nvPr/>
        </p:nvPicPr>
        <p:blipFill rotWithShape="1">
          <a:blip r:embed="rId3">
            <a:alphaModFix/>
          </a:blip>
          <a:srcRect b="1250" l="2190" r="2190" t="22554"/>
          <a:stretch/>
        </p:blipFill>
        <p:spPr>
          <a:xfrm>
            <a:off x="312525" y="1555225"/>
            <a:ext cx="3303849" cy="3251001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7"/>
          <p:cNvSpPr txBox="1"/>
          <p:nvPr>
            <p:ph idx="1" type="subTitle"/>
          </p:nvPr>
        </p:nvSpPr>
        <p:spPr>
          <a:xfrm>
            <a:off x="356625" y="1636775"/>
            <a:ext cx="1610700" cy="301800"/>
          </a:xfrm>
          <a:prstGeom prst="rect">
            <a:avLst/>
          </a:prstGeom>
        </p:spPr>
        <p:txBody>
          <a:bodyPr anchorCtr="0" anchor="t" bIns="91425" lIns="73150" spcFirstLastPara="1" rIns="91425" wrap="square" tIns="54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sz="1200"/>
            </a:lvl9pPr>
          </a:lstStyle>
          <a:p/>
        </p:txBody>
      </p:sp>
      <p:sp>
        <p:nvSpPr>
          <p:cNvPr id="299" name="Google Shape;299;p47"/>
          <p:cNvSpPr txBox="1"/>
          <p:nvPr>
            <p:ph type="title"/>
          </p:nvPr>
        </p:nvSpPr>
        <p:spPr>
          <a:xfrm>
            <a:off x="438900" y="950975"/>
            <a:ext cx="3063300" cy="685800"/>
          </a:xfrm>
          <a:prstGeom prst="rect">
            <a:avLst/>
          </a:prstGeom>
        </p:spPr>
        <p:txBody>
          <a:bodyPr anchorCtr="0" anchor="t" bIns="228600" lIns="320025" spcFirstLastPara="1" rIns="320025" wrap="square" tIns="1737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rgbClr val="2F2F2F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300" name="Google Shape;300;p47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01" name="Google Shape;301;p47"/>
          <p:cNvSpPr txBox="1"/>
          <p:nvPr>
            <p:ph idx="3" type="subTitle"/>
          </p:nvPr>
        </p:nvSpPr>
        <p:spPr>
          <a:xfrm>
            <a:off x="236875" y="164600"/>
            <a:ext cx="43578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302" name="Google Shape;302;p47"/>
          <p:cNvSpPr txBox="1"/>
          <p:nvPr>
            <p:ph idx="4" type="body"/>
          </p:nvPr>
        </p:nvSpPr>
        <p:spPr>
          <a:xfrm>
            <a:off x="4343400" y="941832"/>
            <a:ext cx="4223700" cy="34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●"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303" name="Google Shape;303;p47"/>
          <p:cNvSpPr txBox="1"/>
          <p:nvPr>
            <p:ph idx="5" type="body"/>
          </p:nvPr>
        </p:nvSpPr>
        <p:spPr>
          <a:xfrm>
            <a:off x="356575" y="1938575"/>
            <a:ext cx="1610700" cy="2811300"/>
          </a:xfrm>
          <a:prstGeom prst="rect">
            <a:avLst/>
          </a:prstGeom>
        </p:spPr>
        <p:txBody>
          <a:bodyPr anchorCtr="0" anchor="t" bIns="91425" lIns="54850" spcFirstLastPara="1" rIns="91425" wrap="square" tIns="5485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Comic Sans MS"/>
              <a:buChar char="●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292100" lvl="1" marL="914400">
              <a:spcBef>
                <a:spcPts val="1600"/>
              </a:spcBef>
              <a:spcAft>
                <a:spcPts val="0"/>
              </a:spcAft>
              <a:buSzPts val="1000"/>
              <a:buFont typeface="Comic Sans MS"/>
              <a:buChar char="○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292100" lvl="2" marL="1371600">
              <a:spcBef>
                <a:spcPts val="1600"/>
              </a:spcBef>
              <a:spcAft>
                <a:spcPts val="0"/>
              </a:spcAft>
              <a:buSzPts val="1000"/>
              <a:buFont typeface="Comic Sans MS"/>
              <a:buChar char="■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292100" lvl="3" marL="1828800">
              <a:spcBef>
                <a:spcPts val="1600"/>
              </a:spcBef>
              <a:spcAft>
                <a:spcPts val="0"/>
              </a:spcAft>
              <a:buSzPts val="1000"/>
              <a:buFont typeface="Comic Sans MS"/>
              <a:buChar char="●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292100" lvl="4" marL="2286000">
              <a:spcBef>
                <a:spcPts val="1600"/>
              </a:spcBef>
              <a:spcAft>
                <a:spcPts val="0"/>
              </a:spcAft>
              <a:buSzPts val="1000"/>
              <a:buFont typeface="Comic Sans MS"/>
              <a:buChar char="○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292100" lvl="5" marL="2743200">
              <a:spcBef>
                <a:spcPts val="1600"/>
              </a:spcBef>
              <a:spcAft>
                <a:spcPts val="0"/>
              </a:spcAft>
              <a:buSzPts val="1000"/>
              <a:buFont typeface="Comic Sans MS"/>
              <a:buChar char="■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292100" lvl="6" marL="3200400">
              <a:spcBef>
                <a:spcPts val="1600"/>
              </a:spcBef>
              <a:spcAft>
                <a:spcPts val="0"/>
              </a:spcAft>
              <a:buSzPts val="1000"/>
              <a:buFont typeface="Comic Sans MS"/>
              <a:buChar char="●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292100" lvl="7" marL="3657600">
              <a:spcBef>
                <a:spcPts val="1600"/>
              </a:spcBef>
              <a:spcAft>
                <a:spcPts val="0"/>
              </a:spcAft>
              <a:buSzPts val="1000"/>
              <a:buFont typeface="Comic Sans MS"/>
              <a:buChar char="○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292100" lvl="8" marL="4114800">
              <a:spcBef>
                <a:spcPts val="1600"/>
              </a:spcBef>
              <a:spcAft>
                <a:spcPts val="1600"/>
              </a:spcAft>
              <a:buSzPts val="1000"/>
              <a:buFont typeface="Comic Sans MS"/>
              <a:buChar char="■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304" name="Google Shape;304;p47"/>
          <p:cNvSpPr txBox="1"/>
          <p:nvPr>
            <p:ph idx="6" type="subTitle"/>
          </p:nvPr>
        </p:nvSpPr>
        <p:spPr>
          <a:xfrm>
            <a:off x="1967375" y="1636775"/>
            <a:ext cx="1610700" cy="301800"/>
          </a:xfrm>
          <a:prstGeom prst="rect">
            <a:avLst/>
          </a:prstGeom>
        </p:spPr>
        <p:txBody>
          <a:bodyPr anchorCtr="0" anchor="t" bIns="91425" lIns="73150" spcFirstLastPara="1" rIns="91425" wrap="square" tIns="54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sz="1200"/>
            </a:lvl9pPr>
          </a:lstStyle>
          <a:p/>
        </p:txBody>
      </p:sp>
      <p:sp>
        <p:nvSpPr>
          <p:cNvPr id="305" name="Google Shape;305;p47"/>
          <p:cNvSpPr txBox="1"/>
          <p:nvPr>
            <p:ph idx="7" type="body"/>
          </p:nvPr>
        </p:nvSpPr>
        <p:spPr>
          <a:xfrm>
            <a:off x="1967325" y="1938575"/>
            <a:ext cx="1610700" cy="2811300"/>
          </a:xfrm>
          <a:prstGeom prst="rect">
            <a:avLst/>
          </a:prstGeom>
        </p:spPr>
        <p:txBody>
          <a:bodyPr anchorCtr="0" anchor="t" bIns="91425" lIns="54850" spcFirstLastPara="1" rIns="91425" wrap="square" tIns="5485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Comic Sans MS"/>
              <a:buChar char="●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292100" lvl="1" marL="914400">
              <a:spcBef>
                <a:spcPts val="1600"/>
              </a:spcBef>
              <a:spcAft>
                <a:spcPts val="0"/>
              </a:spcAft>
              <a:buSzPts val="1000"/>
              <a:buFont typeface="Comic Sans MS"/>
              <a:buChar char="○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292100" lvl="2" marL="1371600">
              <a:spcBef>
                <a:spcPts val="1600"/>
              </a:spcBef>
              <a:spcAft>
                <a:spcPts val="0"/>
              </a:spcAft>
              <a:buSzPts val="1000"/>
              <a:buFont typeface="Comic Sans MS"/>
              <a:buChar char="■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292100" lvl="3" marL="1828800">
              <a:spcBef>
                <a:spcPts val="1600"/>
              </a:spcBef>
              <a:spcAft>
                <a:spcPts val="0"/>
              </a:spcAft>
              <a:buSzPts val="1000"/>
              <a:buFont typeface="Comic Sans MS"/>
              <a:buChar char="●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292100" lvl="4" marL="2286000">
              <a:spcBef>
                <a:spcPts val="1600"/>
              </a:spcBef>
              <a:spcAft>
                <a:spcPts val="0"/>
              </a:spcAft>
              <a:buSzPts val="1000"/>
              <a:buFont typeface="Comic Sans MS"/>
              <a:buChar char="○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292100" lvl="5" marL="2743200">
              <a:spcBef>
                <a:spcPts val="1600"/>
              </a:spcBef>
              <a:spcAft>
                <a:spcPts val="0"/>
              </a:spcAft>
              <a:buSzPts val="1000"/>
              <a:buFont typeface="Comic Sans MS"/>
              <a:buChar char="■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292100" lvl="6" marL="3200400">
              <a:spcBef>
                <a:spcPts val="1600"/>
              </a:spcBef>
              <a:spcAft>
                <a:spcPts val="0"/>
              </a:spcAft>
              <a:buSzPts val="1000"/>
              <a:buFont typeface="Comic Sans MS"/>
              <a:buChar char="●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292100" lvl="7" marL="3657600">
              <a:spcBef>
                <a:spcPts val="1600"/>
              </a:spcBef>
              <a:spcAft>
                <a:spcPts val="0"/>
              </a:spcAft>
              <a:buSzPts val="1000"/>
              <a:buFont typeface="Comic Sans MS"/>
              <a:buChar char="○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292100" lvl="8" marL="4114800">
              <a:spcBef>
                <a:spcPts val="1600"/>
              </a:spcBef>
              <a:spcAft>
                <a:spcPts val="1600"/>
              </a:spcAft>
              <a:buSzPts val="1000"/>
              <a:buFont typeface="Comic Sans MS"/>
              <a:buChar char="■"/>
              <a:defRPr sz="1000"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2736">
          <p15:clr>
            <a:srgbClr val="F9AD4C"/>
          </p15:clr>
        </p15:guide>
        <p15:guide id="3" pos="201">
          <p15:clr>
            <a:srgbClr val="F9AD4C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cher made Chart w/ SA">
  <p:cSld name="SECTION_HEADER_1_1_2_2_6_1_2">
    <p:bg>
      <p:bgPr>
        <a:solidFill>
          <a:srgbClr val="FFFFFF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6875" y="585200"/>
            <a:ext cx="3465599" cy="4279427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4800000" dist="9525">
              <a:srgbClr val="000000">
                <a:alpha val="18000"/>
              </a:srgbClr>
            </a:outerShdw>
          </a:effectLst>
        </p:spPr>
      </p:pic>
      <p:sp>
        <p:nvSpPr>
          <p:cNvPr id="308" name="Google Shape;308;p48"/>
          <p:cNvSpPr txBox="1"/>
          <p:nvPr>
            <p:ph idx="1" type="subTitle"/>
          </p:nvPr>
        </p:nvSpPr>
        <p:spPr>
          <a:xfrm>
            <a:off x="438975" y="1770750"/>
            <a:ext cx="3063300" cy="28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200"/>
            </a:lvl9pPr>
          </a:lstStyle>
          <a:p/>
        </p:txBody>
      </p:sp>
      <p:sp>
        <p:nvSpPr>
          <p:cNvPr id="309" name="Google Shape;309;p48"/>
          <p:cNvSpPr txBox="1"/>
          <p:nvPr>
            <p:ph type="title"/>
          </p:nvPr>
        </p:nvSpPr>
        <p:spPr>
          <a:xfrm>
            <a:off x="438900" y="950974"/>
            <a:ext cx="3063300" cy="813900"/>
          </a:xfrm>
          <a:prstGeom prst="rect">
            <a:avLst/>
          </a:prstGeom>
        </p:spPr>
        <p:txBody>
          <a:bodyPr anchorCtr="0" anchor="t" bIns="228600" lIns="320025" spcFirstLastPara="1" rIns="320025" wrap="square" tIns="2286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rgbClr val="2F2F2F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310" name="Google Shape;310;p48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11" name="Google Shape;311;p48"/>
          <p:cNvSpPr txBox="1"/>
          <p:nvPr>
            <p:ph idx="3" type="subTitle"/>
          </p:nvPr>
        </p:nvSpPr>
        <p:spPr>
          <a:xfrm>
            <a:off x="236875" y="164600"/>
            <a:ext cx="43578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312" name="Google Shape;312;p48"/>
          <p:cNvSpPr txBox="1"/>
          <p:nvPr>
            <p:ph idx="4" type="body"/>
          </p:nvPr>
        </p:nvSpPr>
        <p:spPr>
          <a:xfrm>
            <a:off x="4343400" y="1353312"/>
            <a:ext cx="4188000" cy="28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2736">
          <p15:clr>
            <a:srgbClr val="F9AD4C"/>
          </p15:clr>
        </p15:guide>
        <p15:guide id="3" pos="201">
          <p15:clr>
            <a:srgbClr val="F9AD4C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cher made Chart w/ TT and SA">
  <p:cSld name="SECTION_HEADER_1_1_2_2_6_1_2_1">
    <p:bg>
      <p:bgPr>
        <a:solidFill>
          <a:srgbClr val="FFFFFF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6875" y="585200"/>
            <a:ext cx="3465599" cy="4279427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4800000" dist="9525">
              <a:srgbClr val="000000">
                <a:alpha val="18000"/>
              </a:srgbClr>
            </a:outerShdw>
          </a:effectLst>
        </p:spPr>
      </p:pic>
      <p:sp>
        <p:nvSpPr>
          <p:cNvPr id="315" name="Google Shape;315;p49"/>
          <p:cNvSpPr txBox="1"/>
          <p:nvPr>
            <p:ph idx="1" type="subTitle"/>
          </p:nvPr>
        </p:nvSpPr>
        <p:spPr>
          <a:xfrm>
            <a:off x="438975" y="1770750"/>
            <a:ext cx="3063300" cy="28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200"/>
            </a:lvl9pPr>
          </a:lstStyle>
          <a:p/>
        </p:txBody>
      </p:sp>
      <p:sp>
        <p:nvSpPr>
          <p:cNvPr id="316" name="Google Shape;316;p49"/>
          <p:cNvSpPr txBox="1"/>
          <p:nvPr>
            <p:ph type="title"/>
          </p:nvPr>
        </p:nvSpPr>
        <p:spPr>
          <a:xfrm>
            <a:off x="438900" y="950974"/>
            <a:ext cx="3063300" cy="813900"/>
          </a:xfrm>
          <a:prstGeom prst="rect">
            <a:avLst/>
          </a:prstGeom>
        </p:spPr>
        <p:txBody>
          <a:bodyPr anchorCtr="0" anchor="t" bIns="228600" lIns="320025" spcFirstLastPara="1" rIns="320025" wrap="square" tIns="2286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rgbClr val="2F2F2F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317" name="Google Shape;317;p49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18" name="Google Shape;318;p49"/>
          <p:cNvSpPr txBox="1"/>
          <p:nvPr>
            <p:ph idx="3" type="subTitle"/>
          </p:nvPr>
        </p:nvSpPr>
        <p:spPr>
          <a:xfrm>
            <a:off x="236875" y="164600"/>
            <a:ext cx="43578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319" name="Google Shape;319;p49"/>
          <p:cNvSpPr txBox="1"/>
          <p:nvPr>
            <p:ph idx="4" type="body"/>
          </p:nvPr>
        </p:nvSpPr>
        <p:spPr>
          <a:xfrm>
            <a:off x="4343400" y="941832"/>
            <a:ext cx="4224600" cy="8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429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429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429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429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429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429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429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320" name="Google Shape;320;p49"/>
          <p:cNvSpPr txBox="1"/>
          <p:nvPr>
            <p:ph idx="5" type="body"/>
          </p:nvPr>
        </p:nvSpPr>
        <p:spPr>
          <a:xfrm>
            <a:off x="4343400" y="2359152"/>
            <a:ext cx="4224600" cy="23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2736">
          <p15:clr>
            <a:srgbClr val="F9AD4C"/>
          </p15:clr>
        </p15:guide>
        <p15:guide id="3" pos="201">
          <p15:clr>
            <a:srgbClr val="F9AD4C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m/Modeling Tool with TT - pg #">
  <p:cSld name="SECTION_HEADER_1_1_2_2_5">
    <p:bg>
      <p:bgPr>
        <a:solidFill>
          <a:srgbClr val="FFFFFF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0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23" name="Google Shape;323;p50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24" name="Google Shape;324;p50"/>
          <p:cNvSpPr txBox="1"/>
          <p:nvPr>
            <p:ph idx="3" type="subTitle"/>
          </p:nvPr>
        </p:nvSpPr>
        <p:spPr>
          <a:xfrm>
            <a:off x="236875" y="164600"/>
            <a:ext cx="43578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325" name="Google Shape;325;p50"/>
          <p:cNvSpPr txBox="1"/>
          <p:nvPr>
            <p:ph idx="4" type="body"/>
          </p:nvPr>
        </p:nvSpPr>
        <p:spPr>
          <a:xfrm>
            <a:off x="4343400" y="941832"/>
            <a:ext cx="4223700" cy="34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●"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326" name="Google Shape;326;p50"/>
          <p:cNvSpPr/>
          <p:nvPr/>
        </p:nvSpPr>
        <p:spPr>
          <a:xfrm>
            <a:off x="256025" y="1280050"/>
            <a:ext cx="3657600" cy="2916900"/>
          </a:xfrm>
          <a:prstGeom prst="round2SameRect">
            <a:avLst>
              <a:gd fmla="val 1064" name="adj1"/>
              <a:gd fmla="val 0" name="adj2"/>
            </a:avLst>
          </a:prstGeom>
          <a:solidFill>
            <a:srgbClr val="F6F6F6"/>
          </a:solidFill>
          <a:ln>
            <a:noFill/>
          </a:ln>
          <a:effectLst>
            <a:outerShdw blurRad="57150" rotWithShape="0" algn="bl" dir="5340000" dist="9525">
              <a:srgbClr val="000000">
                <a:alpha val="1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7" name="Google Shape;327;p50"/>
          <p:cNvGrpSpPr/>
          <p:nvPr/>
        </p:nvGrpSpPr>
        <p:grpSpPr>
          <a:xfrm>
            <a:off x="256025" y="1280050"/>
            <a:ext cx="3657600" cy="164700"/>
            <a:chOff x="256025" y="1280050"/>
            <a:chExt cx="3657600" cy="164700"/>
          </a:xfrm>
        </p:grpSpPr>
        <p:sp>
          <p:nvSpPr>
            <p:cNvPr id="328" name="Google Shape;328;p50"/>
            <p:cNvSpPr/>
            <p:nvPr/>
          </p:nvSpPr>
          <p:spPr>
            <a:xfrm>
              <a:off x="256025" y="1280050"/>
              <a:ext cx="3657600" cy="1647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9" name="Google Shape;329;p50"/>
            <p:cNvGrpSpPr/>
            <p:nvPr/>
          </p:nvGrpSpPr>
          <p:grpSpPr>
            <a:xfrm>
              <a:off x="323020" y="1326935"/>
              <a:ext cx="264664" cy="61800"/>
              <a:chOff x="322595" y="642846"/>
              <a:chExt cx="264664" cy="61800"/>
            </a:xfrm>
          </p:grpSpPr>
          <p:sp>
            <p:nvSpPr>
              <p:cNvPr id="330" name="Google Shape;330;p50"/>
              <p:cNvSpPr/>
              <p:nvPr/>
            </p:nvSpPr>
            <p:spPr>
              <a:xfrm>
                <a:off x="322595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50"/>
              <p:cNvSpPr/>
              <p:nvPr/>
            </p:nvSpPr>
            <p:spPr>
              <a:xfrm>
                <a:off x="424028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50"/>
              <p:cNvSpPr/>
              <p:nvPr/>
            </p:nvSpPr>
            <p:spPr>
              <a:xfrm>
                <a:off x="525460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2736">
          <p15:clr>
            <a:srgbClr val="F9AD4C"/>
          </p15:clr>
        </p15:guide>
        <p15:guide id="3" pos="201">
          <p15:clr>
            <a:srgbClr val="F9AD4C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T and SA with Text - pg#">
  <p:cSld name="SECTION_HEADER_1_1_2_2_2_7_1">
    <p:bg>
      <p:bgPr>
        <a:solidFill>
          <a:srgbClr val="FFFFFF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1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35" name="Google Shape;335;p51"/>
          <p:cNvSpPr txBox="1"/>
          <p:nvPr>
            <p:ph idx="2" type="body"/>
          </p:nvPr>
        </p:nvSpPr>
        <p:spPr>
          <a:xfrm>
            <a:off x="4343400" y="941832"/>
            <a:ext cx="4224600" cy="8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429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429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429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429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429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429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429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336" name="Google Shape;336;p51"/>
          <p:cNvSpPr txBox="1"/>
          <p:nvPr>
            <p:ph idx="3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37" name="Google Shape;337;p51"/>
          <p:cNvSpPr txBox="1"/>
          <p:nvPr>
            <p:ph idx="4" type="subTitle"/>
          </p:nvPr>
        </p:nvSpPr>
        <p:spPr>
          <a:xfrm>
            <a:off x="236875" y="164600"/>
            <a:ext cx="43470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338" name="Google Shape;338;p51"/>
          <p:cNvSpPr/>
          <p:nvPr/>
        </p:nvSpPr>
        <p:spPr>
          <a:xfrm>
            <a:off x="246888" y="594360"/>
            <a:ext cx="3447300" cy="42612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51"/>
          <p:cNvSpPr txBox="1"/>
          <p:nvPr>
            <p:ph idx="5" type="body"/>
          </p:nvPr>
        </p:nvSpPr>
        <p:spPr>
          <a:xfrm>
            <a:off x="4343400" y="2359152"/>
            <a:ext cx="4224600" cy="23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  <p:sp>
        <p:nvSpPr>
          <p:cNvPr id="340" name="Google Shape;340;p51"/>
          <p:cNvSpPr txBox="1"/>
          <p:nvPr>
            <p:ph idx="6" type="body"/>
          </p:nvPr>
        </p:nvSpPr>
        <p:spPr>
          <a:xfrm>
            <a:off x="438912" y="731520"/>
            <a:ext cx="3063300" cy="502800"/>
          </a:xfrm>
          <a:prstGeom prst="rect">
            <a:avLst/>
          </a:prstGeom>
        </p:spPr>
        <p:txBody>
          <a:bodyPr anchorCtr="0" anchor="t" bIns="91425" lIns="91425" spcFirstLastPara="1" rIns="91425" wrap="square" tIns="18275">
            <a:noAutofit/>
          </a:bodyPr>
          <a:lstStyle>
            <a:lvl1pPr indent="-3302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41" name="Google Shape;341;p51"/>
          <p:cNvSpPr txBox="1"/>
          <p:nvPr>
            <p:ph idx="7" type="body"/>
          </p:nvPr>
        </p:nvSpPr>
        <p:spPr>
          <a:xfrm>
            <a:off x="438900" y="1106424"/>
            <a:ext cx="30633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572">
          <p15:clr>
            <a:srgbClr val="F9AD4C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reenshot with TT and SA - pg#">
  <p:cSld name="SECTION_HEADER_1_1_2_2_2_6">
    <p:bg>
      <p:bgPr>
        <a:solidFill>
          <a:srgbClr val="FFFFFF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2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4" name="Google Shape;344;p52"/>
          <p:cNvSpPr txBox="1"/>
          <p:nvPr>
            <p:ph idx="2" type="body"/>
          </p:nvPr>
        </p:nvSpPr>
        <p:spPr>
          <a:xfrm>
            <a:off x="4343400" y="941832"/>
            <a:ext cx="4224600" cy="8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429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429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429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429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429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429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429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345" name="Google Shape;345;p52"/>
          <p:cNvSpPr txBox="1"/>
          <p:nvPr>
            <p:ph idx="3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6" name="Google Shape;346;p52"/>
          <p:cNvSpPr txBox="1"/>
          <p:nvPr>
            <p:ph idx="4" type="subTitle"/>
          </p:nvPr>
        </p:nvSpPr>
        <p:spPr>
          <a:xfrm>
            <a:off x="236875" y="164600"/>
            <a:ext cx="43470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347" name="Google Shape;347;p52"/>
          <p:cNvSpPr txBox="1"/>
          <p:nvPr>
            <p:ph idx="5" type="body"/>
          </p:nvPr>
        </p:nvSpPr>
        <p:spPr>
          <a:xfrm>
            <a:off x="4343400" y="2359152"/>
            <a:ext cx="4224600" cy="23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  <p:sp>
        <p:nvSpPr>
          <p:cNvPr id="348" name="Google Shape;348;p52"/>
          <p:cNvSpPr/>
          <p:nvPr/>
        </p:nvSpPr>
        <p:spPr>
          <a:xfrm>
            <a:off x="248150" y="722275"/>
            <a:ext cx="3447300" cy="4114800"/>
          </a:xfrm>
          <a:prstGeom prst="round2SameRect">
            <a:avLst>
              <a:gd fmla="val 911" name="adj1"/>
              <a:gd fmla="val 0" name="adj2"/>
            </a:avLst>
          </a:prstGeom>
          <a:solidFill>
            <a:srgbClr val="F6F6F6"/>
          </a:solidFill>
          <a:ln>
            <a:noFill/>
          </a:ln>
          <a:effectLst>
            <a:outerShdw blurRad="57150" rotWithShape="0" algn="bl" dir="5340000" dist="9525">
              <a:srgbClr val="000000">
                <a:alpha val="1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9" name="Google Shape;349;p52"/>
          <p:cNvGrpSpPr/>
          <p:nvPr/>
        </p:nvGrpSpPr>
        <p:grpSpPr>
          <a:xfrm>
            <a:off x="322595" y="769160"/>
            <a:ext cx="264664" cy="61800"/>
            <a:chOff x="322595" y="642846"/>
            <a:chExt cx="264664" cy="61800"/>
          </a:xfrm>
        </p:grpSpPr>
        <p:sp>
          <p:nvSpPr>
            <p:cNvPr id="350" name="Google Shape;350;p52"/>
            <p:cNvSpPr/>
            <p:nvPr/>
          </p:nvSpPr>
          <p:spPr>
            <a:xfrm>
              <a:off x="322595" y="642846"/>
              <a:ext cx="61800" cy="6180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52"/>
            <p:cNvSpPr/>
            <p:nvPr/>
          </p:nvSpPr>
          <p:spPr>
            <a:xfrm>
              <a:off x="424028" y="642846"/>
              <a:ext cx="61800" cy="6180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52"/>
            <p:cNvSpPr/>
            <p:nvPr/>
          </p:nvSpPr>
          <p:spPr>
            <a:xfrm>
              <a:off x="525460" y="642846"/>
              <a:ext cx="61800" cy="6180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3" name="Google Shape;353;p52"/>
          <p:cNvGrpSpPr/>
          <p:nvPr/>
        </p:nvGrpSpPr>
        <p:grpSpPr>
          <a:xfrm>
            <a:off x="248150" y="722275"/>
            <a:ext cx="3447300" cy="164700"/>
            <a:chOff x="248150" y="722275"/>
            <a:chExt cx="3447300" cy="164700"/>
          </a:xfrm>
        </p:grpSpPr>
        <p:sp>
          <p:nvSpPr>
            <p:cNvPr id="354" name="Google Shape;354;p52"/>
            <p:cNvSpPr/>
            <p:nvPr/>
          </p:nvSpPr>
          <p:spPr>
            <a:xfrm>
              <a:off x="248150" y="722275"/>
              <a:ext cx="3447300" cy="1647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5" name="Google Shape;355;p52"/>
            <p:cNvGrpSpPr/>
            <p:nvPr/>
          </p:nvGrpSpPr>
          <p:grpSpPr>
            <a:xfrm>
              <a:off x="322595" y="769160"/>
              <a:ext cx="264664" cy="61800"/>
              <a:chOff x="322595" y="642846"/>
              <a:chExt cx="264664" cy="61800"/>
            </a:xfrm>
          </p:grpSpPr>
          <p:sp>
            <p:nvSpPr>
              <p:cNvPr id="356" name="Google Shape;356;p52"/>
              <p:cNvSpPr/>
              <p:nvPr/>
            </p:nvSpPr>
            <p:spPr>
              <a:xfrm>
                <a:off x="322595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52"/>
              <p:cNvSpPr/>
              <p:nvPr/>
            </p:nvSpPr>
            <p:spPr>
              <a:xfrm>
                <a:off x="424028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52"/>
              <p:cNvSpPr/>
              <p:nvPr/>
            </p:nvSpPr>
            <p:spPr>
              <a:xfrm>
                <a:off x="525460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572">
          <p15:clr>
            <a:srgbClr val="F9AD4C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T and SA with Picture - pg#">
  <p:cSld name="SECTION_HEADER_1_1_2_2_2_5">
    <p:bg>
      <p:bgPr>
        <a:solidFill>
          <a:srgbClr val="FFFFFF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3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61" name="Google Shape;361;p53"/>
          <p:cNvSpPr txBox="1"/>
          <p:nvPr>
            <p:ph idx="2" type="body"/>
          </p:nvPr>
        </p:nvSpPr>
        <p:spPr>
          <a:xfrm>
            <a:off x="4343400" y="941832"/>
            <a:ext cx="4224600" cy="8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429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429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429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429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429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429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429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362" name="Google Shape;362;p53"/>
          <p:cNvSpPr txBox="1"/>
          <p:nvPr>
            <p:ph idx="3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63" name="Google Shape;363;p53"/>
          <p:cNvSpPr txBox="1"/>
          <p:nvPr>
            <p:ph idx="4" type="subTitle"/>
          </p:nvPr>
        </p:nvSpPr>
        <p:spPr>
          <a:xfrm>
            <a:off x="236875" y="164600"/>
            <a:ext cx="43470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364" name="Google Shape;364;p53"/>
          <p:cNvSpPr/>
          <p:nvPr/>
        </p:nvSpPr>
        <p:spPr>
          <a:xfrm>
            <a:off x="246888" y="594360"/>
            <a:ext cx="3447300" cy="42612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53"/>
          <p:cNvSpPr txBox="1"/>
          <p:nvPr>
            <p:ph idx="5" type="body"/>
          </p:nvPr>
        </p:nvSpPr>
        <p:spPr>
          <a:xfrm>
            <a:off x="4343400" y="2359152"/>
            <a:ext cx="4224600" cy="23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572">
          <p15:clr>
            <a:srgbClr val="F9AD4C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 Board Portrait with TT and SA - pg#">
  <p:cSld name="SECTION_HEADER_1_1_2_2_2_4_1">
    <p:bg>
      <p:bgPr>
        <a:solidFill>
          <a:srgbClr val="FFFFFF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54"/>
          <p:cNvPicPr preferRelativeResize="0"/>
          <p:nvPr/>
        </p:nvPicPr>
        <p:blipFill rotWithShape="1">
          <a:blip r:embed="rId2">
            <a:alphaModFix/>
          </a:blip>
          <a:srcRect b="70" l="0" r="0" t="60"/>
          <a:stretch/>
        </p:blipFill>
        <p:spPr>
          <a:xfrm>
            <a:off x="237744" y="585216"/>
            <a:ext cx="3470027" cy="4279392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54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69" name="Google Shape;369;p54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70" name="Google Shape;370;p54"/>
          <p:cNvSpPr txBox="1"/>
          <p:nvPr>
            <p:ph idx="3" type="subTitle"/>
          </p:nvPr>
        </p:nvSpPr>
        <p:spPr>
          <a:xfrm>
            <a:off x="236875" y="164600"/>
            <a:ext cx="43470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371" name="Google Shape;371;p54"/>
          <p:cNvSpPr txBox="1"/>
          <p:nvPr>
            <p:ph idx="4" type="body"/>
          </p:nvPr>
        </p:nvSpPr>
        <p:spPr>
          <a:xfrm>
            <a:off x="430975" y="768096"/>
            <a:ext cx="3273600" cy="3941100"/>
          </a:xfrm>
          <a:prstGeom prst="rect">
            <a:avLst/>
          </a:prstGeom>
        </p:spPr>
        <p:txBody>
          <a:bodyPr anchorCtr="0" anchor="t" bIns="0" lIns="137150" spcFirstLastPara="1" rIns="137150" wrap="square" tIns="13715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Comic Sans MS"/>
              <a:buChar char="●"/>
              <a:defRPr sz="1400"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372" name="Google Shape;372;p54"/>
          <p:cNvSpPr txBox="1"/>
          <p:nvPr>
            <p:ph idx="5" type="body"/>
          </p:nvPr>
        </p:nvSpPr>
        <p:spPr>
          <a:xfrm>
            <a:off x="4343400" y="941832"/>
            <a:ext cx="4224600" cy="8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429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429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429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429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429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429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429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373" name="Google Shape;373;p54"/>
          <p:cNvSpPr txBox="1"/>
          <p:nvPr>
            <p:ph idx="6" type="body"/>
          </p:nvPr>
        </p:nvSpPr>
        <p:spPr>
          <a:xfrm>
            <a:off x="4343400" y="2359152"/>
            <a:ext cx="4224600" cy="23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572">
          <p15:clr>
            <a:srgbClr val="F9AD4C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m/Modeling Tool with TT and SA - pg #">
  <p:cSld name="SECTION_HEADER_1_1_2_2_2_3">
    <p:bg>
      <p:bgPr>
        <a:solidFill>
          <a:srgbClr val="FFFFFF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5"/>
          <p:cNvSpPr txBox="1"/>
          <p:nvPr>
            <p:ph idx="1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76" name="Google Shape;376;p55"/>
          <p:cNvSpPr txBox="1"/>
          <p:nvPr>
            <p:ph idx="2" type="subTitle"/>
          </p:nvPr>
        </p:nvSpPr>
        <p:spPr>
          <a:xfrm>
            <a:off x="236875" y="164600"/>
            <a:ext cx="43470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377" name="Google Shape;377;p55"/>
          <p:cNvSpPr txBox="1"/>
          <p:nvPr>
            <p:ph idx="3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78" name="Google Shape;378;p55"/>
          <p:cNvSpPr txBox="1"/>
          <p:nvPr>
            <p:ph idx="4" type="body"/>
          </p:nvPr>
        </p:nvSpPr>
        <p:spPr>
          <a:xfrm>
            <a:off x="4343400" y="941832"/>
            <a:ext cx="4224600" cy="8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429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429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429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429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429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429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429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379" name="Google Shape;379;p55"/>
          <p:cNvSpPr txBox="1"/>
          <p:nvPr>
            <p:ph idx="5" type="body"/>
          </p:nvPr>
        </p:nvSpPr>
        <p:spPr>
          <a:xfrm>
            <a:off x="4343400" y="2359152"/>
            <a:ext cx="4224600" cy="23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  <p:sp>
        <p:nvSpPr>
          <p:cNvPr id="380" name="Google Shape;380;p55"/>
          <p:cNvSpPr/>
          <p:nvPr/>
        </p:nvSpPr>
        <p:spPr>
          <a:xfrm>
            <a:off x="256025" y="1280050"/>
            <a:ext cx="3657600" cy="2916900"/>
          </a:xfrm>
          <a:prstGeom prst="round2SameRect">
            <a:avLst>
              <a:gd fmla="val 1064" name="adj1"/>
              <a:gd fmla="val 0" name="adj2"/>
            </a:avLst>
          </a:prstGeom>
          <a:solidFill>
            <a:srgbClr val="F6F6F6"/>
          </a:solidFill>
          <a:ln>
            <a:noFill/>
          </a:ln>
          <a:effectLst>
            <a:outerShdw blurRad="57150" rotWithShape="0" algn="bl" dir="5340000" dist="9525">
              <a:srgbClr val="000000">
                <a:alpha val="1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1" name="Google Shape;381;p55"/>
          <p:cNvGrpSpPr/>
          <p:nvPr/>
        </p:nvGrpSpPr>
        <p:grpSpPr>
          <a:xfrm>
            <a:off x="256025" y="1280050"/>
            <a:ext cx="3657600" cy="164700"/>
            <a:chOff x="256025" y="1280050"/>
            <a:chExt cx="3657600" cy="164700"/>
          </a:xfrm>
        </p:grpSpPr>
        <p:sp>
          <p:nvSpPr>
            <p:cNvPr id="382" name="Google Shape;382;p55"/>
            <p:cNvSpPr/>
            <p:nvPr/>
          </p:nvSpPr>
          <p:spPr>
            <a:xfrm>
              <a:off x="256025" y="1280050"/>
              <a:ext cx="3657600" cy="1647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83" name="Google Shape;383;p55"/>
            <p:cNvGrpSpPr/>
            <p:nvPr/>
          </p:nvGrpSpPr>
          <p:grpSpPr>
            <a:xfrm>
              <a:off x="323020" y="1326935"/>
              <a:ext cx="264664" cy="61800"/>
              <a:chOff x="322595" y="642846"/>
              <a:chExt cx="264664" cy="61800"/>
            </a:xfrm>
          </p:grpSpPr>
          <p:sp>
            <p:nvSpPr>
              <p:cNvPr id="384" name="Google Shape;384;p55"/>
              <p:cNvSpPr/>
              <p:nvPr/>
            </p:nvSpPr>
            <p:spPr>
              <a:xfrm>
                <a:off x="322595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55"/>
              <p:cNvSpPr/>
              <p:nvPr/>
            </p:nvSpPr>
            <p:spPr>
              <a:xfrm>
                <a:off x="424028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55"/>
              <p:cNvSpPr/>
              <p:nvPr/>
            </p:nvSpPr>
            <p:spPr>
              <a:xfrm>
                <a:off x="525460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572">
          <p15:clr>
            <a:srgbClr val="F9AD4C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T and TT with Picture - pg#">
  <p:cSld name="SECTION_HEADER_1_1_2_2_2_2_2">
    <p:bg>
      <p:bgPr>
        <a:solidFill>
          <a:srgbClr val="FFFFFF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6"/>
          <p:cNvSpPr txBox="1"/>
          <p:nvPr>
            <p:ph idx="1" type="body"/>
          </p:nvPr>
        </p:nvSpPr>
        <p:spPr>
          <a:xfrm>
            <a:off x="4343400" y="941832"/>
            <a:ext cx="4224600" cy="8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429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429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429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429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429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429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429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389" name="Google Shape;389;p56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90" name="Google Shape;390;p56"/>
          <p:cNvSpPr txBox="1"/>
          <p:nvPr>
            <p:ph idx="3" type="subTitle"/>
          </p:nvPr>
        </p:nvSpPr>
        <p:spPr>
          <a:xfrm>
            <a:off x="236875" y="164600"/>
            <a:ext cx="43470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391" name="Google Shape;391;p56"/>
          <p:cNvSpPr/>
          <p:nvPr/>
        </p:nvSpPr>
        <p:spPr>
          <a:xfrm>
            <a:off x="246888" y="594360"/>
            <a:ext cx="3447300" cy="42612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56"/>
          <p:cNvSpPr txBox="1"/>
          <p:nvPr>
            <p:ph idx="4" type="body"/>
          </p:nvPr>
        </p:nvSpPr>
        <p:spPr>
          <a:xfrm>
            <a:off x="4343400" y="1911096"/>
            <a:ext cx="4224600" cy="26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●"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393" name="Google Shape;393;p56"/>
          <p:cNvSpPr txBox="1"/>
          <p:nvPr>
            <p:ph idx="5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572">
          <p15:clr>
            <a:srgbClr val="F9AD4C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T and TT with Text - pg#">
  <p:cSld name="SECTION_HEADER_1_1_2_2_2_2_2_1_1">
    <p:bg>
      <p:bgPr>
        <a:solidFill>
          <a:srgbClr val="FFFFFF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7"/>
          <p:cNvSpPr txBox="1"/>
          <p:nvPr>
            <p:ph idx="1" type="body"/>
          </p:nvPr>
        </p:nvSpPr>
        <p:spPr>
          <a:xfrm>
            <a:off x="4343400" y="941832"/>
            <a:ext cx="4224600" cy="8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429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429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429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429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429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429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429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396" name="Google Shape;396;p57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97" name="Google Shape;397;p57"/>
          <p:cNvSpPr txBox="1"/>
          <p:nvPr>
            <p:ph idx="3" type="subTitle"/>
          </p:nvPr>
        </p:nvSpPr>
        <p:spPr>
          <a:xfrm>
            <a:off x="236875" y="164600"/>
            <a:ext cx="43470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398" name="Google Shape;398;p57"/>
          <p:cNvSpPr/>
          <p:nvPr/>
        </p:nvSpPr>
        <p:spPr>
          <a:xfrm>
            <a:off x="246888" y="594360"/>
            <a:ext cx="3447300" cy="42612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57"/>
          <p:cNvSpPr txBox="1"/>
          <p:nvPr>
            <p:ph idx="4" type="body"/>
          </p:nvPr>
        </p:nvSpPr>
        <p:spPr>
          <a:xfrm>
            <a:off x="4343400" y="1911096"/>
            <a:ext cx="4224600" cy="26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●"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400" name="Google Shape;400;p57"/>
          <p:cNvSpPr txBox="1"/>
          <p:nvPr>
            <p:ph idx="5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01" name="Google Shape;401;p57"/>
          <p:cNvSpPr txBox="1"/>
          <p:nvPr>
            <p:ph idx="6" type="body"/>
          </p:nvPr>
        </p:nvSpPr>
        <p:spPr>
          <a:xfrm>
            <a:off x="438912" y="731520"/>
            <a:ext cx="3063300" cy="502800"/>
          </a:xfrm>
          <a:prstGeom prst="rect">
            <a:avLst/>
          </a:prstGeom>
        </p:spPr>
        <p:txBody>
          <a:bodyPr anchorCtr="0" anchor="t" bIns="91425" lIns="91425" spcFirstLastPara="1" rIns="91425" wrap="square" tIns="18275">
            <a:noAutofit/>
          </a:bodyPr>
          <a:lstStyle>
            <a:lvl1pPr indent="-3302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02" name="Google Shape;402;p57"/>
          <p:cNvSpPr txBox="1"/>
          <p:nvPr>
            <p:ph idx="7" type="body"/>
          </p:nvPr>
        </p:nvSpPr>
        <p:spPr>
          <a:xfrm>
            <a:off x="438900" y="1106424"/>
            <a:ext cx="30633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572">
          <p15:clr>
            <a:srgbClr val="F9AD4C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ion/Video">
  <p:cSld name="SECTION_HEADER_1_1_2_2_2_2_1">
    <p:bg>
      <p:bgPr>
        <a:solidFill>
          <a:srgbClr val="000000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5" name="Google Shape;405;p58"/>
          <p:cNvSpPr/>
          <p:nvPr/>
        </p:nvSpPr>
        <p:spPr>
          <a:xfrm>
            <a:off x="-100" y="125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572">
          <p15:clr>
            <a:srgbClr val="F9AD4C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vidence Card Section Title">
  <p:cSld name="SECTION_HEADER_1_1_2_2_2_2_1_2">
    <p:bg>
      <p:bgPr>
        <a:solidFill>
          <a:srgbClr val="000000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Evidence Cards A through O." id="408" name="Google Shape;408;p59"/>
          <p:cNvSpPr/>
          <p:nvPr/>
        </p:nvSpPr>
        <p:spPr>
          <a:xfrm rot="5400000">
            <a:off x="2861850" y="-1140850"/>
            <a:ext cx="3420300" cy="91485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59"/>
          <p:cNvSpPr txBox="1"/>
          <p:nvPr/>
        </p:nvSpPr>
        <p:spPr>
          <a:xfrm>
            <a:off x="820200" y="661906"/>
            <a:ext cx="7503600" cy="6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Evidence Cards</a:t>
            </a:r>
            <a:endParaRPr b="1" sz="2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572">
          <p15:clr>
            <a:srgbClr val="F9AD4C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ail">
  <p:cSld name="SECTION_HEADER_1_1_2_2_2_2_1_1">
    <p:bg>
      <p:bgPr>
        <a:solidFill>
          <a:srgbClr val="000000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60"/>
          <p:cNvSpPr/>
          <p:nvPr/>
        </p:nvSpPr>
        <p:spPr>
          <a:xfrm>
            <a:off x="-100" y="125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2" name="Google Shape;412;p60"/>
          <p:cNvPicPr preferRelativeResize="0"/>
          <p:nvPr/>
        </p:nvPicPr>
        <p:blipFill rotWithShape="1">
          <a:blip r:embed="rId2">
            <a:alphaModFix/>
          </a:blip>
          <a:srcRect b="10" l="0" r="0" t="10"/>
          <a:stretch/>
        </p:blipFill>
        <p:spPr>
          <a:xfrm>
            <a:off x="651150" y="291325"/>
            <a:ext cx="7841794" cy="48521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19000"/>
              </a:srgbClr>
            </a:outerShdw>
          </a:effectLst>
        </p:spPr>
      </p:pic>
      <p:sp>
        <p:nvSpPr>
          <p:cNvPr id="413" name="Google Shape;413;p60"/>
          <p:cNvSpPr/>
          <p:nvPr/>
        </p:nvSpPr>
        <p:spPr>
          <a:xfrm>
            <a:off x="651050" y="990075"/>
            <a:ext cx="7841700" cy="41535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572">
          <p15:clr>
            <a:srgbClr val="F9AD4C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cher Talk and Student Action 1 Line - pg#">
  <p:cSld name="SECTION_HEADER_1_1_2_2_2_1_2">
    <p:bg>
      <p:bgPr>
        <a:solidFill>
          <a:srgbClr val="FFFFFF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1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16" name="Google Shape;416;p61"/>
          <p:cNvSpPr txBox="1"/>
          <p:nvPr>
            <p:ph idx="2" type="body"/>
          </p:nvPr>
        </p:nvSpPr>
        <p:spPr>
          <a:xfrm>
            <a:off x="804672" y="941832"/>
            <a:ext cx="7507200" cy="4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429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429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429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429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429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429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429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417" name="Google Shape;417;p61"/>
          <p:cNvSpPr txBox="1"/>
          <p:nvPr>
            <p:ph idx="3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18" name="Google Shape;418;p61"/>
          <p:cNvSpPr txBox="1"/>
          <p:nvPr>
            <p:ph idx="4" type="subTitle"/>
          </p:nvPr>
        </p:nvSpPr>
        <p:spPr>
          <a:xfrm>
            <a:off x="236875" y="164600"/>
            <a:ext cx="43257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419" name="Google Shape;419;p61"/>
          <p:cNvSpPr txBox="1"/>
          <p:nvPr>
            <p:ph idx="5" type="body"/>
          </p:nvPr>
        </p:nvSpPr>
        <p:spPr>
          <a:xfrm>
            <a:off x="804672" y="2011680"/>
            <a:ext cx="7507200" cy="21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572">
          <p15:clr>
            <a:srgbClr val="F9AD4C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cher Talk and Student Action 2 Line - pg#">
  <p:cSld name="SECTION_HEADER_1_1_2_2_2_1_1_1">
    <p:bg>
      <p:bgPr>
        <a:solidFill>
          <a:srgbClr val="FFFFFF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2"/>
          <p:cNvSpPr txBox="1"/>
          <p:nvPr>
            <p:ph idx="1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22" name="Google Shape;422;p62"/>
          <p:cNvSpPr txBox="1"/>
          <p:nvPr>
            <p:ph idx="2" type="subTitle"/>
          </p:nvPr>
        </p:nvSpPr>
        <p:spPr>
          <a:xfrm>
            <a:off x="236875" y="164600"/>
            <a:ext cx="43257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423" name="Google Shape;423;p62"/>
          <p:cNvSpPr txBox="1"/>
          <p:nvPr>
            <p:ph idx="3" type="body"/>
          </p:nvPr>
        </p:nvSpPr>
        <p:spPr>
          <a:xfrm>
            <a:off x="804672" y="941832"/>
            <a:ext cx="7507200" cy="4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429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429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429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429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429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●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429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 Medium"/>
              <a:buChar char="○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429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Font typeface="Roboto Medium"/>
              <a:buChar char="■"/>
              <a:defRPr sz="18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424" name="Google Shape;424;p62"/>
          <p:cNvSpPr txBox="1"/>
          <p:nvPr>
            <p:ph idx="4" type="body"/>
          </p:nvPr>
        </p:nvSpPr>
        <p:spPr>
          <a:xfrm>
            <a:off x="804672" y="2286000"/>
            <a:ext cx="7507200" cy="21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  <p:sp>
        <p:nvSpPr>
          <p:cNvPr id="425" name="Google Shape;425;p62"/>
          <p:cNvSpPr txBox="1"/>
          <p:nvPr>
            <p:ph idx="5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572">
          <p15:clr>
            <a:srgbClr val="F9AD4C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Action - pg#">
  <p:cSld name="SECTION_HEADER_1_1_2_1_3">
    <p:bg>
      <p:bgPr>
        <a:solidFill>
          <a:srgbClr val="FFFFFF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63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28" name="Google Shape;428;p63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29" name="Google Shape;429;p63"/>
          <p:cNvSpPr txBox="1"/>
          <p:nvPr>
            <p:ph idx="3" type="subTitle"/>
          </p:nvPr>
        </p:nvSpPr>
        <p:spPr>
          <a:xfrm>
            <a:off x="236875" y="164600"/>
            <a:ext cx="43470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430" name="Google Shape;430;p63"/>
          <p:cNvSpPr txBox="1"/>
          <p:nvPr>
            <p:ph idx="4" type="body"/>
          </p:nvPr>
        </p:nvSpPr>
        <p:spPr>
          <a:xfrm>
            <a:off x="804672" y="1353312"/>
            <a:ext cx="7507200" cy="30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fferentiation 1: SA with Image - pg#">
  <p:cSld name="SECTION_HEADER_1_1_2_1_2_5">
    <p:bg>
      <p:bgPr>
        <a:solidFill>
          <a:srgbClr val="FFFFFF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64"/>
          <p:cNvSpPr/>
          <p:nvPr/>
        </p:nvSpPr>
        <p:spPr>
          <a:xfrm>
            <a:off x="247113" y="503145"/>
            <a:ext cx="3456300" cy="2121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64"/>
          <p:cNvSpPr txBox="1"/>
          <p:nvPr>
            <p:ph idx="1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34" name="Google Shape;434;p64"/>
          <p:cNvSpPr txBox="1"/>
          <p:nvPr>
            <p:ph idx="2" type="subTitle"/>
          </p:nvPr>
        </p:nvSpPr>
        <p:spPr>
          <a:xfrm>
            <a:off x="236875" y="164600"/>
            <a:ext cx="43149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435" name="Google Shape;435;p64"/>
          <p:cNvSpPr txBox="1"/>
          <p:nvPr>
            <p:ph idx="3" type="body"/>
          </p:nvPr>
        </p:nvSpPr>
        <p:spPr>
          <a:xfrm>
            <a:off x="4343400" y="1353312"/>
            <a:ext cx="4188000" cy="28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  <p:pic>
        <p:nvPicPr>
          <p:cNvPr id="436" name="Google Shape;436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86825" y="2331518"/>
            <a:ext cx="228175" cy="22815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64"/>
          <p:cNvSpPr txBox="1"/>
          <p:nvPr>
            <p:ph idx="4" type="subTitle"/>
          </p:nvPr>
        </p:nvSpPr>
        <p:spPr>
          <a:xfrm>
            <a:off x="402900" y="2327250"/>
            <a:ext cx="24813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fferentiation 2: SA with Image - pg#">
  <p:cSld name="SECTION_HEADER_1_1_2_1_2_5_1">
    <p:bg>
      <p:bgPr>
        <a:solidFill>
          <a:srgbClr val="FFFFFF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5"/>
          <p:cNvSpPr/>
          <p:nvPr/>
        </p:nvSpPr>
        <p:spPr>
          <a:xfrm>
            <a:off x="247113" y="503145"/>
            <a:ext cx="3456300" cy="2121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65"/>
          <p:cNvSpPr/>
          <p:nvPr/>
        </p:nvSpPr>
        <p:spPr>
          <a:xfrm>
            <a:off x="247113" y="2715993"/>
            <a:ext cx="3456300" cy="2121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65"/>
          <p:cNvSpPr txBox="1"/>
          <p:nvPr>
            <p:ph idx="1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42" name="Google Shape;442;p65"/>
          <p:cNvSpPr txBox="1"/>
          <p:nvPr>
            <p:ph idx="2" type="subTitle"/>
          </p:nvPr>
        </p:nvSpPr>
        <p:spPr>
          <a:xfrm>
            <a:off x="236875" y="164600"/>
            <a:ext cx="43149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443" name="Google Shape;443;p65"/>
          <p:cNvSpPr txBox="1"/>
          <p:nvPr>
            <p:ph idx="3" type="body"/>
          </p:nvPr>
        </p:nvSpPr>
        <p:spPr>
          <a:xfrm>
            <a:off x="4343400" y="1353312"/>
            <a:ext cx="4188000" cy="28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  <p:pic>
        <p:nvPicPr>
          <p:cNvPr id="444" name="Google Shape;444;p6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86825" y="2331518"/>
            <a:ext cx="228175" cy="22815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65"/>
          <p:cNvSpPr txBox="1"/>
          <p:nvPr>
            <p:ph idx="4" type="subTitle"/>
          </p:nvPr>
        </p:nvSpPr>
        <p:spPr>
          <a:xfrm>
            <a:off x="402850" y="2327250"/>
            <a:ext cx="24813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446" name="Google Shape;446;p6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86825" y="4524607"/>
            <a:ext cx="228175" cy="22815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65"/>
          <p:cNvSpPr txBox="1"/>
          <p:nvPr>
            <p:ph idx="5" type="subTitle"/>
          </p:nvPr>
        </p:nvSpPr>
        <p:spPr>
          <a:xfrm>
            <a:off x="402850" y="4520326"/>
            <a:ext cx="24813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Action with Image - pg#">
  <p:cSld name="SECTION_HEADER_1_1_2_1_2_4">
    <p:bg>
      <p:bgPr>
        <a:solidFill>
          <a:srgbClr val="FFFFFF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66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50" name="Google Shape;450;p66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51" name="Google Shape;451;p66"/>
          <p:cNvSpPr txBox="1"/>
          <p:nvPr>
            <p:ph idx="3" type="subTitle"/>
          </p:nvPr>
        </p:nvSpPr>
        <p:spPr>
          <a:xfrm>
            <a:off x="236875" y="164600"/>
            <a:ext cx="43149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452" name="Google Shape;452;p66"/>
          <p:cNvSpPr/>
          <p:nvPr/>
        </p:nvSpPr>
        <p:spPr>
          <a:xfrm>
            <a:off x="246888" y="594360"/>
            <a:ext cx="3447300" cy="42612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66"/>
          <p:cNvSpPr txBox="1"/>
          <p:nvPr>
            <p:ph idx="4" type="body"/>
          </p:nvPr>
        </p:nvSpPr>
        <p:spPr>
          <a:xfrm>
            <a:off x="4343400" y="1353312"/>
            <a:ext cx="4188000" cy="28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 Board Portrait with SA - pg#">
  <p:cSld name="SECTION_HEADER_1_1_2_1_2_3_1">
    <p:bg>
      <p:bgPr>
        <a:solidFill>
          <a:srgbClr val="FFFFFF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5" name="Google Shape;455;p67"/>
          <p:cNvPicPr preferRelativeResize="0"/>
          <p:nvPr/>
        </p:nvPicPr>
        <p:blipFill rotWithShape="1">
          <a:blip r:embed="rId2">
            <a:alphaModFix/>
          </a:blip>
          <a:srcRect b="70" l="0" r="0" t="60"/>
          <a:stretch/>
        </p:blipFill>
        <p:spPr>
          <a:xfrm>
            <a:off x="237744" y="585216"/>
            <a:ext cx="3470027" cy="4279392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67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57" name="Google Shape;457;p67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58" name="Google Shape;458;p67"/>
          <p:cNvSpPr txBox="1"/>
          <p:nvPr>
            <p:ph idx="3" type="subTitle"/>
          </p:nvPr>
        </p:nvSpPr>
        <p:spPr>
          <a:xfrm>
            <a:off x="236875" y="164600"/>
            <a:ext cx="43149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459" name="Google Shape;459;p67"/>
          <p:cNvSpPr txBox="1"/>
          <p:nvPr>
            <p:ph idx="4" type="body"/>
          </p:nvPr>
        </p:nvSpPr>
        <p:spPr>
          <a:xfrm>
            <a:off x="430975" y="768096"/>
            <a:ext cx="3273600" cy="3941100"/>
          </a:xfrm>
          <a:prstGeom prst="rect">
            <a:avLst/>
          </a:prstGeom>
        </p:spPr>
        <p:txBody>
          <a:bodyPr anchorCtr="0" anchor="t" bIns="0" lIns="137150" spcFirstLastPara="1" rIns="137150" wrap="square" tIns="13715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Comic Sans MS"/>
              <a:buChar char="●"/>
              <a:defRPr sz="1400"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●"/>
              <a:defRPr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Font typeface="Comic Sans MS"/>
              <a:buChar char="○"/>
              <a:defRPr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Font typeface="Comic Sans MS"/>
              <a:buChar char="■"/>
              <a:defRPr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460" name="Google Shape;460;p67"/>
          <p:cNvSpPr txBox="1"/>
          <p:nvPr>
            <p:ph idx="5" type="body"/>
          </p:nvPr>
        </p:nvSpPr>
        <p:spPr>
          <a:xfrm>
            <a:off x="4343400" y="1353312"/>
            <a:ext cx="4188000" cy="28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m/Modeling Tool with SA - pg #">
  <p:cSld name="SECTION_HEADER_1_1_2_1_2_1_3">
    <p:bg>
      <p:bgPr>
        <a:solidFill>
          <a:srgbClr val="FFFFFF"/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8"/>
          <p:cNvSpPr txBox="1"/>
          <p:nvPr>
            <p:ph idx="1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63" name="Google Shape;463;p68"/>
          <p:cNvSpPr txBox="1"/>
          <p:nvPr>
            <p:ph idx="2" type="subTitle"/>
          </p:nvPr>
        </p:nvSpPr>
        <p:spPr>
          <a:xfrm>
            <a:off x="236875" y="164600"/>
            <a:ext cx="43149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464" name="Google Shape;464;p68"/>
          <p:cNvSpPr txBox="1"/>
          <p:nvPr>
            <p:ph idx="3" type="body"/>
          </p:nvPr>
        </p:nvSpPr>
        <p:spPr>
          <a:xfrm>
            <a:off x="4343400" y="1353312"/>
            <a:ext cx="4188000" cy="28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  <p:sp>
        <p:nvSpPr>
          <p:cNvPr id="465" name="Google Shape;465;p68"/>
          <p:cNvSpPr txBox="1"/>
          <p:nvPr>
            <p:ph idx="4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66" name="Google Shape;466;p68"/>
          <p:cNvSpPr/>
          <p:nvPr/>
        </p:nvSpPr>
        <p:spPr>
          <a:xfrm>
            <a:off x="256025" y="1280050"/>
            <a:ext cx="3657600" cy="2916900"/>
          </a:xfrm>
          <a:prstGeom prst="round2SameRect">
            <a:avLst>
              <a:gd fmla="val 1064" name="adj1"/>
              <a:gd fmla="val 0" name="adj2"/>
            </a:avLst>
          </a:prstGeom>
          <a:solidFill>
            <a:srgbClr val="F6F6F6"/>
          </a:solidFill>
          <a:ln>
            <a:noFill/>
          </a:ln>
          <a:effectLst>
            <a:outerShdw blurRad="57150" rotWithShape="0" algn="bl" dir="5340000" dist="9525">
              <a:srgbClr val="000000">
                <a:alpha val="1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7" name="Google Shape;467;p68"/>
          <p:cNvGrpSpPr/>
          <p:nvPr/>
        </p:nvGrpSpPr>
        <p:grpSpPr>
          <a:xfrm>
            <a:off x="256025" y="1280050"/>
            <a:ext cx="3657600" cy="164700"/>
            <a:chOff x="256025" y="1280050"/>
            <a:chExt cx="3657600" cy="164700"/>
          </a:xfrm>
        </p:grpSpPr>
        <p:sp>
          <p:nvSpPr>
            <p:cNvPr id="468" name="Google Shape;468;p68"/>
            <p:cNvSpPr/>
            <p:nvPr/>
          </p:nvSpPr>
          <p:spPr>
            <a:xfrm>
              <a:off x="256025" y="1280050"/>
              <a:ext cx="3657600" cy="1647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69" name="Google Shape;469;p68"/>
            <p:cNvGrpSpPr/>
            <p:nvPr/>
          </p:nvGrpSpPr>
          <p:grpSpPr>
            <a:xfrm>
              <a:off x="323020" y="1326935"/>
              <a:ext cx="264664" cy="61800"/>
              <a:chOff x="322595" y="642846"/>
              <a:chExt cx="264664" cy="61800"/>
            </a:xfrm>
          </p:grpSpPr>
          <p:sp>
            <p:nvSpPr>
              <p:cNvPr id="470" name="Google Shape;470;p68"/>
              <p:cNvSpPr/>
              <p:nvPr/>
            </p:nvSpPr>
            <p:spPr>
              <a:xfrm>
                <a:off x="322595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68"/>
              <p:cNvSpPr/>
              <p:nvPr/>
            </p:nvSpPr>
            <p:spPr>
              <a:xfrm>
                <a:off x="424028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" name="Google Shape;472;p68"/>
              <p:cNvSpPr/>
              <p:nvPr/>
            </p:nvSpPr>
            <p:spPr>
              <a:xfrm>
                <a:off x="525460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m/Modeling Tool Full Screen">
  <p:cSld name="SECTION_HEADER_1_1_2_1_2_1_2">
    <p:bg>
      <p:bgPr>
        <a:solidFill>
          <a:srgbClr val="FFFFFF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69"/>
          <p:cNvSpPr/>
          <p:nvPr/>
        </p:nvSpPr>
        <p:spPr>
          <a:xfrm>
            <a:off x="1681012" y="258209"/>
            <a:ext cx="5781900" cy="4511700"/>
          </a:xfrm>
          <a:prstGeom prst="round2SameRect">
            <a:avLst>
              <a:gd fmla="val 713" name="adj1"/>
              <a:gd fmla="val 0" name="adj2"/>
            </a:avLst>
          </a:prstGeom>
          <a:solidFill>
            <a:srgbClr val="F6F6F6"/>
          </a:solidFill>
          <a:ln>
            <a:noFill/>
          </a:ln>
          <a:effectLst>
            <a:outerShdw blurRad="57150" rotWithShape="0" algn="bl" dir="5340000" dist="9525">
              <a:srgbClr val="000000">
                <a:alpha val="16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69"/>
          <p:cNvSpPr/>
          <p:nvPr/>
        </p:nvSpPr>
        <p:spPr>
          <a:xfrm>
            <a:off x="136100" y="4957967"/>
            <a:ext cx="1683600" cy="11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6" name="Google Shape;476;p69"/>
          <p:cNvGrpSpPr/>
          <p:nvPr/>
        </p:nvGrpSpPr>
        <p:grpSpPr>
          <a:xfrm>
            <a:off x="1681091" y="258200"/>
            <a:ext cx="5781900" cy="175800"/>
            <a:chOff x="1691753" y="258200"/>
            <a:chExt cx="5781900" cy="175800"/>
          </a:xfrm>
        </p:grpSpPr>
        <p:sp>
          <p:nvSpPr>
            <p:cNvPr id="477" name="Google Shape;477;p69"/>
            <p:cNvSpPr/>
            <p:nvPr/>
          </p:nvSpPr>
          <p:spPr>
            <a:xfrm>
              <a:off x="1691753" y="258200"/>
              <a:ext cx="5781900" cy="1758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78" name="Google Shape;478;p69"/>
            <p:cNvGrpSpPr/>
            <p:nvPr/>
          </p:nvGrpSpPr>
          <p:grpSpPr>
            <a:xfrm>
              <a:off x="1756443" y="308221"/>
              <a:ext cx="282317" cy="65922"/>
              <a:chOff x="322595" y="642846"/>
              <a:chExt cx="264664" cy="61800"/>
            </a:xfrm>
          </p:grpSpPr>
          <p:sp>
            <p:nvSpPr>
              <p:cNvPr id="479" name="Google Shape;479;p69"/>
              <p:cNvSpPr/>
              <p:nvPr/>
            </p:nvSpPr>
            <p:spPr>
              <a:xfrm>
                <a:off x="322595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" name="Google Shape;480;p69"/>
              <p:cNvSpPr/>
              <p:nvPr/>
            </p:nvSpPr>
            <p:spPr>
              <a:xfrm>
                <a:off x="424028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" name="Google Shape;481;p69"/>
              <p:cNvSpPr/>
              <p:nvPr/>
            </p:nvSpPr>
            <p:spPr>
              <a:xfrm>
                <a:off x="525460" y="642846"/>
                <a:ext cx="61800" cy="618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cher Demo">
  <p:cSld name="SECTION_HEADER_1_1_2_1_2_1_2_1">
    <p:bg>
      <p:bgPr>
        <a:solidFill>
          <a:srgbClr val="EFEFEF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70"/>
          <p:cNvSpPr/>
          <p:nvPr/>
        </p:nvSpPr>
        <p:spPr>
          <a:xfrm>
            <a:off x="1682325" y="258209"/>
            <a:ext cx="5781900" cy="4511700"/>
          </a:xfrm>
          <a:prstGeom prst="round2SameRect">
            <a:avLst>
              <a:gd fmla="val 713" name="adj1"/>
              <a:gd fmla="val 0" name="adj2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70"/>
          <p:cNvSpPr/>
          <p:nvPr/>
        </p:nvSpPr>
        <p:spPr>
          <a:xfrm>
            <a:off x="1682325" y="308225"/>
            <a:ext cx="5781900" cy="4461600"/>
          </a:xfrm>
          <a:prstGeom prst="round2SameRect">
            <a:avLst>
              <a:gd fmla="val 0" name="adj1"/>
              <a:gd fmla="val 0" name="adj2"/>
            </a:avLst>
          </a:prstGeom>
          <a:solidFill>
            <a:srgbClr val="F6F6F6"/>
          </a:solidFill>
          <a:ln cap="flat" cmpd="sng" w="114300">
            <a:solidFill>
              <a:srgbClr val="767676"/>
            </a:solidFill>
            <a:prstDash val="solid"/>
            <a:round/>
            <a:headEnd len="sm" w="sm" type="none"/>
            <a:tailEnd len="sm" w="sm" type="none"/>
          </a:ln>
          <a:effectLst>
            <a:outerShdw blurRad="85725" rotWithShape="0" algn="bl" dir="5340000" dist="9525">
              <a:srgbClr val="000000">
                <a:alpha val="4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70"/>
          <p:cNvSpPr/>
          <p:nvPr/>
        </p:nvSpPr>
        <p:spPr>
          <a:xfrm>
            <a:off x="136100" y="4931975"/>
            <a:ext cx="1683600" cy="1758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70"/>
          <p:cNvSpPr/>
          <p:nvPr/>
        </p:nvSpPr>
        <p:spPr>
          <a:xfrm>
            <a:off x="1651350" y="258200"/>
            <a:ext cx="5841300" cy="175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76767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7" name="Google Shape;487;p70"/>
          <p:cNvGrpSpPr/>
          <p:nvPr/>
        </p:nvGrpSpPr>
        <p:grpSpPr>
          <a:xfrm>
            <a:off x="1710905" y="308221"/>
            <a:ext cx="282317" cy="65922"/>
            <a:chOff x="322595" y="642846"/>
            <a:chExt cx="264664" cy="61800"/>
          </a:xfrm>
        </p:grpSpPr>
        <p:sp>
          <p:nvSpPr>
            <p:cNvPr id="488" name="Google Shape;488;p70"/>
            <p:cNvSpPr/>
            <p:nvPr/>
          </p:nvSpPr>
          <p:spPr>
            <a:xfrm>
              <a:off x="322595" y="642846"/>
              <a:ext cx="61800" cy="618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70"/>
            <p:cNvSpPr/>
            <p:nvPr/>
          </p:nvSpPr>
          <p:spPr>
            <a:xfrm>
              <a:off x="424028" y="642846"/>
              <a:ext cx="61800" cy="618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70"/>
            <p:cNvSpPr/>
            <p:nvPr/>
          </p:nvSpPr>
          <p:spPr>
            <a:xfrm>
              <a:off x="525460" y="642846"/>
              <a:ext cx="61800" cy="618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1" name="Google Shape;491;p70"/>
          <p:cNvSpPr txBox="1"/>
          <p:nvPr>
            <p:ph idx="1" type="subTitle"/>
          </p:nvPr>
        </p:nvSpPr>
        <p:spPr>
          <a:xfrm>
            <a:off x="7919850" y="164592"/>
            <a:ext cx="1097400" cy="249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Instructions with Three Images - pg#">
  <p:cSld name="SECTION_HEADER_1_1_2_1_2_1_1">
    <p:bg>
      <p:bgPr>
        <a:solidFill>
          <a:srgbClr val="FFFFFF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71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94" name="Google Shape;494;p71"/>
          <p:cNvSpPr txBox="1"/>
          <p:nvPr>
            <p:ph idx="2" type="body"/>
          </p:nvPr>
        </p:nvSpPr>
        <p:spPr>
          <a:xfrm>
            <a:off x="5992292" y="2877300"/>
            <a:ext cx="2560500" cy="393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Roboto"/>
              <a:buChar char="●"/>
              <a:defRPr b="1" sz="1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495" name="Google Shape;495;p71"/>
          <p:cNvSpPr txBox="1"/>
          <p:nvPr>
            <p:ph idx="3" type="body"/>
          </p:nvPr>
        </p:nvSpPr>
        <p:spPr>
          <a:xfrm>
            <a:off x="5992289" y="3160780"/>
            <a:ext cx="2560500" cy="13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96" name="Google Shape;496;p71"/>
          <p:cNvSpPr txBox="1"/>
          <p:nvPr>
            <p:ph idx="4" type="body"/>
          </p:nvPr>
        </p:nvSpPr>
        <p:spPr>
          <a:xfrm>
            <a:off x="591215" y="2877300"/>
            <a:ext cx="2560500" cy="393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Roboto"/>
              <a:buChar char="●"/>
              <a:defRPr b="1" sz="1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497" name="Google Shape;497;p71"/>
          <p:cNvSpPr txBox="1"/>
          <p:nvPr>
            <p:ph idx="5" type="body"/>
          </p:nvPr>
        </p:nvSpPr>
        <p:spPr>
          <a:xfrm>
            <a:off x="3291768" y="2877300"/>
            <a:ext cx="2560500" cy="393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Roboto"/>
              <a:buChar char="●"/>
              <a:defRPr b="1" sz="1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498" name="Google Shape;498;p71"/>
          <p:cNvSpPr txBox="1"/>
          <p:nvPr>
            <p:ph idx="6" type="body"/>
          </p:nvPr>
        </p:nvSpPr>
        <p:spPr>
          <a:xfrm>
            <a:off x="591211" y="3160776"/>
            <a:ext cx="2560500" cy="13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99" name="Google Shape;499;p71"/>
          <p:cNvSpPr txBox="1"/>
          <p:nvPr>
            <p:ph type="title"/>
          </p:nvPr>
        </p:nvSpPr>
        <p:spPr>
          <a:xfrm>
            <a:off x="589626" y="648200"/>
            <a:ext cx="79632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 Medium"/>
              <a:buNone/>
              <a:defRPr sz="24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00" name="Google Shape;500;p71"/>
          <p:cNvSpPr/>
          <p:nvPr/>
        </p:nvSpPr>
        <p:spPr>
          <a:xfrm>
            <a:off x="700950" y="1234816"/>
            <a:ext cx="2450700" cy="15198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71"/>
          <p:cNvSpPr/>
          <p:nvPr/>
        </p:nvSpPr>
        <p:spPr>
          <a:xfrm>
            <a:off x="3401478" y="1234816"/>
            <a:ext cx="2450700" cy="15198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71"/>
          <p:cNvSpPr/>
          <p:nvPr/>
        </p:nvSpPr>
        <p:spPr>
          <a:xfrm>
            <a:off x="6102006" y="1234816"/>
            <a:ext cx="2450700" cy="15198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71"/>
          <p:cNvSpPr txBox="1"/>
          <p:nvPr>
            <p:ph idx="7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04" name="Google Shape;504;p71"/>
          <p:cNvSpPr txBox="1"/>
          <p:nvPr>
            <p:ph idx="8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505" name="Google Shape;505;p71"/>
          <p:cNvSpPr txBox="1"/>
          <p:nvPr>
            <p:ph idx="9" type="body"/>
          </p:nvPr>
        </p:nvSpPr>
        <p:spPr>
          <a:xfrm>
            <a:off x="3291764" y="3160780"/>
            <a:ext cx="2560500" cy="13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orient="horz" pos="1109">
          <p15:clr>
            <a:srgbClr val="F9AD4C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Instructions with Three Images - Action pg#">
  <p:cSld name="SECTION_HEADER_1_1_2_1_2_1_1_5">
    <p:bg>
      <p:bgPr>
        <a:solidFill>
          <a:srgbClr val="FFFFFF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72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08" name="Google Shape;508;p72"/>
          <p:cNvSpPr txBox="1"/>
          <p:nvPr>
            <p:ph idx="2" type="body"/>
          </p:nvPr>
        </p:nvSpPr>
        <p:spPr>
          <a:xfrm>
            <a:off x="591215" y="2877300"/>
            <a:ext cx="2560500" cy="393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Roboto"/>
              <a:buChar char="●"/>
              <a:defRPr b="1" sz="1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509" name="Google Shape;509;p72"/>
          <p:cNvSpPr txBox="1"/>
          <p:nvPr>
            <p:ph idx="3" type="body"/>
          </p:nvPr>
        </p:nvSpPr>
        <p:spPr>
          <a:xfrm>
            <a:off x="3291768" y="2877300"/>
            <a:ext cx="2560500" cy="393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Roboto"/>
              <a:buChar char="●"/>
              <a:defRPr b="1" sz="1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510" name="Google Shape;510;p72"/>
          <p:cNvSpPr txBox="1"/>
          <p:nvPr>
            <p:ph idx="4" type="body"/>
          </p:nvPr>
        </p:nvSpPr>
        <p:spPr>
          <a:xfrm>
            <a:off x="5992292" y="2877300"/>
            <a:ext cx="2560500" cy="393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Roboto"/>
              <a:buChar char="●"/>
              <a:defRPr b="1" sz="1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511" name="Google Shape;511;p72"/>
          <p:cNvSpPr txBox="1"/>
          <p:nvPr>
            <p:ph idx="5" type="body"/>
          </p:nvPr>
        </p:nvSpPr>
        <p:spPr>
          <a:xfrm>
            <a:off x="591211" y="3160776"/>
            <a:ext cx="2560500" cy="13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12" name="Google Shape;512;p72"/>
          <p:cNvSpPr txBox="1"/>
          <p:nvPr>
            <p:ph type="title"/>
          </p:nvPr>
        </p:nvSpPr>
        <p:spPr>
          <a:xfrm>
            <a:off x="1088136" y="648200"/>
            <a:ext cx="75072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400"/>
              <a:buFont typeface="Roboto Medium"/>
              <a:buNone/>
              <a:defRPr sz="2400">
                <a:solidFill>
                  <a:srgbClr val="333FB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None/>
              <a:defRPr>
                <a:solidFill>
                  <a:srgbClr val="333FB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None/>
              <a:defRPr>
                <a:solidFill>
                  <a:srgbClr val="333FB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None/>
              <a:defRPr>
                <a:solidFill>
                  <a:srgbClr val="333FB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None/>
              <a:defRPr>
                <a:solidFill>
                  <a:srgbClr val="333FB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None/>
              <a:defRPr>
                <a:solidFill>
                  <a:srgbClr val="333FB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None/>
              <a:defRPr>
                <a:solidFill>
                  <a:srgbClr val="333FB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None/>
              <a:defRPr>
                <a:solidFill>
                  <a:srgbClr val="333FB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None/>
              <a:defRPr>
                <a:solidFill>
                  <a:srgbClr val="333FBF"/>
                </a:solidFill>
              </a:defRPr>
            </a:lvl9pPr>
          </a:lstStyle>
          <a:p/>
        </p:txBody>
      </p:sp>
      <p:sp>
        <p:nvSpPr>
          <p:cNvPr id="513" name="Google Shape;513;p72"/>
          <p:cNvSpPr/>
          <p:nvPr/>
        </p:nvSpPr>
        <p:spPr>
          <a:xfrm>
            <a:off x="700950" y="1234816"/>
            <a:ext cx="2450700" cy="15198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72"/>
          <p:cNvSpPr/>
          <p:nvPr/>
        </p:nvSpPr>
        <p:spPr>
          <a:xfrm>
            <a:off x="3401478" y="1234816"/>
            <a:ext cx="2450700" cy="15198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72"/>
          <p:cNvSpPr/>
          <p:nvPr/>
        </p:nvSpPr>
        <p:spPr>
          <a:xfrm>
            <a:off x="6102006" y="1234816"/>
            <a:ext cx="2450700" cy="15198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72"/>
          <p:cNvSpPr txBox="1"/>
          <p:nvPr>
            <p:ph idx="6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17" name="Google Shape;517;p72"/>
          <p:cNvSpPr txBox="1"/>
          <p:nvPr>
            <p:ph idx="7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518" name="Google Shape;518;p72"/>
          <p:cNvSpPr txBox="1"/>
          <p:nvPr>
            <p:ph idx="8" type="body"/>
          </p:nvPr>
        </p:nvSpPr>
        <p:spPr>
          <a:xfrm>
            <a:off x="3291764" y="3160780"/>
            <a:ext cx="2560500" cy="13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19" name="Google Shape;519;p72"/>
          <p:cNvSpPr txBox="1"/>
          <p:nvPr>
            <p:ph idx="9" type="body"/>
          </p:nvPr>
        </p:nvSpPr>
        <p:spPr>
          <a:xfrm>
            <a:off x="5992289" y="3160780"/>
            <a:ext cx="2560500" cy="13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orient="horz" pos="1109">
          <p15:clr>
            <a:srgbClr val="F9AD4C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fferentiation 3: Activity Steps - pg#">
  <p:cSld name="SECTION_HEADER_1_1_2_1_2_1_1_4">
    <p:bg>
      <p:bgPr>
        <a:solidFill>
          <a:srgbClr val="FFFFFF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73"/>
          <p:cNvSpPr txBox="1"/>
          <p:nvPr>
            <p:ph idx="1" type="body"/>
          </p:nvPr>
        </p:nvSpPr>
        <p:spPr>
          <a:xfrm>
            <a:off x="515015" y="2849193"/>
            <a:ext cx="2560500" cy="393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Roboto"/>
              <a:buChar char="●"/>
              <a:defRPr b="1" sz="1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522" name="Google Shape;522;p73"/>
          <p:cNvSpPr txBox="1"/>
          <p:nvPr>
            <p:ph idx="2" type="body"/>
          </p:nvPr>
        </p:nvSpPr>
        <p:spPr>
          <a:xfrm>
            <a:off x="3291768" y="2849193"/>
            <a:ext cx="2560500" cy="393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Roboto"/>
              <a:buChar char="●"/>
              <a:defRPr b="1" sz="1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523" name="Google Shape;523;p73"/>
          <p:cNvSpPr txBox="1"/>
          <p:nvPr>
            <p:ph idx="3" type="body"/>
          </p:nvPr>
        </p:nvSpPr>
        <p:spPr>
          <a:xfrm>
            <a:off x="6068492" y="2849193"/>
            <a:ext cx="2560500" cy="393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Roboto"/>
              <a:buChar char="●"/>
              <a:defRPr b="1" sz="1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524" name="Google Shape;524;p73"/>
          <p:cNvSpPr txBox="1"/>
          <p:nvPr>
            <p:ph idx="4" type="body"/>
          </p:nvPr>
        </p:nvSpPr>
        <p:spPr>
          <a:xfrm>
            <a:off x="515011" y="3132669"/>
            <a:ext cx="2560500" cy="13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25" name="Google Shape;525;p73"/>
          <p:cNvSpPr txBox="1"/>
          <p:nvPr>
            <p:ph type="title"/>
          </p:nvPr>
        </p:nvSpPr>
        <p:spPr>
          <a:xfrm>
            <a:off x="509016" y="648200"/>
            <a:ext cx="79644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 Medium"/>
              <a:buNone/>
              <a:defRPr sz="24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26" name="Google Shape;526;p73"/>
          <p:cNvSpPr/>
          <p:nvPr/>
        </p:nvSpPr>
        <p:spPr>
          <a:xfrm>
            <a:off x="624750" y="1234816"/>
            <a:ext cx="2450700" cy="15198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73"/>
          <p:cNvSpPr/>
          <p:nvPr/>
        </p:nvSpPr>
        <p:spPr>
          <a:xfrm>
            <a:off x="3401478" y="1234816"/>
            <a:ext cx="2450700" cy="15198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73"/>
          <p:cNvSpPr/>
          <p:nvPr/>
        </p:nvSpPr>
        <p:spPr>
          <a:xfrm>
            <a:off x="6178206" y="1234816"/>
            <a:ext cx="2450700" cy="15198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73"/>
          <p:cNvSpPr txBox="1"/>
          <p:nvPr>
            <p:ph idx="5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0" name="Google Shape;530;p73"/>
          <p:cNvSpPr txBox="1"/>
          <p:nvPr>
            <p:ph idx="6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531" name="Google Shape;531;p73"/>
          <p:cNvSpPr txBox="1"/>
          <p:nvPr>
            <p:ph idx="7" type="body"/>
          </p:nvPr>
        </p:nvSpPr>
        <p:spPr>
          <a:xfrm>
            <a:off x="3291764" y="3132674"/>
            <a:ext cx="2560500" cy="13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32" name="Google Shape;532;p73"/>
          <p:cNvSpPr txBox="1"/>
          <p:nvPr>
            <p:ph idx="8" type="body"/>
          </p:nvPr>
        </p:nvSpPr>
        <p:spPr>
          <a:xfrm>
            <a:off x="6068489" y="3132674"/>
            <a:ext cx="2560500" cy="13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pic>
        <p:nvPicPr>
          <p:cNvPr id="533" name="Google Shape;533;p7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47300" y="4651226"/>
            <a:ext cx="228175" cy="228150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73"/>
          <p:cNvSpPr txBox="1"/>
          <p:nvPr>
            <p:ph idx="9" type="subTitle"/>
          </p:nvPr>
        </p:nvSpPr>
        <p:spPr>
          <a:xfrm>
            <a:off x="515025" y="4646951"/>
            <a:ext cx="2329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535" name="Google Shape;535;p7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624075" y="4651226"/>
            <a:ext cx="228175" cy="22815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73"/>
          <p:cNvSpPr txBox="1"/>
          <p:nvPr>
            <p:ph idx="13" type="subTitle"/>
          </p:nvPr>
        </p:nvSpPr>
        <p:spPr>
          <a:xfrm>
            <a:off x="3291800" y="4646951"/>
            <a:ext cx="2329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537" name="Google Shape;537;p7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00800" y="4651226"/>
            <a:ext cx="228175" cy="228150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73"/>
          <p:cNvSpPr txBox="1"/>
          <p:nvPr>
            <p:ph idx="14" type="subTitle"/>
          </p:nvPr>
        </p:nvSpPr>
        <p:spPr>
          <a:xfrm>
            <a:off x="6068575" y="4646951"/>
            <a:ext cx="2329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1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orient="horz" pos="1109">
          <p15:clr>
            <a:srgbClr val="F9AD4C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Instructions with Four Images - pg#">
  <p:cSld name="SECTION_HEADER_1_1_2_1_2_1_1_3">
    <p:bg>
      <p:bgPr>
        <a:solidFill>
          <a:srgbClr val="FFFFFF"/>
        </a:soli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74"/>
          <p:cNvSpPr txBox="1"/>
          <p:nvPr>
            <p:ph idx="1" type="body"/>
          </p:nvPr>
        </p:nvSpPr>
        <p:spPr>
          <a:xfrm>
            <a:off x="493729" y="2642616"/>
            <a:ext cx="1975200" cy="393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Roboto"/>
              <a:buChar char="●"/>
              <a:defRPr b="1" sz="1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541" name="Google Shape;541;p74"/>
          <p:cNvSpPr txBox="1"/>
          <p:nvPr>
            <p:ph idx="2" type="body"/>
          </p:nvPr>
        </p:nvSpPr>
        <p:spPr>
          <a:xfrm>
            <a:off x="493725" y="2926126"/>
            <a:ext cx="1975200" cy="15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42" name="Google Shape;542;p74"/>
          <p:cNvSpPr/>
          <p:nvPr/>
        </p:nvSpPr>
        <p:spPr>
          <a:xfrm>
            <a:off x="612831" y="1364354"/>
            <a:ext cx="1856100" cy="11541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74"/>
          <p:cNvSpPr/>
          <p:nvPr/>
        </p:nvSpPr>
        <p:spPr>
          <a:xfrm>
            <a:off x="2667184" y="1364354"/>
            <a:ext cx="1856100" cy="11541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74"/>
          <p:cNvSpPr/>
          <p:nvPr/>
        </p:nvSpPr>
        <p:spPr>
          <a:xfrm>
            <a:off x="6794176" y="1364354"/>
            <a:ext cx="1856100" cy="11541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74"/>
          <p:cNvSpPr txBox="1"/>
          <p:nvPr>
            <p:ph idx="3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46" name="Google Shape;546;p74"/>
          <p:cNvSpPr txBox="1"/>
          <p:nvPr>
            <p:ph idx="4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547" name="Google Shape;547;p74"/>
          <p:cNvSpPr/>
          <p:nvPr/>
        </p:nvSpPr>
        <p:spPr>
          <a:xfrm>
            <a:off x="4730680" y="1364354"/>
            <a:ext cx="1856100" cy="11541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74"/>
          <p:cNvSpPr txBox="1"/>
          <p:nvPr>
            <p:ph idx="5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49" name="Google Shape;549;p74"/>
          <p:cNvSpPr txBox="1"/>
          <p:nvPr>
            <p:ph idx="6" type="body"/>
          </p:nvPr>
        </p:nvSpPr>
        <p:spPr>
          <a:xfrm>
            <a:off x="2548079" y="2642616"/>
            <a:ext cx="1975200" cy="393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Roboto"/>
              <a:buChar char="●"/>
              <a:defRPr b="1" sz="1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550" name="Google Shape;550;p74"/>
          <p:cNvSpPr txBox="1"/>
          <p:nvPr>
            <p:ph idx="7" type="body"/>
          </p:nvPr>
        </p:nvSpPr>
        <p:spPr>
          <a:xfrm>
            <a:off x="2548075" y="2926126"/>
            <a:ext cx="1975200" cy="15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51" name="Google Shape;551;p74"/>
          <p:cNvSpPr txBox="1"/>
          <p:nvPr>
            <p:ph idx="8" type="body"/>
          </p:nvPr>
        </p:nvSpPr>
        <p:spPr>
          <a:xfrm>
            <a:off x="4602429" y="2642616"/>
            <a:ext cx="1975200" cy="393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Roboto"/>
              <a:buChar char="●"/>
              <a:defRPr b="1" sz="1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552" name="Google Shape;552;p74"/>
          <p:cNvSpPr txBox="1"/>
          <p:nvPr>
            <p:ph idx="9" type="body"/>
          </p:nvPr>
        </p:nvSpPr>
        <p:spPr>
          <a:xfrm>
            <a:off x="4602425" y="2926126"/>
            <a:ext cx="1975200" cy="15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53" name="Google Shape;553;p74"/>
          <p:cNvSpPr txBox="1"/>
          <p:nvPr>
            <p:ph idx="13" type="body"/>
          </p:nvPr>
        </p:nvSpPr>
        <p:spPr>
          <a:xfrm>
            <a:off x="6656779" y="2642616"/>
            <a:ext cx="1975200" cy="393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Roboto"/>
              <a:buChar char="●"/>
              <a:defRPr b="1" sz="1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554" name="Google Shape;554;p74"/>
          <p:cNvSpPr txBox="1"/>
          <p:nvPr>
            <p:ph idx="14" type="body"/>
          </p:nvPr>
        </p:nvSpPr>
        <p:spPr>
          <a:xfrm>
            <a:off x="6656775" y="2926126"/>
            <a:ext cx="1975200" cy="15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55" name="Google Shape;555;p74"/>
          <p:cNvSpPr txBox="1"/>
          <p:nvPr>
            <p:ph type="title"/>
          </p:nvPr>
        </p:nvSpPr>
        <p:spPr>
          <a:xfrm>
            <a:off x="585225" y="648200"/>
            <a:ext cx="80466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 Medium"/>
              <a:buNone/>
              <a:defRPr sz="24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orient="horz" pos="1109">
          <p15:clr>
            <a:srgbClr val="F9AD4C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Instructions with Four Images - Action pg#">
  <p:cSld name="SECTION_HEADER_1_1_2_1_2_1_1_3_1">
    <p:bg>
      <p:bgPr>
        <a:solidFill>
          <a:srgbClr val="FFFFFF"/>
        </a:solidFill>
      </p:bgPr>
    </p:bg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75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58" name="Google Shape;558;p75"/>
          <p:cNvSpPr txBox="1"/>
          <p:nvPr>
            <p:ph idx="2" type="body"/>
          </p:nvPr>
        </p:nvSpPr>
        <p:spPr>
          <a:xfrm>
            <a:off x="6656779" y="2642616"/>
            <a:ext cx="1975200" cy="393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Roboto"/>
              <a:buChar char="●"/>
              <a:defRPr b="1" sz="1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559" name="Google Shape;559;p75"/>
          <p:cNvSpPr txBox="1"/>
          <p:nvPr>
            <p:ph idx="3" type="body"/>
          </p:nvPr>
        </p:nvSpPr>
        <p:spPr>
          <a:xfrm>
            <a:off x="6656775" y="2926126"/>
            <a:ext cx="1975200" cy="15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60" name="Google Shape;560;p75"/>
          <p:cNvSpPr txBox="1"/>
          <p:nvPr>
            <p:ph idx="4" type="body"/>
          </p:nvPr>
        </p:nvSpPr>
        <p:spPr>
          <a:xfrm>
            <a:off x="493729" y="2642616"/>
            <a:ext cx="1975200" cy="393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Roboto"/>
              <a:buChar char="●"/>
              <a:defRPr b="1" sz="1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561" name="Google Shape;561;p75"/>
          <p:cNvSpPr txBox="1"/>
          <p:nvPr>
            <p:ph idx="5" type="body"/>
          </p:nvPr>
        </p:nvSpPr>
        <p:spPr>
          <a:xfrm>
            <a:off x="493725" y="2926126"/>
            <a:ext cx="1975200" cy="15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62" name="Google Shape;562;p75"/>
          <p:cNvSpPr/>
          <p:nvPr/>
        </p:nvSpPr>
        <p:spPr>
          <a:xfrm>
            <a:off x="612831" y="1364354"/>
            <a:ext cx="1856100" cy="11541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75"/>
          <p:cNvSpPr/>
          <p:nvPr/>
        </p:nvSpPr>
        <p:spPr>
          <a:xfrm>
            <a:off x="2667184" y="1364354"/>
            <a:ext cx="1856100" cy="11541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75"/>
          <p:cNvSpPr/>
          <p:nvPr/>
        </p:nvSpPr>
        <p:spPr>
          <a:xfrm>
            <a:off x="6794176" y="1364354"/>
            <a:ext cx="1856100" cy="11541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75"/>
          <p:cNvSpPr txBox="1"/>
          <p:nvPr>
            <p:ph idx="6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66" name="Google Shape;566;p75"/>
          <p:cNvSpPr txBox="1"/>
          <p:nvPr>
            <p:ph idx="7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567" name="Google Shape;567;p75"/>
          <p:cNvSpPr/>
          <p:nvPr/>
        </p:nvSpPr>
        <p:spPr>
          <a:xfrm>
            <a:off x="4730680" y="1364354"/>
            <a:ext cx="1856100" cy="11541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75"/>
          <p:cNvSpPr txBox="1"/>
          <p:nvPr>
            <p:ph idx="8" type="body"/>
          </p:nvPr>
        </p:nvSpPr>
        <p:spPr>
          <a:xfrm>
            <a:off x="2548079" y="2642616"/>
            <a:ext cx="1975200" cy="393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Roboto"/>
              <a:buChar char="●"/>
              <a:defRPr b="1" sz="1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569" name="Google Shape;569;p75"/>
          <p:cNvSpPr txBox="1"/>
          <p:nvPr>
            <p:ph idx="9" type="body"/>
          </p:nvPr>
        </p:nvSpPr>
        <p:spPr>
          <a:xfrm>
            <a:off x="2548075" y="2926126"/>
            <a:ext cx="1975200" cy="15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70" name="Google Shape;570;p75"/>
          <p:cNvSpPr txBox="1"/>
          <p:nvPr>
            <p:ph idx="13" type="body"/>
          </p:nvPr>
        </p:nvSpPr>
        <p:spPr>
          <a:xfrm>
            <a:off x="4602429" y="2642616"/>
            <a:ext cx="1975200" cy="393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Roboto"/>
              <a:buChar char="●"/>
              <a:defRPr b="1" sz="1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●"/>
              <a:defRPr b="1">
                <a:solidFill>
                  <a:srgbClr val="767676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400"/>
              <a:buChar char="○"/>
              <a:defRPr b="1">
                <a:solidFill>
                  <a:srgbClr val="767676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400"/>
              <a:buChar char="■"/>
              <a:defRPr b="1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571" name="Google Shape;571;p75"/>
          <p:cNvSpPr txBox="1"/>
          <p:nvPr>
            <p:ph idx="14" type="body"/>
          </p:nvPr>
        </p:nvSpPr>
        <p:spPr>
          <a:xfrm>
            <a:off x="4602425" y="2926126"/>
            <a:ext cx="1975200" cy="15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72" name="Google Shape;572;p75"/>
          <p:cNvSpPr txBox="1"/>
          <p:nvPr>
            <p:ph type="title"/>
          </p:nvPr>
        </p:nvSpPr>
        <p:spPr>
          <a:xfrm>
            <a:off x="1088136" y="648200"/>
            <a:ext cx="75072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400"/>
              <a:buFont typeface="Roboto Medium"/>
              <a:buNone/>
              <a:defRPr sz="2400">
                <a:solidFill>
                  <a:srgbClr val="333FB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None/>
              <a:defRPr>
                <a:solidFill>
                  <a:srgbClr val="333FB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None/>
              <a:defRPr>
                <a:solidFill>
                  <a:srgbClr val="333FB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None/>
              <a:defRPr>
                <a:solidFill>
                  <a:srgbClr val="333FB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None/>
              <a:defRPr>
                <a:solidFill>
                  <a:srgbClr val="333FB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None/>
              <a:defRPr>
                <a:solidFill>
                  <a:srgbClr val="333FB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None/>
              <a:defRPr>
                <a:solidFill>
                  <a:srgbClr val="333FB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None/>
              <a:defRPr>
                <a:solidFill>
                  <a:srgbClr val="333FB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None/>
              <a:defRPr>
                <a:solidFill>
                  <a:srgbClr val="333FB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orient="horz" pos="1109">
          <p15:clr>
            <a:srgbClr val="F9AD4C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Instruction with Single Image or GIF - pg#">
  <p:cSld name="SECTION_HEADER_1_1_2_1_2_1_1_2_1">
    <p:bg>
      <p:bgPr>
        <a:solidFill>
          <a:srgbClr val="FFFFFF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76"/>
          <p:cNvSpPr txBox="1"/>
          <p:nvPr>
            <p:ph idx="1" type="body"/>
          </p:nvPr>
        </p:nvSpPr>
        <p:spPr>
          <a:xfrm>
            <a:off x="594360" y="1338072"/>
            <a:ext cx="4663500" cy="33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5" name="Google Shape;575;p76"/>
          <p:cNvSpPr txBox="1"/>
          <p:nvPr>
            <p:ph type="title"/>
          </p:nvPr>
        </p:nvSpPr>
        <p:spPr>
          <a:xfrm>
            <a:off x="1088136" y="648200"/>
            <a:ext cx="75036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6" name="Google Shape;576;p76"/>
          <p:cNvSpPr/>
          <p:nvPr/>
        </p:nvSpPr>
        <p:spPr>
          <a:xfrm>
            <a:off x="6063175" y="1203813"/>
            <a:ext cx="2834100" cy="35088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76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78" name="Google Shape;578;p76"/>
          <p:cNvSpPr txBox="1"/>
          <p:nvPr>
            <p:ph idx="3" type="subTitle"/>
          </p:nvPr>
        </p:nvSpPr>
        <p:spPr>
          <a:xfrm>
            <a:off x="236875" y="164600"/>
            <a:ext cx="43257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579" name="Google Shape;579;p76"/>
          <p:cNvSpPr txBox="1"/>
          <p:nvPr>
            <p:ph idx="4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orient="horz" pos="1008">
          <p15:clr>
            <a:srgbClr val="F9AD4C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Review with Image or GIF - pg#">
  <p:cSld name="SECTION_HEADER_1_1_2_1_2_1_1_2_1_1_1">
    <p:bg>
      <p:bgPr>
        <a:solidFill>
          <a:srgbClr val="FFFFFF"/>
        </a:solidFill>
      </p:bgPr>
    </p:bg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77"/>
          <p:cNvSpPr txBox="1"/>
          <p:nvPr>
            <p:ph idx="1" type="body"/>
          </p:nvPr>
        </p:nvSpPr>
        <p:spPr>
          <a:xfrm>
            <a:off x="594360" y="1338072"/>
            <a:ext cx="4663500" cy="33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82" name="Google Shape;582;p77"/>
          <p:cNvSpPr txBox="1"/>
          <p:nvPr>
            <p:ph type="title"/>
          </p:nvPr>
        </p:nvSpPr>
        <p:spPr>
          <a:xfrm>
            <a:off x="594347" y="648200"/>
            <a:ext cx="75036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 Medium"/>
              <a:buNone/>
              <a:defRPr sz="24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83" name="Google Shape;583;p77"/>
          <p:cNvSpPr/>
          <p:nvPr/>
        </p:nvSpPr>
        <p:spPr>
          <a:xfrm>
            <a:off x="6063175" y="1203813"/>
            <a:ext cx="2834100" cy="35088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77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85" name="Google Shape;585;p77"/>
          <p:cNvSpPr txBox="1"/>
          <p:nvPr>
            <p:ph idx="3" type="subTitle"/>
          </p:nvPr>
        </p:nvSpPr>
        <p:spPr>
          <a:xfrm>
            <a:off x="236875" y="164600"/>
            <a:ext cx="43257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586" name="Google Shape;586;p77"/>
          <p:cNvSpPr txBox="1"/>
          <p:nvPr>
            <p:ph idx="4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orient="horz" pos="1008">
          <p15:clr>
            <a:srgbClr val="F9AD4C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uidelines with Numbering - pg#">
  <p:cSld name="SECTION_HEADER_1_1_2_1_2_1_1_1_3">
    <p:bg>
      <p:bgPr>
        <a:solidFill>
          <a:srgbClr val="FFFFFF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78"/>
          <p:cNvSpPr txBox="1"/>
          <p:nvPr>
            <p:ph idx="1" type="body"/>
          </p:nvPr>
        </p:nvSpPr>
        <p:spPr>
          <a:xfrm>
            <a:off x="1069848" y="1328928"/>
            <a:ext cx="6894600" cy="31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  <a:defRPr sz="1600">
                <a:latin typeface="Roboto"/>
                <a:ea typeface="Roboto"/>
                <a:cs typeface="Roboto"/>
                <a:sym typeface="Roboto"/>
              </a:defRPr>
            </a:lvl1pPr>
            <a:lvl2pPr indent="-3302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589" name="Google Shape;589;p78"/>
          <p:cNvSpPr txBox="1"/>
          <p:nvPr>
            <p:ph type="title"/>
          </p:nvPr>
        </p:nvSpPr>
        <p:spPr>
          <a:xfrm>
            <a:off x="1088136" y="649224"/>
            <a:ext cx="7503600" cy="4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78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91" name="Google Shape;591;p78"/>
          <p:cNvSpPr txBox="1"/>
          <p:nvPr>
            <p:ph idx="3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592" name="Google Shape;592;p78"/>
          <p:cNvSpPr txBox="1"/>
          <p:nvPr>
            <p:ph idx="4" type="body"/>
          </p:nvPr>
        </p:nvSpPr>
        <p:spPr>
          <a:xfrm>
            <a:off x="804672" y="1328928"/>
            <a:ext cx="301800" cy="312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3302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600"/>
              <a:buFont typeface="Roboto"/>
              <a:buChar char="●"/>
              <a:defRPr b="1" sz="16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30200" lvl="1" marL="9144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600"/>
              <a:buChar char="○"/>
              <a:defRPr b="1" sz="1600">
                <a:solidFill>
                  <a:srgbClr val="767676"/>
                </a:solidFill>
              </a:defRPr>
            </a:lvl2pPr>
            <a:lvl3pPr indent="-330200" lvl="2" marL="13716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600"/>
              <a:buChar char="■"/>
              <a:defRPr b="1" sz="1600">
                <a:solidFill>
                  <a:srgbClr val="767676"/>
                </a:solidFill>
              </a:defRPr>
            </a:lvl3pPr>
            <a:lvl4pPr indent="-330200" lvl="3" marL="18288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600"/>
              <a:buChar char="●"/>
              <a:defRPr b="1" sz="1600">
                <a:solidFill>
                  <a:srgbClr val="767676"/>
                </a:solidFill>
              </a:defRPr>
            </a:lvl4pPr>
            <a:lvl5pPr indent="-330200" lvl="4" marL="22860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600"/>
              <a:buChar char="○"/>
              <a:defRPr b="1" sz="1600">
                <a:solidFill>
                  <a:srgbClr val="767676"/>
                </a:solidFill>
              </a:defRPr>
            </a:lvl5pPr>
            <a:lvl6pPr indent="-330200" lvl="5" marL="27432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600"/>
              <a:buChar char="■"/>
              <a:defRPr b="1" sz="1600">
                <a:solidFill>
                  <a:srgbClr val="767676"/>
                </a:solidFill>
              </a:defRPr>
            </a:lvl6pPr>
            <a:lvl7pPr indent="-330200" lvl="6" marL="32004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600"/>
              <a:buChar char="●"/>
              <a:defRPr b="1" sz="1600">
                <a:solidFill>
                  <a:srgbClr val="767676"/>
                </a:solidFill>
              </a:defRPr>
            </a:lvl7pPr>
            <a:lvl8pPr indent="-330200" lvl="7" marL="36576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600"/>
              <a:buChar char="○"/>
              <a:defRPr b="1" sz="1600">
                <a:solidFill>
                  <a:srgbClr val="767676"/>
                </a:solidFill>
              </a:defRPr>
            </a:lvl8pPr>
            <a:lvl9pPr indent="-330200" lvl="8" marL="411480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600"/>
              <a:buChar char="■"/>
              <a:defRPr b="1" sz="1600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593" name="Google Shape;593;p78"/>
          <p:cNvSpPr txBox="1"/>
          <p:nvPr>
            <p:ph idx="5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orient="horz" pos="1182">
          <p15:clr>
            <a:srgbClr val="F9AD4C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uidelines - pg#">
  <p:cSld name="SECTION_HEADER_1_1_2_1_2_1_1_1_3_1">
    <p:bg>
      <p:bgPr>
        <a:solidFill>
          <a:srgbClr val="FFFFFF"/>
        </a:solidFill>
      </p:bgPr>
    </p:bg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79"/>
          <p:cNvSpPr txBox="1"/>
          <p:nvPr>
            <p:ph idx="1" type="body"/>
          </p:nvPr>
        </p:nvSpPr>
        <p:spPr>
          <a:xfrm>
            <a:off x="808848" y="1328928"/>
            <a:ext cx="6894600" cy="31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  <a:defRPr sz="1600">
                <a:latin typeface="Roboto"/>
                <a:ea typeface="Roboto"/>
                <a:cs typeface="Roboto"/>
                <a:sym typeface="Roboto"/>
              </a:defRPr>
            </a:lvl1pPr>
            <a:lvl2pPr indent="-3302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596" name="Google Shape;596;p79"/>
          <p:cNvSpPr txBox="1"/>
          <p:nvPr>
            <p:ph type="title"/>
          </p:nvPr>
        </p:nvSpPr>
        <p:spPr>
          <a:xfrm>
            <a:off x="1088136" y="649224"/>
            <a:ext cx="7503600" cy="4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7" name="Google Shape;597;p79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98" name="Google Shape;598;p79"/>
          <p:cNvSpPr txBox="1"/>
          <p:nvPr>
            <p:ph idx="3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599" name="Google Shape;599;p79"/>
          <p:cNvSpPr txBox="1"/>
          <p:nvPr>
            <p:ph idx="4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orient="horz" pos="1182">
          <p15:clr>
            <a:srgbClr val="F9AD4C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uidelines for Intros with Numbering - pg#">
  <p:cSld name="SECTION_HEADER_1_1_2_1_2_1_1_1_3_1_1">
    <p:bg>
      <p:bgPr>
        <a:solidFill>
          <a:srgbClr val="FFFFFF"/>
        </a:solidFill>
      </p:bgPr>
    </p:bg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80"/>
          <p:cNvSpPr txBox="1"/>
          <p:nvPr>
            <p:ph idx="1" type="body"/>
          </p:nvPr>
        </p:nvSpPr>
        <p:spPr>
          <a:xfrm>
            <a:off x="804672" y="1328928"/>
            <a:ext cx="301800" cy="312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3302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600"/>
              <a:buFont typeface="Roboto"/>
              <a:buChar char="●"/>
              <a:defRPr b="1" sz="16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30200" lvl="1" marL="9144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600"/>
              <a:buChar char="○"/>
              <a:defRPr b="1" sz="1600">
                <a:solidFill>
                  <a:srgbClr val="767676"/>
                </a:solidFill>
              </a:defRPr>
            </a:lvl2pPr>
            <a:lvl3pPr indent="-330200" lvl="2" marL="13716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600"/>
              <a:buChar char="■"/>
              <a:defRPr b="1" sz="1600">
                <a:solidFill>
                  <a:srgbClr val="767676"/>
                </a:solidFill>
              </a:defRPr>
            </a:lvl3pPr>
            <a:lvl4pPr indent="-330200" lvl="3" marL="18288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600"/>
              <a:buChar char="●"/>
              <a:defRPr b="1" sz="1600">
                <a:solidFill>
                  <a:srgbClr val="767676"/>
                </a:solidFill>
              </a:defRPr>
            </a:lvl4pPr>
            <a:lvl5pPr indent="-330200" lvl="4" marL="22860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600"/>
              <a:buChar char="○"/>
              <a:defRPr b="1" sz="1600">
                <a:solidFill>
                  <a:srgbClr val="767676"/>
                </a:solidFill>
              </a:defRPr>
            </a:lvl5pPr>
            <a:lvl6pPr indent="-330200" lvl="5" marL="27432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600"/>
              <a:buChar char="■"/>
              <a:defRPr b="1" sz="1600">
                <a:solidFill>
                  <a:srgbClr val="767676"/>
                </a:solidFill>
              </a:defRPr>
            </a:lvl6pPr>
            <a:lvl7pPr indent="-330200" lvl="6" marL="32004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600"/>
              <a:buChar char="●"/>
              <a:defRPr b="1" sz="1600">
                <a:solidFill>
                  <a:srgbClr val="767676"/>
                </a:solidFill>
              </a:defRPr>
            </a:lvl7pPr>
            <a:lvl8pPr indent="-330200" lvl="7" marL="36576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67676"/>
              </a:buClr>
              <a:buSzPts val="1600"/>
              <a:buChar char="○"/>
              <a:defRPr b="1" sz="1600">
                <a:solidFill>
                  <a:srgbClr val="767676"/>
                </a:solidFill>
              </a:defRPr>
            </a:lvl8pPr>
            <a:lvl9pPr indent="-330200" lvl="8" marL="411480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767676"/>
              </a:buClr>
              <a:buSzPts val="1600"/>
              <a:buChar char="■"/>
              <a:defRPr b="1" sz="1600">
                <a:solidFill>
                  <a:srgbClr val="767676"/>
                </a:solidFill>
              </a:defRPr>
            </a:lvl9pPr>
          </a:lstStyle>
          <a:p/>
        </p:txBody>
      </p:sp>
      <p:sp>
        <p:nvSpPr>
          <p:cNvPr id="602" name="Google Shape;602;p80"/>
          <p:cNvSpPr txBox="1"/>
          <p:nvPr>
            <p:ph idx="2" type="body"/>
          </p:nvPr>
        </p:nvSpPr>
        <p:spPr>
          <a:xfrm>
            <a:off x="1069848" y="1328928"/>
            <a:ext cx="6894600" cy="31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  <a:defRPr sz="1600">
                <a:latin typeface="Roboto"/>
                <a:ea typeface="Roboto"/>
                <a:cs typeface="Roboto"/>
                <a:sym typeface="Roboto"/>
              </a:defRPr>
            </a:lvl1pPr>
            <a:lvl2pPr indent="-3302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603" name="Google Shape;603;p80"/>
          <p:cNvSpPr txBox="1"/>
          <p:nvPr>
            <p:ph type="title"/>
          </p:nvPr>
        </p:nvSpPr>
        <p:spPr>
          <a:xfrm>
            <a:off x="804672" y="649224"/>
            <a:ext cx="7503600" cy="4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 Medium"/>
              <a:buNone/>
              <a:defRPr sz="24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04" name="Google Shape;604;p80"/>
          <p:cNvSpPr txBox="1"/>
          <p:nvPr>
            <p:ph idx="3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05" name="Google Shape;605;p80"/>
          <p:cNvSpPr txBox="1"/>
          <p:nvPr>
            <p:ph idx="4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606" name="Google Shape;606;p80"/>
          <p:cNvSpPr txBox="1"/>
          <p:nvPr>
            <p:ph idx="5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orient="horz" pos="1182">
          <p15:clr>
            <a:srgbClr val="F9AD4C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uidelines for Intros - pg#">
  <p:cSld name="SECTION_HEADER_1_1_2_1_2_1_1_1_3_1_1_1">
    <p:bg>
      <p:bgPr>
        <a:solidFill>
          <a:srgbClr val="FFFFFF"/>
        </a:solidFill>
      </p:bgPr>
    </p:bg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81"/>
          <p:cNvSpPr txBox="1"/>
          <p:nvPr>
            <p:ph idx="1" type="body"/>
          </p:nvPr>
        </p:nvSpPr>
        <p:spPr>
          <a:xfrm>
            <a:off x="808848" y="1328928"/>
            <a:ext cx="6894600" cy="31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  <a:defRPr sz="1600">
                <a:latin typeface="Roboto"/>
                <a:ea typeface="Roboto"/>
                <a:cs typeface="Roboto"/>
                <a:sym typeface="Roboto"/>
              </a:defRPr>
            </a:lvl1pPr>
            <a:lvl2pPr indent="-3302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609" name="Google Shape;609;p81"/>
          <p:cNvSpPr txBox="1"/>
          <p:nvPr>
            <p:ph type="title"/>
          </p:nvPr>
        </p:nvSpPr>
        <p:spPr>
          <a:xfrm>
            <a:off x="804672" y="649224"/>
            <a:ext cx="7503600" cy="4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 Medium"/>
              <a:buNone/>
              <a:defRPr sz="24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10" name="Google Shape;610;p81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11" name="Google Shape;611;p81"/>
          <p:cNvSpPr txBox="1"/>
          <p:nvPr>
            <p:ph idx="3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612" name="Google Shape;612;p81"/>
          <p:cNvSpPr txBox="1"/>
          <p:nvPr>
            <p:ph idx="4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orient="horz" pos="1182">
          <p15:clr>
            <a:srgbClr val="F9AD4C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elcome">
  <p:cSld name="SECTION_HEADER_1_1_2_1_2_1_1_1_2">
    <p:bg>
      <p:bgPr>
        <a:solidFill>
          <a:srgbClr val="D9D9D9"/>
        </a:solidFill>
      </p:bgPr>
    </p:bg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82"/>
          <p:cNvSpPr txBox="1"/>
          <p:nvPr>
            <p:ph idx="1" type="body"/>
          </p:nvPr>
        </p:nvSpPr>
        <p:spPr>
          <a:xfrm>
            <a:off x="804672" y="1481328"/>
            <a:ext cx="7333500" cy="29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15" name="Google Shape;615;p82"/>
          <p:cNvSpPr txBox="1"/>
          <p:nvPr>
            <p:ph type="title"/>
          </p:nvPr>
        </p:nvSpPr>
        <p:spPr>
          <a:xfrm>
            <a:off x="808850" y="822960"/>
            <a:ext cx="7503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orient="horz" pos="1182">
          <p15:clr>
            <a:srgbClr val="F9AD4C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of Lesson">
  <p:cSld name="SECTION_HEADER_1_1_2_1_2_1_1_1_1">
    <p:bg>
      <p:bgPr>
        <a:solidFill>
          <a:srgbClr val="FFFFFF"/>
        </a:solid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83"/>
          <p:cNvSpPr txBox="1"/>
          <p:nvPr/>
        </p:nvSpPr>
        <p:spPr>
          <a:xfrm>
            <a:off x="804672" y="2133000"/>
            <a:ext cx="5677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333FBF"/>
                </a:solidFill>
                <a:latin typeface="Roboto Medium"/>
                <a:ea typeface="Roboto Medium"/>
                <a:cs typeface="Roboto Medium"/>
                <a:sym typeface="Roboto Medium"/>
              </a:rPr>
              <a:t>End of Lesson</a:t>
            </a:r>
            <a:r>
              <a:rPr lang="en" sz="4800">
                <a:solidFill>
                  <a:srgbClr val="333FBF"/>
                </a:solidFill>
              </a:rPr>
              <a:t> </a:t>
            </a:r>
            <a:endParaRPr sz="4800">
              <a:solidFill>
                <a:srgbClr val="333FBF"/>
              </a:solidFill>
            </a:endParaRPr>
          </a:p>
        </p:txBody>
      </p:sp>
      <p:pic>
        <p:nvPicPr>
          <p:cNvPr id="618" name="Google Shape;618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42000" y="4251004"/>
            <a:ext cx="833522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83"/>
          <p:cNvSpPr/>
          <p:nvPr/>
        </p:nvSpPr>
        <p:spPr>
          <a:xfrm>
            <a:off x="92875" y="113525"/>
            <a:ext cx="2239500" cy="443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0" name="Google Shape;620;p83"/>
          <p:cNvPicPr preferRelativeResize="0"/>
          <p:nvPr/>
        </p:nvPicPr>
        <p:blipFill rotWithShape="1">
          <a:blip r:embed="rId3">
            <a:alphaModFix/>
          </a:blip>
          <a:srcRect b="0" l="90" r="80" t="0"/>
          <a:stretch/>
        </p:blipFill>
        <p:spPr>
          <a:xfrm>
            <a:off x="228600" y="4103055"/>
            <a:ext cx="832104" cy="644449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83"/>
          <p:cNvSpPr txBox="1"/>
          <p:nvPr/>
        </p:nvSpPr>
        <p:spPr>
          <a:xfrm>
            <a:off x="1399196" y="4530646"/>
            <a:ext cx="40122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600">
                <a:solidFill>
                  <a:srgbClr val="2F2F2F"/>
                </a:solidFill>
                <a:latin typeface="Roboto"/>
                <a:ea typeface="Roboto"/>
                <a:cs typeface="Roboto"/>
                <a:sym typeface="Roboto"/>
              </a:rPr>
              <a:t>Published and Distributed by Amplify. www.amplify.com</a:t>
            </a:r>
            <a:endParaRPr i="1" sz="600">
              <a:solidFill>
                <a:srgbClr val="2F2F2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2" name="Google Shape;622;p83"/>
          <p:cNvSpPr txBox="1"/>
          <p:nvPr>
            <p:ph idx="1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orient="horz" pos="1182">
          <p15:clr>
            <a:srgbClr val="F9AD4C"/>
          </p15:clr>
        </p15:guide>
        <p15:guide id="3" pos="151">
          <p15:clr>
            <a:srgbClr val="FA7B17"/>
          </p15:clr>
        </p15:guide>
        <p15:guide id="4" orient="horz" pos="3100">
          <p15:clr>
            <a:srgbClr val="FA7B17"/>
          </p15:clr>
        </p15:guide>
        <p15:guide id="5" orient="horz" pos="2991">
          <p15:clr>
            <a:srgbClr val="FA7B17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sson Title">
  <p:cSld name="SECTION_HEADER_1_1_1">
    <p:bg>
      <p:bgPr>
        <a:solidFill>
          <a:srgbClr val="000000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5" name="Google Shape;625;p84"/>
          <p:cNvSpPr txBox="1"/>
          <p:nvPr>
            <p:ph type="title"/>
          </p:nvPr>
        </p:nvSpPr>
        <p:spPr>
          <a:xfrm>
            <a:off x="808850" y="3170750"/>
            <a:ext cx="7439700" cy="5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oboto"/>
              <a:buNone/>
              <a:defRPr b="1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26" name="Google Shape;626;p84"/>
          <p:cNvSpPr txBox="1"/>
          <p:nvPr>
            <p:ph idx="2" type="title"/>
          </p:nvPr>
        </p:nvSpPr>
        <p:spPr>
          <a:xfrm>
            <a:off x="808850" y="3683675"/>
            <a:ext cx="7439700" cy="8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Roboto"/>
              <a:buNone/>
              <a:defRPr sz="3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orient="horz" pos="2683">
          <p15:clr>
            <a:srgbClr val="FA7B17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sson Title (two lines)">
  <p:cSld name="SECTION_HEADER_1_1_1_1">
    <p:bg>
      <p:bgPr>
        <a:solidFill>
          <a:srgbClr val="000000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8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9" name="Google Shape;629;p85"/>
          <p:cNvSpPr txBox="1"/>
          <p:nvPr>
            <p:ph type="title"/>
          </p:nvPr>
        </p:nvSpPr>
        <p:spPr>
          <a:xfrm>
            <a:off x="808850" y="2596896"/>
            <a:ext cx="7439700" cy="5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oboto"/>
              <a:buNone/>
              <a:defRPr b="1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30" name="Google Shape;630;p85"/>
          <p:cNvSpPr txBox="1"/>
          <p:nvPr>
            <p:ph idx="2" type="title"/>
          </p:nvPr>
        </p:nvSpPr>
        <p:spPr>
          <a:xfrm>
            <a:off x="808850" y="3109821"/>
            <a:ext cx="7439700" cy="8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Roboto"/>
              <a:buNone/>
              <a:defRPr sz="3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sson Title (three lines) ">
  <p:cSld name="SECTION_HEADER_1_1_1_1_1">
    <p:bg>
      <p:bgPr>
        <a:solidFill>
          <a:srgbClr val="000000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8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3" name="Google Shape;633;p86"/>
          <p:cNvSpPr txBox="1"/>
          <p:nvPr>
            <p:ph type="title"/>
          </p:nvPr>
        </p:nvSpPr>
        <p:spPr>
          <a:xfrm>
            <a:off x="808850" y="2020824"/>
            <a:ext cx="7439700" cy="5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oboto"/>
              <a:buNone/>
              <a:defRPr b="1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34" name="Google Shape;634;p86"/>
          <p:cNvSpPr txBox="1"/>
          <p:nvPr>
            <p:ph idx="2" type="title"/>
          </p:nvPr>
        </p:nvSpPr>
        <p:spPr>
          <a:xfrm>
            <a:off x="808850" y="2533749"/>
            <a:ext cx="7439700" cy="8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Roboto"/>
              <a:buNone/>
              <a:defRPr sz="3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Action with Text - pg#">
  <p:cSld name="SECTION_HEADER_1_1_2_1_2_2_1">
    <p:bg>
      <p:bgPr>
        <a:solidFill>
          <a:srgbClr val="FFFFFF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87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37" name="Google Shape;637;p87"/>
          <p:cNvSpPr/>
          <p:nvPr/>
        </p:nvSpPr>
        <p:spPr>
          <a:xfrm>
            <a:off x="246888" y="594360"/>
            <a:ext cx="3447300" cy="42612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87"/>
          <p:cNvSpPr txBox="1"/>
          <p:nvPr>
            <p:ph idx="2" type="body"/>
          </p:nvPr>
        </p:nvSpPr>
        <p:spPr>
          <a:xfrm>
            <a:off x="438912" y="731520"/>
            <a:ext cx="3063300" cy="502800"/>
          </a:xfrm>
          <a:prstGeom prst="rect">
            <a:avLst/>
          </a:prstGeom>
        </p:spPr>
        <p:txBody>
          <a:bodyPr anchorCtr="0" anchor="t" bIns="91425" lIns="91425" spcFirstLastPara="1" rIns="91425" wrap="square" tIns="18275">
            <a:noAutofit/>
          </a:bodyPr>
          <a:lstStyle>
            <a:lvl1pPr indent="-3302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639" name="Google Shape;639;p87"/>
          <p:cNvSpPr txBox="1"/>
          <p:nvPr>
            <p:ph idx="3" type="body"/>
          </p:nvPr>
        </p:nvSpPr>
        <p:spPr>
          <a:xfrm>
            <a:off x="438900" y="1106424"/>
            <a:ext cx="30633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40" name="Google Shape;640;p87"/>
          <p:cNvSpPr txBox="1"/>
          <p:nvPr>
            <p:ph idx="4" type="body"/>
          </p:nvPr>
        </p:nvSpPr>
        <p:spPr>
          <a:xfrm>
            <a:off x="4343400" y="1353312"/>
            <a:ext cx="4188000" cy="28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  <p:sp>
        <p:nvSpPr>
          <p:cNvPr id="641" name="Google Shape;641;p87"/>
          <p:cNvSpPr txBox="1"/>
          <p:nvPr>
            <p:ph idx="5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42" name="Google Shape;642;p87"/>
          <p:cNvSpPr txBox="1"/>
          <p:nvPr>
            <p:ph idx="6" type="subTitle"/>
          </p:nvPr>
        </p:nvSpPr>
        <p:spPr>
          <a:xfrm>
            <a:off x="236875" y="164600"/>
            <a:ext cx="43149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Concept w/ CCC - numbered">
  <p:cSld name="SECTION_HEADER_1_1_2_3_1_4">
    <p:bg>
      <p:bgPr>
        <a:solidFill>
          <a:srgbClr val="FFFFFF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4" name="Google Shape;644;p8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1752" y="1719072"/>
            <a:ext cx="8595361" cy="2807818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88"/>
          <p:cNvSpPr txBox="1"/>
          <p:nvPr>
            <p:ph type="title"/>
          </p:nvPr>
        </p:nvSpPr>
        <p:spPr>
          <a:xfrm>
            <a:off x="822960" y="1179576"/>
            <a:ext cx="7507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B9E3F"/>
              </a:buClr>
              <a:buSzPts val="2800"/>
              <a:buNone/>
              <a:defRPr sz="2800">
                <a:solidFill>
                  <a:srgbClr val="7B9E3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 Medium"/>
              <a:buNone/>
              <a:defRPr>
                <a:solidFill>
                  <a:srgbClr val="2F2F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 Medium"/>
              <a:buNone/>
              <a:defRPr>
                <a:solidFill>
                  <a:srgbClr val="2F2F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 Medium"/>
              <a:buNone/>
              <a:defRPr>
                <a:solidFill>
                  <a:srgbClr val="2F2F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 Medium"/>
              <a:buNone/>
              <a:defRPr>
                <a:solidFill>
                  <a:srgbClr val="2F2F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 Medium"/>
              <a:buNone/>
              <a:defRPr>
                <a:solidFill>
                  <a:srgbClr val="2F2F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 Medium"/>
              <a:buNone/>
              <a:defRPr>
                <a:solidFill>
                  <a:srgbClr val="2F2F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 Medium"/>
              <a:buNone/>
              <a:defRPr>
                <a:solidFill>
                  <a:srgbClr val="2F2F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 Medium"/>
              <a:buNone/>
              <a:defRPr>
                <a:solidFill>
                  <a:srgbClr val="2F2F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646" name="Google Shape;646;p88"/>
          <p:cNvSpPr txBox="1"/>
          <p:nvPr>
            <p:ph idx="1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47" name="Google Shape;647;p88"/>
          <p:cNvSpPr txBox="1"/>
          <p:nvPr>
            <p:ph idx="2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648" name="Google Shape;648;p88"/>
          <p:cNvSpPr txBox="1"/>
          <p:nvPr>
            <p:ph idx="3" type="title"/>
          </p:nvPr>
        </p:nvSpPr>
        <p:spPr>
          <a:xfrm>
            <a:off x="822960" y="694944"/>
            <a:ext cx="750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"/>
              <a:buNone/>
              <a:defRPr b="1" sz="2800">
                <a:solidFill>
                  <a:srgbClr val="2F2F2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"/>
              <a:buNone/>
              <a:defRPr>
                <a:solidFill>
                  <a:srgbClr val="2F2F2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"/>
              <a:buNone/>
              <a:defRPr>
                <a:solidFill>
                  <a:srgbClr val="2F2F2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"/>
              <a:buNone/>
              <a:defRPr>
                <a:solidFill>
                  <a:srgbClr val="2F2F2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"/>
              <a:buNone/>
              <a:defRPr>
                <a:solidFill>
                  <a:srgbClr val="2F2F2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"/>
              <a:buNone/>
              <a:defRPr>
                <a:solidFill>
                  <a:srgbClr val="2F2F2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"/>
              <a:buNone/>
              <a:defRPr>
                <a:solidFill>
                  <a:srgbClr val="2F2F2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"/>
              <a:buNone/>
              <a:defRPr>
                <a:solidFill>
                  <a:srgbClr val="2F2F2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"/>
              <a:buNone/>
              <a:defRPr>
                <a:solidFill>
                  <a:srgbClr val="2F2F2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49" name="Google Shape;649;p88"/>
          <p:cNvSpPr txBox="1"/>
          <p:nvPr>
            <p:ph idx="4" type="body"/>
          </p:nvPr>
        </p:nvSpPr>
        <p:spPr>
          <a:xfrm>
            <a:off x="880872" y="2109216"/>
            <a:ext cx="704700" cy="16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indent="-317500" lvl="1" marL="9144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0" name="Google Shape;650;p88"/>
          <p:cNvSpPr txBox="1"/>
          <p:nvPr>
            <p:ph idx="5" type="body"/>
          </p:nvPr>
        </p:nvSpPr>
        <p:spPr>
          <a:xfrm>
            <a:off x="1511800" y="2109225"/>
            <a:ext cx="6666000" cy="16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indent="-3937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○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937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■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937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●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937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○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937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■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937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●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937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○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937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Roboto Medium"/>
              <a:buChar char="■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Concept w/ image - numbered">
  <p:cSld name="SECTION_HEADER_1_1_2_3_1_3_1">
    <p:bg>
      <p:bgPr>
        <a:solidFill>
          <a:srgbClr val="FFFFFF"/>
        </a:solidFill>
      </p:bgPr>
    </p:bg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2" name="Google Shape;652;p89"/>
          <p:cNvPicPr preferRelativeResize="0"/>
          <p:nvPr/>
        </p:nvPicPr>
        <p:blipFill rotWithShape="1">
          <a:blip r:embed="rId2">
            <a:alphaModFix/>
          </a:blip>
          <a:srcRect b="-8684" l="0" r="0" t="0"/>
          <a:stretch/>
        </p:blipFill>
        <p:spPr>
          <a:xfrm>
            <a:off x="549100" y="1104729"/>
            <a:ext cx="8210620" cy="3998652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89"/>
          <p:cNvSpPr txBox="1"/>
          <p:nvPr>
            <p:ph idx="1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54" name="Google Shape;654;p89"/>
          <p:cNvSpPr txBox="1"/>
          <p:nvPr>
            <p:ph idx="2" type="subTitle"/>
          </p:nvPr>
        </p:nvSpPr>
        <p:spPr>
          <a:xfrm>
            <a:off x="236875" y="164600"/>
            <a:ext cx="43362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655" name="Google Shape;655;p89"/>
          <p:cNvSpPr txBox="1"/>
          <p:nvPr>
            <p:ph type="title"/>
          </p:nvPr>
        </p:nvSpPr>
        <p:spPr>
          <a:xfrm>
            <a:off x="818410" y="548640"/>
            <a:ext cx="750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Font typeface="Roboto"/>
              <a:buNone/>
              <a:defRPr b="1" sz="2800">
                <a:solidFill>
                  <a:srgbClr val="2F2F2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>
                <a:solidFill>
                  <a:srgbClr val="2F2F2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>
                <a:solidFill>
                  <a:srgbClr val="2F2F2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>
                <a:solidFill>
                  <a:srgbClr val="2F2F2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>
                <a:solidFill>
                  <a:srgbClr val="2F2F2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>
                <a:solidFill>
                  <a:srgbClr val="2F2F2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>
                <a:solidFill>
                  <a:srgbClr val="2F2F2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>
                <a:solidFill>
                  <a:srgbClr val="2F2F2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2800"/>
              <a:buNone/>
              <a:defRPr>
                <a:solidFill>
                  <a:srgbClr val="2F2F2F"/>
                </a:solidFill>
              </a:defRPr>
            </a:lvl9pPr>
          </a:lstStyle>
          <a:p/>
        </p:txBody>
      </p:sp>
      <p:sp>
        <p:nvSpPr>
          <p:cNvPr id="656" name="Google Shape;656;p89"/>
          <p:cNvSpPr txBox="1"/>
          <p:nvPr>
            <p:ph idx="3" type="body"/>
          </p:nvPr>
        </p:nvSpPr>
        <p:spPr>
          <a:xfrm>
            <a:off x="813816" y="1389888"/>
            <a:ext cx="704700" cy="28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indent="-317500" lvl="1" marL="9144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7" name="Google Shape;657;p89"/>
          <p:cNvSpPr txBox="1"/>
          <p:nvPr>
            <p:ph idx="4" type="body"/>
          </p:nvPr>
        </p:nvSpPr>
        <p:spPr>
          <a:xfrm>
            <a:off x="1444758" y="1389899"/>
            <a:ext cx="6664800" cy="28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indent="-3937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○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937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■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-3937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●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-3937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○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-3937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■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-3937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●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-3937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Roboto Medium"/>
              <a:buChar char="○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-3937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Roboto Medium"/>
              <a:buChar char="■"/>
              <a:defRPr sz="26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rgumentation - Full">
  <p:cSld name="CUSTOM_2"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90"/>
          <p:cNvSpPr/>
          <p:nvPr/>
        </p:nvSpPr>
        <p:spPr>
          <a:xfrm>
            <a:off x="7425" y="4779300"/>
            <a:ext cx="2066400" cy="36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0" name="Google Shape;660;p90"/>
          <p:cNvPicPr preferRelativeResize="0"/>
          <p:nvPr/>
        </p:nvPicPr>
        <p:blipFill rotWithShape="1">
          <a:blip r:embed="rId2">
            <a:alphaModFix/>
          </a:blip>
          <a:srcRect b="1888" l="397" r="407" t="17421"/>
          <a:stretch/>
        </p:blipFill>
        <p:spPr>
          <a:xfrm>
            <a:off x="0" y="962950"/>
            <a:ext cx="9144003" cy="4180550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90"/>
          <p:cNvSpPr txBox="1"/>
          <p:nvPr/>
        </p:nvSpPr>
        <p:spPr>
          <a:xfrm>
            <a:off x="786104" y="365750"/>
            <a:ext cx="7562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2F2F2F"/>
                </a:solidFill>
                <a:latin typeface="Roboto"/>
                <a:ea typeface="Roboto"/>
                <a:cs typeface="Roboto"/>
                <a:sym typeface="Roboto"/>
              </a:rPr>
              <a:t>Scientific Argumentation</a:t>
            </a:r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rgumentation - Full w/ text">
  <p:cSld name="CUSTOM_2_1"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91"/>
          <p:cNvSpPr/>
          <p:nvPr/>
        </p:nvSpPr>
        <p:spPr>
          <a:xfrm>
            <a:off x="7425" y="4779300"/>
            <a:ext cx="2066400" cy="36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4" name="Google Shape;664;p91"/>
          <p:cNvPicPr preferRelativeResize="0"/>
          <p:nvPr/>
        </p:nvPicPr>
        <p:blipFill rotWithShape="1">
          <a:blip r:embed="rId2">
            <a:alphaModFix/>
          </a:blip>
          <a:srcRect b="1153" l="0" r="0" t="2795"/>
          <a:stretch/>
        </p:blipFill>
        <p:spPr>
          <a:xfrm>
            <a:off x="1458213" y="97014"/>
            <a:ext cx="6227575" cy="49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91"/>
          <p:cNvSpPr txBox="1"/>
          <p:nvPr>
            <p:ph idx="1" type="body"/>
          </p:nvPr>
        </p:nvSpPr>
        <p:spPr>
          <a:xfrm>
            <a:off x="2073824" y="1328925"/>
            <a:ext cx="5131500" cy="29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  <a:defRPr sz="2000">
                <a:latin typeface="Roboto"/>
                <a:ea typeface="Roboto"/>
                <a:cs typeface="Roboto"/>
                <a:sym typeface="Roboto"/>
              </a:defRPr>
            </a:lvl1pPr>
            <a:lvl2pPr indent="-355600" lvl="1" marL="91440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666" name="Google Shape;666;p91"/>
          <p:cNvSpPr txBox="1"/>
          <p:nvPr>
            <p:ph type="title"/>
          </p:nvPr>
        </p:nvSpPr>
        <p:spPr>
          <a:xfrm>
            <a:off x="2002536" y="649224"/>
            <a:ext cx="5202900" cy="4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00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00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00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00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00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00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00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rgumentation - Evidence Card with TT">
  <p:cSld name="SECTION_HEADER_1_1_2_2_8">
    <p:bg>
      <p:bgPr>
        <a:solidFill>
          <a:srgbClr val="FFFFFF"/>
        </a:solidFill>
      </p:bgPr>
    </p:bg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92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69" name="Google Shape;669;p92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70" name="Google Shape;670;p92"/>
          <p:cNvSpPr txBox="1"/>
          <p:nvPr>
            <p:ph idx="3" type="subTitle"/>
          </p:nvPr>
        </p:nvSpPr>
        <p:spPr>
          <a:xfrm>
            <a:off x="236875" y="164600"/>
            <a:ext cx="43578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671" name="Google Shape;671;p92"/>
          <p:cNvSpPr txBox="1"/>
          <p:nvPr>
            <p:ph idx="4" type="body"/>
          </p:nvPr>
        </p:nvSpPr>
        <p:spPr>
          <a:xfrm>
            <a:off x="4343400" y="941832"/>
            <a:ext cx="4223700" cy="34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●"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■"/>
              <a:defRPr sz="2800"/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●"/>
              <a:defRPr sz="2800"/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Char char="○"/>
              <a:defRPr sz="2800"/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800"/>
              <a:buChar char="■"/>
              <a:defRPr sz="2800"/>
            </a:lvl9pPr>
          </a:lstStyle>
          <a:p/>
        </p:txBody>
      </p:sp>
      <p:pic>
        <p:nvPicPr>
          <p:cNvPr id="672" name="Google Shape;672;p9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587" y="1135401"/>
            <a:ext cx="3797923" cy="1769524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92"/>
          <p:cNvSpPr txBox="1"/>
          <p:nvPr>
            <p:ph idx="5" type="subTitle"/>
          </p:nvPr>
        </p:nvSpPr>
        <p:spPr>
          <a:xfrm>
            <a:off x="438912" y="758952"/>
            <a:ext cx="3063300" cy="3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/>
        </p:txBody>
      </p:sp>
      <p:sp>
        <p:nvSpPr>
          <p:cNvPr id="674" name="Google Shape;674;p92"/>
          <p:cNvSpPr txBox="1"/>
          <p:nvPr>
            <p:ph idx="6" type="body"/>
          </p:nvPr>
        </p:nvSpPr>
        <p:spPr>
          <a:xfrm>
            <a:off x="283464" y="1508760"/>
            <a:ext cx="3365100" cy="1134000"/>
          </a:xfrm>
          <a:prstGeom prst="rect">
            <a:avLst/>
          </a:prstGeom>
        </p:spPr>
        <p:txBody>
          <a:bodyPr anchorCtr="0" anchor="ctr" bIns="0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  <a:defRPr sz="1600">
                <a:latin typeface="Roboto"/>
                <a:ea typeface="Roboto"/>
                <a:cs typeface="Roboto"/>
                <a:sym typeface="Roboto"/>
              </a:defRPr>
            </a:lvl1pPr>
            <a:lvl2pPr indent="-330200" lvl="1" marL="9144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pos="2736">
          <p15:clr>
            <a:srgbClr val="F9AD4C"/>
          </p15:clr>
        </p15:guide>
        <p15:guide id="3" pos="201">
          <p15:clr>
            <a:srgbClr val="F9AD4C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rgumentation - Evidence Card with SA">
  <p:cSld name="SECTION_HEADER_1_1_2_1_2_6">
    <p:bg>
      <p:bgPr>
        <a:solidFill>
          <a:srgbClr val="FFFFFF"/>
        </a:solidFill>
      </p:bgPr>
    </p:bg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93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77" name="Google Shape;677;p93"/>
          <p:cNvSpPr txBox="1"/>
          <p:nvPr>
            <p:ph idx="2" type="subTitle"/>
          </p:nvPr>
        </p:nvSpPr>
        <p:spPr>
          <a:xfrm>
            <a:off x="7096125" y="164600"/>
            <a:ext cx="1813800" cy="3018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78" name="Google Shape;678;p93"/>
          <p:cNvSpPr txBox="1"/>
          <p:nvPr>
            <p:ph idx="3" type="subTitle"/>
          </p:nvPr>
        </p:nvSpPr>
        <p:spPr>
          <a:xfrm>
            <a:off x="236875" y="164600"/>
            <a:ext cx="4314900" cy="301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679" name="Google Shape;679;p93"/>
          <p:cNvSpPr txBox="1"/>
          <p:nvPr>
            <p:ph idx="4" type="body"/>
          </p:nvPr>
        </p:nvSpPr>
        <p:spPr>
          <a:xfrm>
            <a:off x="4343400" y="1353312"/>
            <a:ext cx="4188000" cy="28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Char char="●"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2pPr>
            <a:lvl3pPr indent="-4064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3pPr>
            <a:lvl4pPr indent="-4064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4pPr>
            <a:lvl5pPr indent="-4064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5pPr>
            <a:lvl6pPr indent="-4064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6pPr>
            <a:lvl7pPr indent="-4064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●"/>
              <a:defRPr sz="2800">
                <a:solidFill>
                  <a:srgbClr val="333FBF"/>
                </a:solidFill>
              </a:defRPr>
            </a:lvl7pPr>
            <a:lvl8pPr indent="-4064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33FBF"/>
              </a:buClr>
              <a:buSzPts val="2800"/>
              <a:buChar char="○"/>
              <a:defRPr sz="2800">
                <a:solidFill>
                  <a:srgbClr val="333FBF"/>
                </a:solidFill>
              </a:defRPr>
            </a:lvl8pPr>
            <a:lvl9pPr indent="-4064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333FBF"/>
              </a:buClr>
              <a:buSzPts val="2800"/>
              <a:buChar char="■"/>
              <a:defRPr sz="2800">
                <a:solidFill>
                  <a:srgbClr val="333FBF"/>
                </a:solidFill>
              </a:defRPr>
            </a:lvl9pPr>
          </a:lstStyle>
          <a:p/>
        </p:txBody>
      </p:sp>
      <p:pic>
        <p:nvPicPr>
          <p:cNvPr id="680" name="Google Shape;680;p9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587" y="1135401"/>
            <a:ext cx="3797923" cy="1769524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93"/>
          <p:cNvSpPr txBox="1"/>
          <p:nvPr>
            <p:ph idx="5" type="subTitle"/>
          </p:nvPr>
        </p:nvSpPr>
        <p:spPr>
          <a:xfrm>
            <a:off x="438912" y="758952"/>
            <a:ext cx="3063300" cy="3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/>
        </p:txBody>
      </p:sp>
      <p:sp>
        <p:nvSpPr>
          <p:cNvPr id="682" name="Google Shape;682;p93"/>
          <p:cNvSpPr txBox="1"/>
          <p:nvPr>
            <p:ph idx="6" type="body"/>
          </p:nvPr>
        </p:nvSpPr>
        <p:spPr>
          <a:xfrm>
            <a:off x="283464" y="1508760"/>
            <a:ext cx="3365100" cy="113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 sz="18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afety Guidelines">
  <p:cSld name="SECTION_HEADER_1_1_2_1_2_1_1_1_4">
    <p:bg>
      <p:bgPr>
        <a:solidFill>
          <a:srgbClr val="FFFFFF"/>
        </a:solidFill>
      </p:bgPr>
    </p:bg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4" name="Google Shape;684;p9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80575" y="991457"/>
            <a:ext cx="3122150" cy="3678292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94"/>
          <p:cNvSpPr txBox="1"/>
          <p:nvPr/>
        </p:nvSpPr>
        <p:spPr>
          <a:xfrm>
            <a:off x="956975" y="991450"/>
            <a:ext cx="4767000" cy="3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00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Follow instructions. 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Don’t taste things. 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Smell substances like a chemist. 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Protect your eyes. 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Protect your hands. 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Keep your hands away from your face. 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Tell your teacher if you have allergies. 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Be calm and careful. 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Report all spills, accidents, and injuries to your teacher. 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Avoid anything that could cause a burn. 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Wash your hands after class.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6" name="Google Shape;686;p94"/>
          <p:cNvSpPr txBox="1"/>
          <p:nvPr/>
        </p:nvSpPr>
        <p:spPr>
          <a:xfrm>
            <a:off x="676656" y="333093"/>
            <a:ext cx="7503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 Medium"/>
                <a:ea typeface="Roboto Medium"/>
                <a:cs typeface="Roboto Medium"/>
                <a:sym typeface="Roboto Medium"/>
              </a:rPr>
              <a:t>Safety Guidelines for Science Investigations</a:t>
            </a:r>
            <a:endParaRPr sz="24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87" name="Google Shape;687;p94"/>
          <p:cNvSpPr txBox="1"/>
          <p:nvPr/>
        </p:nvSpPr>
        <p:spPr>
          <a:xfrm>
            <a:off x="582875" y="991450"/>
            <a:ext cx="374100" cy="3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75" wrap="square" tIns="91425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  <a:t>1.</a:t>
            </a:r>
            <a:b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  <a:t>2.</a:t>
            </a:r>
            <a:b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  <a:t>3.</a:t>
            </a:r>
            <a:b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  <a:t>4.</a:t>
            </a:r>
            <a:b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  <a:t>5.</a:t>
            </a:r>
            <a:b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  <a:t>6.</a:t>
            </a:r>
            <a:b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  <a:t>7.</a:t>
            </a:r>
            <a:b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  <a:t>8.</a:t>
            </a:r>
            <a:b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  <a:t>9.</a:t>
            </a:r>
            <a:b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b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  <a:t>11.</a:t>
            </a:r>
            <a:endParaRPr b="1" sz="1600">
              <a:solidFill>
                <a:srgbClr val="76767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8" name="Google Shape;688;p94"/>
          <p:cNvSpPr txBox="1"/>
          <p:nvPr>
            <p:ph idx="1" type="subTitle"/>
          </p:nvPr>
        </p:nvSpPr>
        <p:spPr>
          <a:xfrm>
            <a:off x="5468112" y="4800600"/>
            <a:ext cx="3337500" cy="228600"/>
          </a:xfrm>
          <a:prstGeom prst="rect">
            <a:avLst/>
          </a:prstGeom>
        </p:spPr>
        <p:txBody>
          <a:bodyPr anchorCtr="0" anchor="t" bIns="0" lIns="0" spcFirstLastPara="1" rIns="73150" wrap="square" tIns="27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F9AD4C"/>
          </p15:clr>
        </p15:guide>
        <p15:guide id="2" orient="horz" pos="1182">
          <p15:clr>
            <a:srgbClr val="F9AD4C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theme" Target="../theme/theme1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67.xml"/><Relationship Id="rId42" Type="http://schemas.openxmlformats.org/officeDocument/2006/relationships/slideLayout" Target="../slideLayouts/slideLayout69.xml"/><Relationship Id="rId41" Type="http://schemas.openxmlformats.org/officeDocument/2006/relationships/slideLayout" Target="../slideLayouts/slideLayout68.xml"/><Relationship Id="rId44" Type="http://schemas.openxmlformats.org/officeDocument/2006/relationships/slideLayout" Target="../slideLayouts/slideLayout71.xml"/><Relationship Id="rId43" Type="http://schemas.openxmlformats.org/officeDocument/2006/relationships/slideLayout" Target="../slideLayouts/slideLayout70.xml"/><Relationship Id="rId46" Type="http://schemas.openxmlformats.org/officeDocument/2006/relationships/slideLayout" Target="../slideLayouts/slideLayout73.xml"/><Relationship Id="rId45" Type="http://schemas.openxmlformats.org/officeDocument/2006/relationships/slideLayout" Target="../slideLayouts/slideLayout72.xml"/><Relationship Id="rId1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9.xml"/><Relationship Id="rId3" Type="http://schemas.openxmlformats.org/officeDocument/2006/relationships/slideLayout" Target="../slideLayouts/slideLayout30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48" Type="http://schemas.openxmlformats.org/officeDocument/2006/relationships/slideLayout" Target="../slideLayouts/slideLayout75.xml"/><Relationship Id="rId47" Type="http://schemas.openxmlformats.org/officeDocument/2006/relationships/slideLayout" Target="../slideLayouts/slideLayout74.xml"/><Relationship Id="rId49" Type="http://schemas.openxmlformats.org/officeDocument/2006/relationships/slideLayout" Target="../slideLayouts/slideLayout76.xml"/><Relationship Id="rId5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4.xml"/><Relationship Id="rId8" Type="http://schemas.openxmlformats.org/officeDocument/2006/relationships/slideLayout" Target="../slideLayouts/slideLayout35.xml"/><Relationship Id="rId31" Type="http://schemas.openxmlformats.org/officeDocument/2006/relationships/slideLayout" Target="../slideLayouts/slideLayout58.xml"/><Relationship Id="rId30" Type="http://schemas.openxmlformats.org/officeDocument/2006/relationships/slideLayout" Target="../slideLayouts/slideLayout57.xml"/><Relationship Id="rId33" Type="http://schemas.openxmlformats.org/officeDocument/2006/relationships/slideLayout" Target="../slideLayouts/slideLayout60.xml"/><Relationship Id="rId32" Type="http://schemas.openxmlformats.org/officeDocument/2006/relationships/slideLayout" Target="../slideLayouts/slideLayout59.xml"/><Relationship Id="rId35" Type="http://schemas.openxmlformats.org/officeDocument/2006/relationships/slideLayout" Target="../slideLayouts/slideLayout62.xml"/><Relationship Id="rId34" Type="http://schemas.openxmlformats.org/officeDocument/2006/relationships/slideLayout" Target="../slideLayouts/slideLayout61.xml"/><Relationship Id="rId37" Type="http://schemas.openxmlformats.org/officeDocument/2006/relationships/slideLayout" Target="../slideLayouts/slideLayout64.xml"/><Relationship Id="rId36" Type="http://schemas.openxmlformats.org/officeDocument/2006/relationships/slideLayout" Target="../slideLayouts/slideLayout63.xml"/><Relationship Id="rId39" Type="http://schemas.openxmlformats.org/officeDocument/2006/relationships/slideLayout" Target="../slideLayouts/slideLayout66.xml"/><Relationship Id="rId38" Type="http://schemas.openxmlformats.org/officeDocument/2006/relationships/slideLayout" Target="../slideLayouts/slideLayout65.xml"/><Relationship Id="rId62" Type="http://schemas.openxmlformats.org/officeDocument/2006/relationships/slideLayout" Target="../slideLayouts/slideLayout89.xml"/><Relationship Id="rId61" Type="http://schemas.openxmlformats.org/officeDocument/2006/relationships/slideLayout" Target="../slideLayouts/slideLayout88.xml"/><Relationship Id="rId20" Type="http://schemas.openxmlformats.org/officeDocument/2006/relationships/slideLayout" Target="../slideLayouts/slideLayout47.xml"/><Relationship Id="rId64" Type="http://schemas.openxmlformats.org/officeDocument/2006/relationships/slideLayout" Target="../slideLayouts/slideLayout91.xml"/><Relationship Id="rId63" Type="http://schemas.openxmlformats.org/officeDocument/2006/relationships/slideLayout" Target="../slideLayouts/slideLayout90.xml"/><Relationship Id="rId22" Type="http://schemas.openxmlformats.org/officeDocument/2006/relationships/slideLayout" Target="../slideLayouts/slideLayout49.xml"/><Relationship Id="rId66" Type="http://schemas.openxmlformats.org/officeDocument/2006/relationships/theme" Target="../theme/theme2.xml"/><Relationship Id="rId21" Type="http://schemas.openxmlformats.org/officeDocument/2006/relationships/slideLayout" Target="../slideLayouts/slideLayout48.xml"/><Relationship Id="rId65" Type="http://schemas.openxmlformats.org/officeDocument/2006/relationships/slideLayout" Target="../slideLayouts/slideLayout92.xml"/><Relationship Id="rId24" Type="http://schemas.openxmlformats.org/officeDocument/2006/relationships/slideLayout" Target="../slideLayouts/slideLayout51.xml"/><Relationship Id="rId23" Type="http://schemas.openxmlformats.org/officeDocument/2006/relationships/slideLayout" Target="../slideLayouts/slideLayout50.xml"/><Relationship Id="rId60" Type="http://schemas.openxmlformats.org/officeDocument/2006/relationships/slideLayout" Target="../slideLayouts/slideLayout87.xml"/><Relationship Id="rId26" Type="http://schemas.openxmlformats.org/officeDocument/2006/relationships/slideLayout" Target="../slideLayouts/slideLayout53.xml"/><Relationship Id="rId25" Type="http://schemas.openxmlformats.org/officeDocument/2006/relationships/slideLayout" Target="../slideLayouts/slideLayout52.xml"/><Relationship Id="rId28" Type="http://schemas.openxmlformats.org/officeDocument/2006/relationships/slideLayout" Target="../slideLayouts/slideLayout55.xml"/><Relationship Id="rId27" Type="http://schemas.openxmlformats.org/officeDocument/2006/relationships/slideLayout" Target="../slideLayouts/slideLayout54.xml"/><Relationship Id="rId29" Type="http://schemas.openxmlformats.org/officeDocument/2006/relationships/slideLayout" Target="../slideLayouts/slideLayout56.xml"/><Relationship Id="rId51" Type="http://schemas.openxmlformats.org/officeDocument/2006/relationships/slideLayout" Target="../slideLayouts/slideLayout78.xml"/><Relationship Id="rId50" Type="http://schemas.openxmlformats.org/officeDocument/2006/relationships/slideLayout" Target="../slideLayouts/slideLayout77.xml"/><Relationship Id="rId53" Type="http://schemas.openxmlformats.org/officeDocument/2006/relationships/slideLayout" Target="../slideLayouts/slideLayout80.xml"/><Relationship Id="rId52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38.xml"/><Relationship Id="rId5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37.xml"/><Relationship Id="rId54" Type="http://schemas.openxmlformats.org/officeDocument/2006/relationships/slideLayout" Target="../slideLayouts/slideLayout81.xml"/><Relationship Id="rId13" Type="http://schemas.openxmlformats.org/officeDocument/2006/relationships/slideLayout" Target="../slideLayouts/slideLayout40.xml"/><Relationship Id="rId57" Type="http://schemas.openxmlformats.org/officeDocument/2006/relationships/slideLayout" Target="../slideLayouts/slideLayout84.xml"/><Relationship Id="rId12" Type="http://schemas.openxmlformats.org/officeDocument/2006/relationships/slideLayout" Target="../slideLayouts/slideLayout39.xml"/><Relationship Id="rId56" Type="http://schemas.openxmlformats.org/officeDocument/2006/relationships/slideLayout" Target="../slideLayouts/slideLayout83.xml"/><Relationship Id="rId15" Type="http://schemas.openxmlformats.org/officeDocument/2006/relationships/slideLayout" Target="../slideLayouts/slideLayout42.xml"/><Relationship Id="rId59" Type="http://schemas.openxmlformats.org/officeDocument/2006/relationships/slideLayout" Target="../slideLayouts/slideLayout86.xml"/><Relationship Id="rId14" Type="http://schemas.openxmlformats.org/officeDocument/2006/relationships/slideLayout" Target="../slideLayouts/slideLayout41.xml"/><Relationship Id="rId58" Type="http://schemas.openxmlformats.org/officeDocument/2006/relationships/slideLayout" Target="../slideLayouts/slideLayout85.xml"/><Relationship Id="rId17" Type="http://schemas.openxmlformats.org/officeDocument/2006/relationships/slideLayout" Target="../slideLayouts/slideLayout44.xml"/><Relationship Id="rId16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66375" y="358385"/>
            <a:ext cx="5626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consolata"/>
              <a:buNone/>
              <a:defRPr sz="28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consolata"/>
              <a:buNone/>
              <a:defRPr sz="28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consolata"/>
              <a:buNone/>
              <a:defRPr sz="28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consolata"/>
              <a:buNone/>
              <a:defRPr sz="28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consolata"/>
              <a:buNone/>
              <a:defRPr sz="28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consolata"/>
              <a:buNone/>
              <a:defRPr sz="28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consolata"/>
              <a:buNone/>
              <a:defRPr sz="28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consolata"/>
              <a:buNone/>
              <a:defRPr sz="28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consolata"/>
              <a:buNone/>
              <a:defRPr sz="28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66375" y="1304543"/>
            <a:ext cx="5626200" cy="30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ngolin"/>
              <a:buChar char="✗"/>
              <a:defRPr sz="1800">
                <a:solidFill>
                  <a:schemeClr val="dk2"/>
                </a:solidFill>
                <a:latin typeface="Pangolin"/>
                <a:ea typeface="Pangolin"/>
                <a:cs typeface="Pangolin"/>
                <a:sym typeface="Pangolin"/>
              </a:defRPr>
            </a:lvl1pPr>
            <a:lvl2pPr indent="-317500" lvl="1" marL="9144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ngolin"/>
              <a:buChar char="✗"/>
              <a:defRPr sz="1800">
                <a:solidFill>
                  <a:schemeClr val="dk2"/>
                </a:solidFill>
                <a:latin typeface="Pangolin"/>
                <a:ea typeface="Pangolin"/>
                <a:cs typeface="Pangolin"/>
                <a:sym typeface="Pangolin"/>
              </a:defRPr>
            </a:lvl2pPr>
            <a:lvl3pPr indent="-317500" lvl="2" marL="13716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ngolin"/>
              <a:buChar char="✗"/>
              <a:defRPr sz="1800">
                <a:solidFill>
                  <a:schemeClr val="dk2"/>
                </a:solidFill>
                <a:latin typeface="Pangolin"/>
                <a:ea typeface="Pangolin"/>
                <a:cs typeface="Pangolin"/>
                <a:sym typeface="Pangolin"/>
              </a:defRPr>
            </a:lvl3pPr>
            <a:lvl4pPr indent="-317500" lvl="3" marL="18288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ngolin"/>
              <a:buChar char="✗"/>
              <a:defRPr sz="1800">
                <a:solidFill>
                  <a:schemeClr val="dk2"/>
                </a:solidFill>
                <a:latin typeface="Pangolin"/>
                <a:ea typeface="Pangolin"/>
                <a:cs typeface="Pangolin"/>
                <a:sym typeface="Pangolin"/>
              </a:defRPr>
            </a:lvl4pPr>
            <a:lvl5pPr indent="-342900" lvl="4" marL="22860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angolin"/>
              <a:buChar char="✗"/>
              <a:defRPr sz="1800">
                <a:solidFill>
                  <a:schemeClr val="dk2"/>
                </a:solidFill>
                <a:latin typeface="Pangolin"/>
                <a:ea typeface="Pangolin"/>
                <a:cs typeface="Pangolin"/>
                <a:sym typeface="Pangolin"/>
              </a:defRPr>
            </a:lvl5pPr>
            <a:lvl6pPr indent="-342900" lvl="5" marL="27432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angolin"/>
              <a:buChar char="✗"/>
              <a:defRPr sz="1800">
                <a:solidFill>
                  <a:schemeClr val="dk2"/>
                </a:solidFill>
                <a:latin typeface="Pangolin"/>
                <a:ea typeface="Pangolin"/>
                <a:cs typeface="Pangolin"/>
                <a:sym typeface="Pangolin"/>
              </a:defRPr>
            </a:lvl6pPr>
            <a:lvl7pPr indent="-342900" lvl="6" marL="32004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angolin"/>
              <a:buChar char="✗"/>
              <a:defRPr sz="1800">
                <a:solidFill>
                  <a:schemeClr val="dk2"/>
                </a:solidFill>
                <a:latin typeface="Pangolin"/>
                <a:ea typeface="Pangolin"/>
                <a:cs typeface="Pangolin"/>
                <a:sym typeface="Pangolin"/>
              </a:defRPr>
            </a:lvl7pPr>
            <a:lvl8pPr indent="-342900" lvl="7" marL="36576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angolin"/>
              <a:buChar char="✗"/>
              <a:defRPr sz="1800">
                <a:solidFill>
                  <a:schemeClr val="dk2"/>
                </a:solidFill>
                <a:latin typeface="Pangolin"/>
                <a:ea typeface="Pangolin"/>
                <a:cs typeface="Pangolin"/>
                <a:sym typeface="Pangolin"/>
              </a:defRPr>
            </a:lvl8pPr>
            <a:lvl9pPr indent="-342900" lvl="8" marL="411480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angolin"/>
              <a:buChar char="✗"/>
              <a:defRPr sz="1800">
                <a:solidFill>
                  <a:schemeClr val="dk2"/>
                </a:solidFill>
                <a:latin typeface="Pangolin"/>
                <a:ea typeface="Pangolin"/>
                <a:cs typeface="Pangolin"/>
                <a:sym typeface="Pangolin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716025" y="4676375"/>
            <a:ext cx="428100" cy="4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buNone/>
              <a:defRPr sz="1300">
                <a:solidFill>
                  <a:srgbClr val="7F6000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algn="ctr">
              <a:buNone/>
              <a:defRPr sz="1300">
                <a:solidFill>
                  <a:srgbClr val="7F6000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lvl="2" algn="ctr">
              <a:buNone/>
              <a:defRPr sz="1300">
                <a:solidFill>
                  <a:srgbClr val="7F6000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lvl="3" algn="ctr">
              <a:buNone/>
              <a:defRPr sz="1300">
                <a:solidFill>
                  <a:srgbClr val="7F6000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lvl="4" algn="ctr">
              <a:buNone/>
              <a:defRPr sz="1300">
                <a:solidFill>
                  <a:srgbClr val="7F6000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lvl="5" algn="ctr">
              <a:buNone/>
              <a:defRPr sz="1300">
                <a:solidFill>
                  <a:srgbClr val="7F6000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lvl="6" algn="ctr">
              <a:buNone/>
              <a:defRPr sz="1300">
                <a:solidFill>
                  <a:srgbClr val="7F6000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lvl="7" algn="ctr">
              <a:buNone/>
              <a:defRPr sz="1300">
                <a:solidFill>
                  <a:srgbClr val="7F6000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lvl="8" algn="ctr">
              <a:buNone/>
              <a:defRPr sz="1300">
                <a:solidFill>
                  <a:srgbClr val="7F6000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3000"/>
              <a:buFont typeface="Roboto"/>
              <a:buNone/>
              <a:defRPr sz="30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None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None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None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None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None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None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None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333FBF"/>
              </a:buClr>
              <a:buSzPts val="2800"/>
              <a:buFont typeface="Roboto"/>
              <a:buNone/>
              <a:defRPr sz="2800">
                <a:solidFill>
                  <a:srgbClr val="333FB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8" name="Google Shape;148;p29"/>
          <p:cNvSpPr txBox="1"/>
          <p:nvPr>
            <p:ph idx="1" type="body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9" name="Google Shape;149;p29"/>
          <p:cNvSpPr txBox="1"/>
          <p:nvPr/>
        </p:nvSpPr>
        <p:spPr>
          <a:xfrm>
            <a:off x="237744" y="4846320"/>
            <a:ext cx="40122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400">
                <a:solidFill>
                  <a:srgbClr val="767676"/>
                </a:solidFill>
                <a:latin typeface="Roboto"/>
                <a:ea typeface="Roboto"/>
                <a:cs typeface="Roboto"/>
                <a:sym typeface="Roboto"/>
              </a:rPr>
              <a:t>© The Regents of the University of California. All rights reserved.</a:t>
            </a:r>
            <a:endParaRPr i="1" sz="400">
              <a:solidFill>
                <a:srgbClr val="76767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  <p:sldLayoutId id="2147483694" r:id="rId20"/>
    <p:sldLayoutId id="2147483695" r:id="rId21"/>
    <p:sldLayoutId id="2147483696" r:id="rId22"/>
    <p:sldLayoutId id="2147483697" r:id="rId23"/>
    <p:sldLayoutId id="2147483698" r:id="rId24"/>
    <p:sldLayoutId id="2147483699" r:id="rId25"/>
    <p:sldLayoutId id="2147483700" r:id="rId26"/>
    <p:sldLayoutId id="2147483701" r:id="rId27"/>
    <p:sldLayoutId id="2147483702" r:id="rId28"/>
    <p:sldLayoutId id="2147483703" r:id="rId29"/>
    <p:sldLayoutId id="2147483704" r:id="rId30"/>
    <p:sldLayoutId id="2147483705" r:id="rId31"/>
    <p:sldLayoutId id="2147483706" r:id="rId32"/>
    <p:sldLayoutId id="2147483707" r:id="rId33"/>
    <p:sldLayoutId id="2147483708" r:id="rId34"/>
    <p:sldLayoutId id="2147483709" r:id="rId35"/>
    <p:sldLayoutId id="2147483710" r:id="rId36"/>
    <p:sldLayoutId id="2147483711" r:id="rId37"/>
    <p:sldLayoutId id="2147483712" r:id="rId38"/>
    <p:sldLayoutId id="2147483713" r:id="rId39"/>
    <p:sldLayoutId id="2147483714" r:id="rId40"/>
    <p:sldLayoutId id="2147483715" r:id="rId41"/>
    <p:sldLayoutId id="2147483716" r:id="rId42"/>
    <p:sldLayoutId id="2147483717" r:id="rId43"/>
    <p:sldLayoutId id="2147483718" r:id="rId44"/>
    <p:sldLayoutId id="2147483719" r:id="rId45"/>
    <p:sldLayoutId id="2147483720" r:id="rId46"/>
    <p:sldLayoutId id="2147483721" r:id="rId47"/>
    <p:sldLayoutId id="2147483722" r:id="rId48"/>
    <p:sldLayoutId id="2147483723" r:id="rId49"/>
    <p:sldLayoutId id="2147483724" r:id="rId50"/>
    <p:sldLayoutId id="2147483725" r:id="rId51"/>
    <p:sldLayoutId id="2147483726" r:id="rId52"/>
    <p:sldLayoutId id="2147483727" r:id="rId53"/>
    <p:sldLayoutId id="2147483728" r:id="rId54"/>
    <p:sldLayoutId id="2147483729" r:id="rId55"/>
    <p:sldLayoutId id="2147483730" r:id="rId56"/>
    <p:sldLayoutId id="2147483731" r:id="rId57"/>
    <p:sldLayoutId id="2147483732" r:id="rId58"/>
    <p:sldLayoutId id="2147483733" r:id="rId59"/>
    <p:sldLayoutId id="2147483734" r:id="rId60"/>
    <p:sldLayoutId id="2147483735" r:id="rId61"/>
    <p:sldLayoutId id="2147483736" r:id="rId62"/>
    <p:sldLayoutId id="2147483737" r:id="rId63"/>
    <p:sldLayoutId id="2147483738" r:id="rId64"/>
    <p:sldLayoutId id="2147483739" r:id="rId6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">
          <p15:clr>
            <a:srgbClr val="F06B4A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57625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95"/>
          <p:cNvSpPr txBox="1"/>
          <p:nvPr>
            <p:ph type="title"/>
          </p:nvPr>
        </p:nvSpPr>
        <p:spPr>
          <a:xfrm>
            <a:off x="808850" y="2596896"/>
            <a:ext cx="7439700" cy="5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latin typeface="McLaren"/>
                <a:ea typeface="McLaren"/>
                <a:cs typeface="McLaren"/>
                <a:sym typeface="McLaren"/>
              </a:rPr>
              <a:t>Metabolism</a:t>
            </a:r>
            <a:endParaRPr>
              <a:latin typeface="McLaren"/>
              <a:ea typeface="McLaren"/>
              <a:cs typeface="McLaren"/>
              <a:sym typeface="McLaren"/>
            </a:endParaRPr>
          </a:p>
        </p:txBody>
      </p:sp>
      <p:sp>
        <p:nvSpPr>
          <p:cNvPr id="695" name="Google Shape;695;p95"/>
          <p:cNvSpPr txBox="1"/>
          <p:nvPr>
            <p:ph idx="2" type="title"/>
          </p:nvPr>
        </p:nvSpPr>
        <p:spPr>
          <a:xfrm>
            <a:off x="808850" y="3109821"/>
            <a:ext cx="7439700" cy="8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>
                <a:latin typeface="McLaren"/>
                <a:ea typeface="McLaren"/>
                <a:cs typeface="McLaren"/>
                <a:sym typeface="McLaren"/>
              </a:rPr>
              <a:t>Lesson 2.4:</a:t>
            </a:r>
            <a:r>
              <a:rPr lang="en">
                <a:latin typeface="McLaren"/>
                <a:ea typeface="McLaren"/>
                <a:cs typeface="McLaren"/>
                <a:sym typeface="McLaren"/>
              </a:rPr>
              <a:t> Conducting Sim Tests</a:t>
            </a:r>
            <a:endParaRPr>
              <a:latin typeface="McLaren"/>
              <a:ea typeface="McLaren"/>
              <a:cs typeface="McLaren"/>
              <a:sym typeface="McLare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96"/>
          <p:cNvSpPr txBox="1"/>
          <p:nvPr>
            <p:ph idx="12" type="sldNum"/>
          </p:nvPr>
        </p:nvSpPr>
        <p:spPr>
          <a:xfrm>
            <a:off x="8716025" y="4676375"/>
            <a:ext cx="428100" cy="46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1" name="Google Shape;701;p96"/>
          <p:cNvSpPr txBox="1"/>
          <p:nvPr/>
        </p:nvSpPr>
        <p:spPr>
          <a:xfrm>
            <a:off x="885176" y="415512"/>
            <a:ext cx="545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latin typeface="McLaren"/>
                <a:ea typeface="McLaren"/>
                <a:cs typeface="McLaren"/>
                <a:sym typeface="McLaren"/>
              </a:rPr>
              <a:t>Warm-Up</a:t>
            </a:r>
            <a:endParaRPr b="1" sz="2500">
              <a:latin typeface="McLaren"/>
              <a:ea typeface="McLaren"/>
              <a:cs typeface="McLaren"/>
              <a:sym typeface="McLaren"/>
            </a:endParaRPr>
          </a:p>
        </p:txBody>
      </p:sp>
      <p:sp>
        <p:nvSpPr>
          <p:cNvPr id="702" name="Google Shape;702;p96"/>
          <p:cNvSpPr txBox="1"/>
          <p:nvPr/>
        </p:nvSpPr>
        <p:spPr>
          <a:xfrm>
            <a:off x="713575" y="1035093"/>
            <a:ext cx="6058500" cy="35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01600" rtl="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B3B3B"/>
                </a:solidFill>
                <a:latin typeface="McLaren"/>
                <a:ea typeface="McLaren"/>
                <a:cs typeface="McLaren"/>
                <a:sym typeface="McLaren"/>
              </a:rPr>
              <a:t>An intern at the hospital created this model to show what happens to the molecules in a healthy person’s body after they eat and breathe. The model has some very big mistakes. Press the + to make annotations on the image to explain to the intern what is inaccurate about the model.</a:t>
            </a:r>
            <a:endParaRPr sz="1600">
              <a:solidFill>
                <a:srgbClr val="3B3B3B"/>
              </a:solidFill>
              <a:latin typeface="McLaren"/>
              <a:ea typeface="McLaren"/>
              <a:cs typeface="McLaren"/>
              <a:sym typeface="McLaren"/>
            </a:endParaRPr>
          </a:p>
          <a:p>
            <a:pPr indent="0" lvl="0" marL="10160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B3B3B"/>
                </a:solidFill>
                <a:latin typeface="McLaren"/>
                <a:ea typeface="McLaren"/>
                <a:cs typeface="McLaren"/>
                <a:sym typeface="McLaren"/>
              </a:rPr>
              <a:t>These sentence starters can help you:</a:t>
            </a:r>
            <a:endParaRPr sz="1600">
              <a:solidFill>
                <a:srgbClr val="3B3B3B"/>
              </a:solidFill>
              <a:latin typeface="McLaren"/>
              <a:ea typeface="McLaren"/>
              <a:cs typeface="McLaren"/>
              <a:sym typeface="McLaren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3B3B3B"/>
              </a:buClr>
              <a:buSzPts val="1600"/>
              <a:buFont typeface="McLaren"/>
              <a:buChar char="●"/>
            </a:pPr>
            <a:r>
              <a:rPr lang="en" sz="1600">
                <a:solidFill>
                  <a:srgbClr val="3B3B3B"/>
                </a:solidFill>
                <a:latin typeface="McLaren"/>
                <a:ea typeface="McLaren"/>
                <a:cs typeface="McLaren"/>
                <a:sym typeface="McLaren"/>
              </a:rPr>
              <a:t>This molecule would not be found in this body system because </a:t>
            </a:r>
            <a:endParaRPr sz="1600">
              <a:solidFill>
                <a:srgbClr val="3B3B3B"/>
              </a:solidFill>
              <a:latin typeface="McLaren"/>
              <a:ea typeface="McLaren"/>
              <a:cs typeface="McLaren"/>
              <a:sym typeface="McLaren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600"/>
              <a:buFont typeface="McLaren"/>
              <a:buChar char="●"/>
            </a:pPr>
            <a:r>
              <a:rPr lang="en" sz="1600">
                <a:solidFill>
                  <a:srgbClr val="3B3B3B"/>
                </a:solidFill>
                <a:latin typeface="McLaren"/>
                <a:ea typeface="McLaren"/>
                <a:cs typeface="McLaren"/>
                <a:sym typeface="McLaren"/>
              </a:rPr>
              <a:t>This molecule would not be found in the cells in the body because . . .</a:t>
            </a:r>
            <a:endParaRPr sz="1600">
              <a:solidFill>
                <a:srgbClr val="3B3B3B"/>
              </a:solidFill>
              <a:latin typeface="McLaren"/>
              <a:ea typeface="McLaren"/>
              <a:cs typeface="McLaren"/>
              <a:sym typeface="McLaren"/>
            </a:endParaRPr>
          </a:p>
          <a:p>
            <a:pPr indent="0" lvl="0" marL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McLaren"/>
              <a:ea typeface="McLaren"/>
              <a:cs typeface="McLaren"/>
              <a:sym typeface="McLaren"/>
            </a:endParaRPr>
          </a:p>
        </p:txBody>
      </p:sp>
      <p:pic>
        <p:nvPicPr>
          <p:cNvPr descr="Screenshot of Modeling Tool 2.3: Model a Condition." id="703" name="Google Shape;703;p96"/>
          <p:cNvPicPr preferRelativeResize="0"/>
          <p:nvPr/>
        </p:nvPicPr>
        <p:blipFill rotWithShape="1">
          <a:blip r:embed="rId3">
            <a:alphaModFix/>
          </a:blip>
          <a:srcRect b="20615" l="0" r="23395" t="23700"/>
          <a:stretch/>
        </p:blipFill>
        <p:spPr>
          <a:xfrm>
            <a:off x="6771975" y="771075"/>
            <a:ext cx="1944053" cy="1744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97"/>
          <p:cNvSpPr txBox="1"/>
          <p:nvPr>
            <p:ph idx="12" type="sldNum"/>
          </p:nvPr>
        </p:nvSpPr>
        <p:spPr>
          <a:xfrm>
            <a:off x="8716025" y="4676375"/>
            <a:ext cx="428100" cy="46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9" name="Google Shape;709;p97"/>
          <p:cNvSpPr txBox="1"/>
          <p:nvPr/>
        </p:nvSpPr>
        <p:spPr>
          <a:xfrm>
            <a:off x="885176" y="415512"/>
            <a:ext cx="545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latin typeface="McLaren"/>
                <a:ea typeface="McLaren"/>
                <a:cs typeface="McLaren"/>
                <a:sym typeface="McLaren"/>
              </a:rPr>
              <a:t>Warm-Up</a:t>
            </a:r>
            <a:endParaRPr b="1" sz="2500">
              <a:latin typeface="McLaren"/>
              <a:ea typeface="McLaren"/>
              <a:cs typeface="McLaren"/>
              <a:sym typeface="McLaren"/>
            </a:endParaRPr>
          </a:p>
        </p:txBody>
      </p:sp>
      <p:pic>
        <p:nvPicPr>
          <p:cNvPr id="710" name="Google Shape;710;p97"/>
          <p:cNvPicPr preferRelativeResize="0"/>
          <p:nvPr/>
        </p:nvPicPr>
        <p:blipFill rotWithShape="1">
          <a:blip r:embed="rId3">
            <a:alphaModFix/>
          </a:blip>
          <a:srcRect b="2482" l="3213" r="2296" t="15591"/>
          <a:stretch/>
        </p:blipFill>
        <p:spPr>
          <a:xfrm>
            <a:off x="1810950" y="1272900"/>
            <a:ext cx="5522099" cy="32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98"/>
          <p:cNvSpPr txBox="1"/>
          <p:nvPr>
            <p:ph idx="4294967295" type="body"/>
          </p:nvPr>
        </p:nvSpPr>
        <p:spPr>
          <a:xfrm>
            <a:off x="2880633" y="1339350"/>
            <a:ext cx="3222900" cy="22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McLaren"/>
                <a:ea typeface="McLaren"/>
                <a:cs typeface="McLaren"/>
                <a:sym typeface="McLaren"/>
              </a:rPr>
              <a:t>Investigation Question:</a:t>
            </a:r>
            <a:br>
              <a:rPr b="1" lang="en" sz="2000">
                <a:solidFill>
                  <a:srgbClr val="000000"/>
                </a:solidFill>
                <a:latin typeface="McLaren"/>
                <a:ea typeface="McLaren"/>
                <a:cs typeface="McLaren"/>
                <a:sym typeface="McLaren"/>
              </a:rPr>
            </a:br>
            <a:r>
              <a:rPr lang="en" sz="2900">
                <a:solidFill>
                  <a:srgbClr val="000000"/>
                </a:solidFill>
                <a:latin typeface="Loved by the King"/>
                <a:ea typeface="Loved by the King"/>
                <a:cs typeface="Loved by the King"/>
                <a:sym typeface="Loved by the King"/>
              </a:rPr>
              <a:t>How can having a medical condition affect the delivery of molecules to cells in the body?</a:t>
            </a:r>
            <a:endParaRPr sz="2900">
              <a:solidFill>
                <a:srgbClr val="000000"/>
              </a:solidFill>
              <a:latin typeface="Loved by the King"/>
              <a:ea typeface="Loved by the King"/>
              <a:cs typeface="Loved by the King"/>
              <a:sym typeface="Loved by the King"/>
            </a:endParaRPr>
          </a:p>
          <a:p>
            <a:pPr indent="0" lvl="0" marL="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434343"/>
              </a:solidFill>
              <a:latin typeface="McLaren"/>
              <a:ea typeface="McLaren"/>
              <a:cs typeface="McLaren"/>
              <a:sym typeface="McLare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99"/>
          <p:cNvSpPr txBox="1"/>
          <p:nvPr>
            <p:ph idx="12" type="sldNum"/>
          </p:nvPr>
        </p:nvSpPr>
        <p:spPr>
          <a:xfrm>
            <a:off x="8716025" y="4676375"/>
            <a:ext cx="428100" cy="46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1" name="Google Shape;721;p99"/>
          <p:cNvSpPr txBox="1"/>
          <p:nvPr/>
        </p:nvSpPr>
        <p:spPr>
          <a:xfrm>
            <a:off x="784584" y="552139"/>
            <a:ext cx="7396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latin typeface="McLaren"/>
                <a:ea typeface="McLaren"/>
                <a:cs typeface="McLaren"/>
                <a:sym typeface="McLaren"/>
              </a:rPr>
              <a:t>Making Comparisons with the Sim</a:t>
            </a:r>
            <a:endParaRPr b="1" sz="3200">
              <a:latin typeface="McLaren"/>
              <a:ea typeface="McLaren"/>
              <a:cs typeface="McLaren"/>
              <a:sym typeface="McLaren"/>
            </a:endParaRPr>
          </a:p>
        </p:txBody>
      </p:sp>
      <p:sp>
        <p:nvSpPr>
          <p:cNvPr id="722" name="Google Shape;722;p99"/>
          <p:cNvSpPr txBox="1"/>
          <p:nvPr/>
        </p:nvSpPr>
        <p:spPr>
          <a:xfrm>
            <a:off x="790014" y="1111350"/>
            <a:ext cx="7754400" cy="34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McLaren"/>
                <a:ea typeface="McLaren"/>
                <a:cs typeface="McLaren"/>
                <a:sym typeface="McLaren"/>
              </a:rPr>
              <a:t>In the Sim, you’ll observe both a healthy body and a body with the condition you’ve been learning about. </a:t>
            </a:r>
            <a:endParaRPr sz="2300">
              <a:latin typeface="McLaren"/>
              <a:ea typeface="McLaren"/>
              <a:cs typeface="McLaren"/>
              <a:sym typeface="McLare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300">
                <a:latin typeface="McLaren"/>
                <a:ea typeface="McLaren"/>
                <a:cs typeface="McLaren"/>
                <a:sym typeface="McLaren"/>
              </a:rPr>
              <a:t>You will gather data about the </a:t>
            </a:r>
            <a:r>
              <a:rPr b="1" lang="en" sz="2300">
                <a:latin typeface="McLaren"/>
                <a:ea typeface="McLaren"/>
                <a:cs typeface="McLaren"/>
                <a:sym typeface="McLaren"/>
              </a:rPr>
              <a:t>molecules delivered to the cells</a:t>
            </a:r>
            <a:r>
              <a:rPr lang="en" sz="2300">
                <a:latin typeface="McLaren"/>
                <a:ea typeface="McLaren"/>
                <a:cs typeface="McLaren"/>
                <a:sym typeface="McLaren"/>
              </a:rPr>
              <a:t> in a healthy body and compare that to what happens in a body with a medical condition. </a:t>
            </a:r>
            <a:endParaRPr sz="2300">
              <a:latin typeface="McLaren"/>
              <a:ea typeface="McLaren"/>
              <a:cs typeface="McLaren"/>
              <a:sym typeface="McLaren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300">
                <a:latin typeface="McLaren"/>
                <a:ea typeface="McLaren"/>
                <a:cs typeface="McLaren"/>
                <a:sym typeface="McLaren"/>
              </a:rPr>
              <a:t>Open the Metabolism SIM and follow the instructions and answer the questions on pages 38-40</a:t>
            </a:r>
            <a:endParaRPr sz="2300">
              <a:latin typeface="McLaren"/>
              <a:ea typeface="McLaren"/>
              <a:cs typeface="McLaren"/>
              <a:sym typeface="McLare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100"/>
          <p:cNvSpPr txBox="1"/>
          <p:nvPr>
            <p:ph idx="4294967295" type="body"/>
          </p:nvPr>
        </p:nvSpPr>
        <p:spPr>
          <a:xfrm>
            <a:off x="2880625" y="1237650"/>
            <a:ext cx="3222900" cy="23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0000"/>
                </a:solidFill>
                <a:latin typeface="McLaren"/>
                <a:ea typeface="McLaren"/>
                <a:cs typeface="McLaren"/>
                <a:sym typeface="McLaren"/>
              </a:rPr>
              <a:t>Key Concept 7</a:t>
            </a:r>
            <a:r>
              <a:rPr b="1" lang="en" sz="2400">
                <a:solidFill>
                  <a:srgbClr val="000000"/>
                </a:solidFill>
                <a:latin typeface="McLaren"/>
                <a:ea typeface="McLaren"/>
                <a:cs typeface="McLaren"/>
                <a:sym typeface="McLaren"/>
              </a:rPr>
              <a:t>:</a:t>
            </a:r>
            <a:br>
              <a:rPr b="1" lang="en" sz="2000">
                <a:solidFill>
                  <a:srgbClr val="000000"/>
                </a:solidFill>
                <a:latin typeface="McLaren"/>
                <a:ea typeface="McLaren"/>
                <a:cs typeface="McLaren"/>
                <a:sym typeface="McLaren"/>
              </a:rPr>
            </a:br>
            <a:r>
              <a:rPr lang="en" sz="2600">
                <a:solidFill>
                  <a:srgbClr val="2F2F2F"/>
                </a:solidFill>
                <a:latin typeface="Loved by the King"/>
                <a:ea typeface="Loved by the King"/>
                <a:cs typeface="Loved by the King"/>
                <a:sym typeface="Loved by the King"/>
              </a:rPr>
              <a:t>A problem with a body system can result in fewer oxygen, glucose, and/or amino acid molecules getting to the body’s cells.</a:t>
            </a:r>
            <a:endParaRPr sz="2900">
              <a:solidFill>
                <a:srgbClr val="000000"/>
              </a:solidFill>
              <a:latin typeface="Loved by the King"/>
              <a:ea typeface="Loved by the King"/>
              <a:cs typeface="Loved by the King"/>
              <a:sym typeface="Loved by the King"/>
            </a:endParaRPr>
          </a:p>
          <a:p>
            <a:pPr indent="0" lvl="0" marL="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434343"/>
              </a:solidFill>
              <a:latin typeface="McLaren"/>
              <a:ea typeface="McLaren"/>
              <a:cs typeface="McLaren"/>
              <a:sym typeface="McLare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101"/>
          <p:cNvSpPr txBox="1"/>
          <p:nvPr>
            <p:ph idx="12" type="sldNum"/>
          </p:nvPr>
        </p:nvSpPr>
        <p:spPr>
          <a:xfrm>
            <a:off x="8716025" y="4676375"/>
            <a:ext cx="428100" cy="46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3" name="Google Shape;733;p101"/>
          <p:cNvSpPr txBox="1"/>
          <p:nvPr/>
        </p:nvSpPr>
        <p:spPr>
          <a:xfrm>
            <a:off x="5406775" y="874397"/>
            <a:ext cx="2896200" cy="26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434343"/>
                </a:solidFill>
                <a:latin typeface="McLaren"/>
                <a:ea typeface="McLaren"/>
                <a:cs typeface="McLaren"/>
                <a:sym typeface="McLaren"/>
              </a:rPr>
              <a:t>Word Bank</a:t>
            </a:r>
            <a:endParaRPr b="1" sz="2500">
              <a:solidFill>
                <a:srgbClr val="434343"/>
              </a:solidFill>
              <a:latin typeface="McLaren"/>
              <a:ea typeface="McLaren"/>
              <a:cs typeface="McLaren"/>
              <a:sym typeface="McLare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Loved by the King"/>
                <a:ea typeface="Loved by the King"/>
                <a:cs typeface="Loved by the King"/>
                <a:sym typeface="Loved by the King"/>
              </a:rPr>
              <a:t>oxygen</a:t>
            </a:r>
            <a:endParaRPr sz="1700">
              <a:latin typeface="Loved by the King"/>
              <a:ea typeface="Loved by the King"/>
              <a:cs typeface="Loved by the King"/>
              <a:sym typeface="Loved by the King"/>
            </a:endParaRPr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>
                <a:latin typeface="Loved by the King"/>
                <a:ea typeface="Loved by the King"/>
                <a:cs typeface="Loved by the King"/>
                <a:sym typeface="Loved by the King"/>
              </a:rPr>
              <a:t>respiratory system</a:t>
            </a:r>
            <a:endParaRPr sz="1700">
              <a:latin typeface="Loved by the King"/>
              <a:ea typeface="Loved by the King"/>
              <a:cs typeface="Loved by the King"/>
              <a:sym typeface="Loved by the King"/>
            </a:endParaRPr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>
                <a:latin typeface="Loved by the King"/>
                <a:ea typeface="Loved by the King"/>
                <a:cs typeface="Loved by the King"/>
                <a:sym typeface="Loved by the King"/>
              </a:rPr>
              <a:t>circulatory system</a:t>
            </a:r>
            <a:endParaRPr sz="1700">
              <a:latin typeface="Loved by the King"/>
              <a:ea typeface="Loved by the King"/>
              <a:cs typeface="Loved by the King"/>
              <a:sym typeface="Loved by the King"/>
            </a:endParaRPr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>
                <a:latin typeface="Loved by the King"/>
                <a:ea typeface="Loved by the King"/>
                <a:cs typeface="Loved by the King"/>
                <a:sym typeface="Loved by the King"/>
              </a:rPr>
              <a:t>cells</a:t>
            </a:r>
            <a:endParaRPr sz="1700">
              <a:latin typeface="Loved by the King"/>
              <a:ea typeface="Loved by the King"/>
              <a:cs typeface="Loved by the King"/>
              <a:sym typeface="Loved by the King"/>
            </a:endParaRPr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>
                <a:latin typeface="Loved by the King"/>
                <a:ea typeface="Loved by the King"/>
                <a:cs typeface="Loved by the King"/>
                <a:sym typeface="Loved by the King"/>
              </a:rPr>
              <a:t>starch</a:t>
            </a:r>
            <a:endParaRPr sz="1700">
              <a:latin typeface="Loved by the King"/>
              <a:ea typeface="Loved by the King"/>
              <a:cs typeface="Loved by the King"/>
              <a:sym typeface="Loved by the King"/>
            </a:endParaRPr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>
                <a:latin typeface="Loved by the King"/>
                <a:ea typeface="Loved by the King"/>
                <a:cs typeface="Loved by the King"/>
                <a:sym typeface="Loved by the King"/>
              </a:rPr>
              <a:t>digestive system</a:t>
            </a:r>
            <a:endParaRPr sz="1700">
              <a:latin typeface="Loved by the King"/>
              <a:ea typeface="Loved by the King"/>
              <a:cs typeface="Loved by the King"/>
              <a:sym typeface="Loved by the King"/>
            </a:endParaRPr>
          </a:p>
          <a:p>
            <a:pPr indent="0" lvl="0" marL="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rgbClr val="434343"/>
              </a:solidFill>
              <a:latin typeface="Loved by the King"/>
              <a:ea typeface="Loved by the King"/>
              <a:cs typeface="Loved by the King"/>
              <a:sym typeface="Loved by the King"/>
            </a:endParaRPr>
          </a:p>
        </p:txBody>
      </p:sp>
      <p:sp>
        <p:nvSpPr>
          <p:cNvPr id="734" name="Google Shape;734;p101"/>
          <p:cNvSpPr txBox="1"/>
          <p:nvPr/>
        </p:nvSpPr>
        <p:spPr>
          <a:xfrm>
            <a:off x="725350" y="299275"/>
            <a:ext cx="545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latin typeface="McLaren"/>
                <a:ea typeface="McLaren"/>
                <a:cs typeface="McLaren"/>
                <a:sym typeface="McLaren"/>
              </a:rPr>
              <a:t>Word Relationship</a:t>
            </a:r>
            <a:endParaRPr b="1" sz="2900">
              <a:latin typeface="McLaren"/>
              <a:ea typeface="McLaren"/>
              <a:cs typeface="McLaren"/>
              <a:sym typeface="McLaren"/>
            </a:endParaRPr>
          </a:p>
        </p:txBody>
      </p:sp>
      <p:sp>
        <p:nvSpPr>
          <p:cNvPr id="735" name="Google Shape;735;p101"/>
          <p:cNvSpPr txBox="1"/>
          <p:nvPr/>
        </p:nvSpPr>
        <p:spPr>
          <a:xfrm>
            <a:off x="883250" y="1156675"/>
            <a:ext cx="3990900" cy="3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cLaren"/>
              <a:buChar char="➔"/>
            </a:pPr>
            <a:r>
              <a:rPr lang="en" sz="2400">
                <a:latin typeface="McLaren"/>
                <a:ea typeface="McLaren"/>
                <a:cs typeface="McLaren"/>
                <a:sym typeface="McLaren"/>
              </a:rPr>
              <a:t>You’ll use the </a:t>
            </a:r>
            <a:r>
              <a:rPr b="1" lang="en" sz="2400">
                <a:latin typeface="McLaren"/>
                <a:ea typeface="McLaren"/>
                <a:cs typeface="McLaren"/>
                <a:sym typeface="McLaren"/>
              </a:rPr>
              <a:t>Word Relationships</a:t>
            </a:r>
            <a:r>
              <a:rPr lang="en" sz="2400">
                <a:latin typeface="McLaren"/>
                <a:ea typeface="McLaren"/>
                <a:cs typeface="McLaren"/>
                <a:sym typeface="McLaren"/>
              </a:rPr>
              <a:t> routine to </a:t>
            </a:r>
            <a:r>
              <a:rPr b="1" lang="en" sz="2400">
                <a:latin typeface="McLaren"/>
                <a:ea typeface="McLaren"/>
                <a:cs typeface="McLaren"/>
                <a:sym typeface="McLaren"/>
              </a:rPr>
              <a:t>create sentences </a:t>
            </a:r>
            <a:r>
              <a:rPr lang="en" sz="2400">
                <a:latin typeface="McLaren"/>
                <a:ea typeface="McLaren"/>
                <a:cs typeface="McLaren"/>
                <a:sym typeface="McLaren"/>
              </a:rPr>
              <a:t>that use these words and answer questions about the </a:t>
            </a:r>
            <a:r>
              <a:rPr b="1" lang="en" sz="2400">
                <a:latin typeface="McLaren"/>
                <a:ea typeface="McLaren"/>
                <a:cs typeface="McLaren"/>
                <a:sym typeface="McLaren"/>
              </a:rPr>
              <a:t>conditions</a:t>
            </a:r>
            <a:r>
              <a:rPr lang="en" sz="2400">
                <a:latin typeface="McLaren"/>
                <a:ea typeface="McLaren"/>
                <a:cs typeface="McLaren"/>
                <a:sym typeface="McLaren"/>
              </a:rPr>
              <a:t> you’ve learned about</a:t>
            </a:r>
            <a:endParaRPr sz="1300">
              <a:solidFill>
                <a:schemeClr val="dk1"/>
              </a:solidFill>
              <a:latin typeface="McLaren"/>
              <a:ea typeface="McLaren"/>
              <a:cs typeface="McLaren"/>
              <a:sym typeface="McLare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McLaren"/>
              <a:ea typeface="McLaren"/>
              <a:cs typeface="McLaren"/>
              <a:sym typeface="McLare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McLaren"/>
              <a:ea typeface="McLaren"/>
              <a:cs typeface="McLaren"/>
              <a:sym typeface="McLare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Jaques template">
  <a:themeElements>
    <a:clrScheme name="Custom 347">
      <a:dk1>
        <a:srgbClr val="434343"/>
      </a:dk1>
      <a:lt1>
        <a:srgbClr val="FFFFFF"/>
      </a:lt1>
      <a:dk2>
        <a:srgbClr val="0B5394"/>
      </a:dk2>
      <a:lt2>
        <a:srgbClr val="D5DDE4"/>
      </a:lt2>
      <a:accent1>
        <a:srgbClr val="55AAEE"/>
      </a:accent1>
      <a:accent2>
        <a:srgbClr val="FFBA3F"/>
      </a:accent2>
      <a:accent3>
        <a:srgbClr val="BDE06C"/>
      </a:accent3>
      <a:accent4>
        <a:srgbClr val="6AD8D6"/>
      </a:accent4>
      <a:accent5>
        <a:srgbClr val="AE98E4"/>
      </a:accent5>
      <a:accent6>
        <a:srgbClr val="F55A5A"/>
      </a:accent6>
      <a:hlink>
        <a:srgbClr val="434343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S Slides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