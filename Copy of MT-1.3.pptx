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0" r:id="rId4"/>
    <p:sldMasterId id="214748374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Black"/>
      <p:bold r:id="rId29"/>
      <p:boldItalic r:id="rId30"/>
    </p:embeddedFont>
    <p:embeddedFont>
      <p:font typeface="Roboto"/>
      <p:regular r:id="rId31"/>
      <p:bold r:id="rId32"/>
      <p:italic r:id="rId33"/>
      <p:boldItalic r:id="rId34"/>
    </p:embeddedFont>
    <p:embeddedFont>
      <p:font typeface="Roboto Medium"/>
      <p:regular r:id="rId35"/>
      <p:bold r:id="rId36"/>
      <p:italic r:id="rId37"/>
      <p:boldItalic r:id="rId38"/>
    </p:embeddedFont>
    <p:embeddedFont>
      <p:font typeface="Inconsolata"/>
      <p:regular r:id="rId39"/>
      <p:bold r:id="rId40"/>
    </p:embeddedFont>
    <p:embeddedFont>
      <p:font typeface="Pangolin"/>
      <p:regular r:id="rId41"/>
    </p:embeddedFont>
    <p:embeddedFont>
      <p:font typeface="Loved by the King"/>
      <p:regular r:id="rId42"/>
    </p:embeddedFont>
    <p:embeddedFont>
      <p:font typeface="Give You Glory"/>
      <p:regular r:id="rId43"/>
    </p:embeddedFont>
    <p:embeddedFont>
      <p:font typeface="McLaren"/>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consolata-bold.fntdata"/><Relationship Id="rId42" Type="http://schemas.openxmlformats.org/officeDocument/2006/relationships/font" Target="fonts/LovedbytheKing-regular.fntdata"/><Relationship Id="rId41" Type="http://schemas.openxmlformats.org/officeDocument/2006/relationships/font" Target="fonts/Pangolin-regular.fntdata"/><Relationship Id="rId44" Type="http://schemas.openxmlformats.org/officeDocument/2006/relationships/font" Target="fonts/McLaren-regular.fntdata"/><Relationship Id="rId43" Type="http://schemas.openxmlformats.org/officeDocument/2006/relationships/font" Target="fonts/GiveYouGlor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font" Target="fonts/RobotoBlack-boldItalic.fntdata"/><Relationship Id="rId33" Type="http://schemas.openxmlformats.org/officeDocument/2006/relationships/font" Target="fonts/Roboto-italic.fntdata"/><Relationship Id="rId32" Type="http://schemas.openxmlformats.org/officeDocument/2006/relationships/font" Target="fonts/Roboto-bold.fntdata"/><Relationship Id="rId35" Type="http://schemas.openxmlformats.org/officeDocument/2006/relationships/font" Target="fonts/RobotoMedium-regular.fntdata"/><Relationship Id="rId34" Type="http://schemas.openxmlformats.org/officeDocument/2006/relationships/font" Target="fonts/Roboto-boldItalic.fntdata"/><Relationship Id="rId37" Type="http://schemas.openxmlformats.org/officeDocument/2006/relationships/font" Target="fonts/RobotoMedium-italic.fntdata"/><Relationship Id="rId36" Type="http://schemas.openxmlformats.org/officeDocument/2006/relationships/font" Target="fonts/RobotoMedium-bold.fntdata"/><Relationship Id="rId39" Type="http://schemas.openxmlformats.org/officeDocument/2006/relationships/font" Target="fonts/Inconsolata-regular.fntdata"/><Relationship Id="rId38" Type="http://schemas.openxmlformats.org/officeDocument/2006/relationships/font" Target="fonts/RobotoMedium-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RobotoBlack-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c2bdd0cb98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c2bdd0cb98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a:solidFill>
                <a:schemeClr val="dk1"/>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69694836b9_0_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69694836b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c2bdd0cb98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c2bdd0cb98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69694836b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69694836b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c2bdd0cb98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c2bdd0cb98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c2bdd0cb98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c2bdd0cb98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c2bdd0cb98_0_11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c2bdd0cb98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c2bdd0cb98_0_11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c2bdd0cb98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69694836b9_0_1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69694836b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c2bdd0cb98_0_11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c2bdd0cb98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c2bdd0cb98_0_1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c2bdd0cb98_0_1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c2bdd0cb98_0_11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c2bdd0cb98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c2bdd0cb98_0_11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c2bdd0cb98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c2bdd0cb98_0_11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c2bdd0cb98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c2bdd0cb98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c2bdd0cb9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c2bdd0cb98_1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c2bdd0cb98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c2bdd0cb98_1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c2bdd0cb98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c2bdd0cb98_1_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c2bdd0cb98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c2bdd0cb98_1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3c2bdd0cb98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c75584db02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c75584db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c2bdd0cb98_1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c2bdd0cb98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c2bdd0cb98_1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c2bdd0cb98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5.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45450" y="1197750"/>
            <a:ext cx="3434100" cy="2748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1pPr>
            <a:lvl2pPr lvl="1"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2pPr>
            <a:lvl3pPr lvl="2"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3pPr>
            <a:lvl4pPr lvl="3"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4pPr>
            <a:lvl5pPr lvl="4"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5pPr>
            <a:lvl6pPr lvl="5"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6pPr>
            <a:lvl7pPr lvl="6"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7pPr>
            <a:lvl8pPr lvl="7"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8pPr>
            <a:lvl9pPr lvl="8"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703525" y="1735750"/>
            <a:ext cx="3486300" cy="115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1pPr>
            <a:lvl2pPr lvl="1"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2pPr>
            <a:lvl3pPr lvl="2"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3pPr>
            <a:lvl4pPr lvl="3"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4pPr>
            <a:lvl5pPr lvl="4"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5pPr>
            <a:lvl6pPr lvl="5"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6pPr>
            <a:lvl7pPr lvl="6"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7pPr>
            <a:lvl8pPr lvl="7"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8pPr>
            <a:lvl9pPr lvl="8"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9pPr>
          </a:lstStyle>
          <a:p/>
        </p:txBody>
      </p:sp>
      <p:sp>
        <p:nvSpPr>
          <p:cNvPr id="13" name="Google Shape;13;p3"/>
          <p:cNvSpPr txBox="1"/>
          <p:nvPr>
            <p:ph idx="1" type="subTitle"/>
          </p:nvPr>
        </p:nvSpPr>
        <p:spPr>
          <a:xfrm>
            <a:off x="2703525" y="2763852"/>
            <a:ext cx="34863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400"/>
              <a:buFont typeface="Inconsolata"/>
              <a:buNone/>
              <a:defRPr>
                <a:solidFill>
                  <a:srgbClr val="434343"/>
                </a:solidFill>
                <a:latin typeface="Inconsolata"/>
                <a:ea typeface="Inconsolata"/>
                <a:cs typeface="Inconsolata"/>
                <a:sym typeface="Inconsolata"/>
              </a:defRPr>
            </a:lvl1pPr>
            <a:lvl2pPr lvl="1"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2pPr>
            <a:lvl3pPr lvl="2"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3pPr>
            <a:lvl4pPr lvl="3"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4pPr>
            <a:lvl5pPr lvl="4"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5pPr>
            <a:lvl6pPr lvl="5"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6pPr>
            <a:lvl7pPr lvl="6"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7pPr>
            <a:lvl8pPr lvl="7"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8pPr>
            <a:lvl9pPr lvl="8"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4"/>
          <p:cNvSpPr txBox="1"/>
          <p:nvPr>
            <p:ph idx="1" type="body"/>
          </p:nvPr>
        </p:nvSpPr>
        <p:spPr>
          <a:xfrm>
            <a:off x="962850" y="876850"/>
            <a:ext cx="4955700" cy="819900"/>
          </a:xfrm>
          <a:prstGeom prst="rect">
            <a:avLst/>
          </a:prstGeom>
        </p:spPr>
        <p:txBody>
          <a:bodyPr anchorCtr="0" anchor="t" bIns="91425" lIns="91425" spcFirstLastPara="1" rIns="91425" wrap="square" tIns="91425">
            <a:noAutofit/>
          </a:bodyPr>
          <a:lstStyle>
            <a:lvl1pPr indent="-419100" lvl="0" marL="457200">
              <a:lnSpc>
                <a:spcPct val="130000"/>
              </a:lnSpc>
              <a:spcBef>
                <a:spcPts val="0"/>
              </a:spcBef>
              <a:spcAft>
                <a:spcPts val="0"/>
              </a:spcAft>
              <a:buSzPts val="3000"/>
              <a:buChar char="✗"/>
              <a:defRPr i="1" sz="3000"/>
            </a:lvl1pPr>
            <a:lvl2pPr indent="-419100" lvl="1" marL="914400">
              <a:lnSpc>
                <a:spcPct val="130000"/>
              </a:lnSpc>
              <a:spcBef>
                <a:spcPts val="0"/>
              </a:spcBef>
              <a:spcAft>
                <a:spcPts val="0"/>
              </a:spcAft>
              <a:buSzPts val="3000"/>
              <a:buChar char="✗"/>
              <a:defRPr i="1" sz="3000"/>
            </a:lvl2pPr>
            <a:lvl3pPr indent="-419100" lvl="2" marL="1371600">
              <a:lnSpc>
                <a:spcPct val="130000"/>
              </a:lnSpc>
              <a:spcBef>
                <a:spcPts val="0"/>
              </a:spcBef>
              <a:spcAft>
                <a:spcPts val="0"/>
              </a:spcAft>
              <a:buSzPts val="3000"/>
              <a:buChar char="✗"/>
              <a:defRPr i="1" sz="3000"/>
            </a:lvl3pPr>
            <a:lvl4pPr indent="-419100" lvl="3" marL="1828800">
              <a:lnSpc>
                <a:spcPct val="130000"/>
              </a:lnSpc>
              <a:spcBef>
                <a:spcPts val="0"/>
              </a:spcBef>
              <a:spcAft>
                <a:spcPts val="0"/>
              </a:spcAft>
              <a:buSzPts val="3000"/>
              <a:buChar char="✗"/>
              <a:defRPr i="1" sz="3000"/>
            </a:lvl4pPr>
            <a:lvl5pPr indent="-419100" lvl="4" marL="2286000">
              <a:lnSpc>
                <a:spcPct val="130000"/>
              </a:lnSpc>
              <a:spcBef>
                <a:spcPts val="0"/>
              </a:spcBef>
              <a:spcAft>
                <a:spcPts val="0"/>
              </a:spcAft>
              <a:buSzPts val="3000"/>
              <a:buChar char="✗"/>
              <a:defRPr i="1" sz="3000"/>
            </a:lvl5pPr>
            <a:lvl6pPr indent="-419100" lvl="5" marL="2743200">
              <a:lnSpc>
                <a:spcPct val="130000"/>
              </a:lnSpc>
              <a:spcBef>
                <a:spcPts val="0"/>
              </a:spcBef>
              <a:spcAft>
                <a:spcPts val="0"/>
              </a:spcAft>
              <a:buSzPts val="3000"/>
              <a:buChar char="✗"/>
              <a:defRPr i="1" sz="3000"/>
            </a:lvl6pPr>
            <a:lvl7pPr indent="-419100" lvl="6" marL="3200400">
              <a:lnSpc>
                <a:spcPct val="130000"/>
              </a:lnSpc>
              <a:spcBef>
                <a:spcPts val="0"/>
              </a:spcBef>
              <a:spcAft>
                <a:spcPts val="0"/>
              </a:spcAft>
              <a:buSzPts val="3000"/>
              <a:buChar char="✗"/>
              <a:defRPr i="1" sz="3000"/>
            </a:lvl7pPr>
            <a:lvl8pPr indent="-419100" lvl="7" marL="3657600">
              <a:lnSpc>
                <a:spcPct val="130000"/>
              </a:lnSpc>
              <a:spcBef>
                <a:spcPts val="0"/>
              </a:spcBef>
              <a:spcAft>
                <a:spcPts val="0"/>
              </a:spcAft>
              <a:buSzPts val="3000"/>
              <a:buChar char="✗"/>
              <a:defRPr i="1" sz="3000"/>
            </a:lvl8pPr>
            <a:lvl9pPr indent="-419100" lvl="8" marL="4114800">
              <a:lnSpc>
                <a:spcPct val="130000"/>
              </a:lnSpc>
              <a:spcBef>
                <a:spcPts val="0"/>
              </a:spcBef>
              <a:spcAft>
                <a:spcPts val="0"/>
              </a:spcAft>
              <a:buSzPts val="3000"/>
              <a:buChar char="✗"/>
              <a:defRPr i="1" sz="3000"/>
            </a:lvl9pPr>
          </a:lstStyle>
          <a:p/>
        </p:txBody>
      </p:sp>
      <p:sp>
        <p:nvSpPr>
          <p:cNvPr id="16" name="Google Shape;16;p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866375" y="1304543"/>
            <a:ext cx="5626200" cy="30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6"/>
          <p:cNvSpPr txBox="1"/>
          <p:nvPr>
            <p:ph type="title"/>
          </p:nvPr>
        </p:nvSpPr>
        <p:spPr>
          <a:xfrm>
            <a:off x="866375" y="642310"/>
            <a:ext cx="3966600" cy="8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 name="Google Shape;23;p6"/>
          <p:cNvSpPr txBox="1"/>
          <p:nvPr>
            <p:ph idx="1" type="body"/>
          </p:nvPr>
        </p:nvSpPr>
        <p:spPr>
          <a:xfrm>
            <a:off x="866375" y="1609350"/>
            <a:ext cx="3966600" cy="283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7"/>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7"/>
          <p:cNvSpPr txBox="1"/>
          <p:nvPr>
            <p:ph idx="1" type="body"/>
          </p:nvPr>
        </p:nvSpPr>
        <p:spPr>
          <a:xfrm>
            <a:off x="866375"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 name="Google Shape;28;p7"/>
          <p:cNvSpPr txBox="1"/>
          <p:nvPr>
            <p:ph idx="2" type="body"/>
          </p:nvPr>
        </p:nvSpPr>
        <p:spPr>
          <a:xfrm>
            <a:off x="3761704"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 name="Google Shape;29;p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66375" y="358375"/>
            <a:ext cx="75678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8"/>
          <p:cNvSpPr txBox="1"/>
          <p:nvPr>
            <p:ph idx="1" type="body"/>
          </p:nvPr>
        </p:nvSpPr>
        <p:spPr>
          <a:xfrm>
            <a:off x="866375"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3" name="Google Shape;33;p8"/>
          <p:cNvSpPr txBox="1"/>
          <p:nvPr>
            <p:ph idx="2" type="body"/>
          </p:nvPr>
        </p:nvSpPr>
        <p:spPr>
          <a:xfrm>
            <a:off x="3430687"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4" name="Google Shape;34;p8"/>
          <p:cNvSpPr txBox="1"/>
          <p:nvPr>
            <p:ph idx="3" type="body"/>
          </p:nvPr>
        </p:nvSpPr>
        <p:spPr>
          <a:xfrm>
            <a:off x="5994999"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5" name="Google Shape;35;p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0"/>
          <p:cNvSpPr txBox="1"/>
          <p:nvPr>
            <p:ph idx="1" type="body"/>
          </p:nvPr>
        </p:nvSpPr>
        <p:spPr>
          <a:xfrm>
            <a:off x="924850" y="3872900"/>
            <a:ext cx="75990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41" name="Google Shape;41;p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laroid"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stit">
  <p:cSld name="BLANK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ig postit">
  <p:cSld name="BLANK_1_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2_1">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_1">
    <p:bg>
      <p:bgPr>
        <a:noFill/>
      </p:bgPr>
    </p:bg>
    <p:spTree>
      <p:nvGrpSpPr>
        <p:cNvPr id="50" name="Shape 50"/>
        <p:cNvGrpSpPr/>
        <p:nvPr/>
      </p:nvGrpSpPr>
      <p:grpSpPr>
        <a:xfrm>
          <a:off x="0" y="0"/>
          <a:ext cx="0" cy="0"/>
          <a:chOff x="0" y="0"/>
          <a:chExt cx="0" cy="0"/>
        </a:xfrm>
      </p:grpSpPr>
      <p:pic>
        <p:nvPicPr>
          <p:cNvPr descr="notepad4.png" id="51" name="Google Shape;51;p15"/>
          <p:cNvPicPr preferRelativeResize="0"/>
          <p:nvPr/>
        </p:nvPicPr>
        <p:blipFill>
          <a:blip r:embed="rId2">
            <a:alphaModFix/>
          </a:blip>
          <a:stretch>
            <a:fillRect/>
          </a:stretch>
        </p:blipFill>
        <p:spPr>
          <a:xfrm>
            <a:off x="0" y="0"/>
            <a:ext cx="9144000" cy="5143516"/>
          </a:xfrm>
          <a:prstGeom prst="rect">
            <a:avLst/>
          </a:prstGeom>
          <a:noFill/>
          <a:ln>
            <a:noFill/>
          </a:ln>
        </p:spPr>
      </p:pic>
      <p:sp>
        <p:nvSpPr>
          <p:cNvPr id="52" name="Google Shape;52;p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5" name="Google Shape;55;p16"/>
          <p:cNvSpPr txBox="1"/>
          <p:nvPr>
            <p:ph type="title"/>
          </p:nvPr>
        </p:nvSpPr>
        <p:spPr>
          <a:xfrm>
            <a:off x="808850" y="2596896"/>
            <a:ext cx="7439700" cy="553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56" name="Google Shape;56;p16"/>
          <p:cNvSpPr txBox="1"/>
          <p:nvPr>
            <p:ph idx="2" type="title"/>
          </p:nvPr>
        </p:nvSpPr>
        <p:spPr>
          <a:xfrm>
            <a:off x="808850" y="3109821"/>
            <a:ext cx="7439700" cy="865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57" name="Shape 57"/>
        <p:cNvGrpSpPr/>
        <p:nvPr/>
      </p:nvGrpSpPr>
      <p:grpSpPr>
        <a:xfrm>
          <a:off x="0" y="0"/>
          <a:ext cx="0" cy="0"/>
          <a:chOff x="0" y="0"/>
          <a:chExt cx="0" cy="0"/>
        </a:xfrm>
      </p:grpSpPr>
      <p:sp>
        <p:nvSpPr>
          <p:cNvPr id="58" name="Google Shape;58;p17"/>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7"/>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7"/>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61" name="Shape 61"/>
        <p:cNvGrpSpPr/>
        <p:nvPr/>
      </p:nvGrpSpPr>
      <p:grpSpPr>
        <a:xfrm>
          <a:off x="0" y="0"/>
          <a:ext cx="0" cy="0"/>
          <a:chOff x="0" y="0"/>
          <a:chExt cx="0" cy="0"/>
        </a:xfrm>
      </p:grpSpPr>
      <p:sp>
        <p:nvSpPr>
          <p:cNvPr id="62" name="Google Shape;62;p18"/>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3" name="Google Shape;63;p18"/>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5" name="Google Shape;65;p1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6" name="Google Shape;66;p18"/>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67" name="Shape 67"/>
        <p:cNvGrpSpPr/>
        <p:nvPr/>
      </p:nvGrpSpPr>
      <p:grpSpPr>
        <a:xfrm>
          <a:off x="0" y="0"/>
          <a:ext cx="0" cy="0"/>
          <a:chOff x="0" y="0"/>
          <a:chExt cx="0" cy="0"/>
        </a:xfrm>
      </p:grpSpPr>
      <p:sp>
        <p:nvSpPr>
          <p:cNvPr id="68" name="Google Shape;68;p19"/>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9" name="Google Shape;69;p19"/>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70" name="Google Shape;70;p19"/>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 name="Google Shape;71;p19"/>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2" name="Google Shape;72;p19"/>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73" name="Shape 73"/>
        <p:cNvGrpSpPr/>
        <p:nvPr/>
      </p:nvGrpSpPr>
      <p:grpSpPr>
        <a:xfrm>
          <a:off x="0" y="0"/>
          <a:ext cx="0" cy="0"/>
          <a:chOff x="0" y="0"/>
          <a:chExt cx="0" cy="0"/>
        </a:xfrm>
      </p:grpSpPr>
      <p:sp>
        <p:nvSpPr>
          <p:cNvPr id="74" name="Google Shape;7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2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76" name="Shape 76"/>
        <p:cNvGrpSpPr/>
        <p:nvPr/>
      </p:nvGrpSpPr>
      <p:grpSpPr>
        <a:xfrm>
          <a:off x="0" y="0"/>
          <a:ext cx="0" cy="0"/>
          <a:chOff x="0" y="0"/>
          <a:chExt cx="0" cy="0"/>
        </a:xfrm>
      </p:grpSpPr>
      <p:sp>
        <p:nvSpPr>
          <p:cNvPr id="77" name="Google Shape;77;p2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2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 name="Google Shape;79;p21"/>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0" name="Google Shape;80;p2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82" name="Shape 82"/>
        <p:cNvGrpSpPr/>
        <p:nvPr/>
      </p:nvGrpSpPr>
      <p:grpSpPr>
        <a:xfrm>
          <a:off x="0" y="0"/>
          <a:ext cx="0" cy="0"/>
          <a:chOff x="0" y="0"/>
          <a:chExt cx="0" cy="0"/>
        </a:xfrm>
      </p:grpSpPr>
      <p:pic>
        <p:nvPicPr>
          <p:cNvPr id="83" name="Google Shape;83;p22"/>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84" name="Google Shape;84;p22"/>
          <p:cNvSpPr txBox="1"/>
          <p:nvPr>
            <p:ph type="title"/>
          </p:nvPr>
        </p:nvSpPr>
        <p:spPr>
          <a:xfrm>
            <a:off x="1229950" y="1739144"/>
            <a:ext cx="7011900" cy="572700"/>
          </a:xfrm>
          <a:prstGeom prst="rect">
            <a:avLst/>
          </a:prstGeom>
        </p:spPr>
        <p:txBody>
          <a:bodyPr anchorCtr="0" anchor="b" bIns="91425" lIns="91425" spcFirstLastPara="1" rIns="91425" wrap="square" tIns="91425">
            <a:noAutofit/>
          </a:bodyPr>
          <a:lstStyle>
            <a:lvl1pPr lvl="0">
              <a:spcBef>
                <a:spcPts val="0"/>
              </a:spcBef>
              <a:spcAft>
                <a:spcPts val="0"/>
              </a:spcAft>
              <a:buClr>
                <a:srgbClr val="2F2F2F"/>
              </a:buClr>
              <a:buSzPts val="2800"/>
              <a:buFont typeface="Roboto Black"/>
              <a:buNone/>
              <a:defRPr sz="2800">
                <a:solidFill>
                  <a:srgbClr val="2F2F2F"/>
                </a:solidFill>
                <a:latin typeface="Roboto Black"/>
                <a:ea typeface="Roboto Black"/>
                <a:cs typeface="Roboto Black"/>
                <a:sym typeface="Roboto Black"/>
              </a:defRPr>
            </a:lvl1pPr>
            <a:lvl2pPr lvl="1">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2pPr>
            <a:lvl3pPr lvl="2">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3pPr>
            <a:lvl4pPr lvl="3">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4pPr>
            <a:lvl5pPr lvl="4">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5pPr>
            <a:lvl6pPr lvl="5">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6pPr>
            <a:lvl7pPr lvl="6">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7pPr>
            <a:lvl8pPr lvl="7">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8pPr>
            <a:lvl9pPr lvl="8">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9pPr>
          </a:lstStyle>
          <a:p/>
        </p:txBody>
      </p:sp>
      <p:sp>
        <p:nvSpPr>
          <p:cNvPr id="85" name="Google Shape;85;p2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6" name="Google Shape;86;p2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 name="Google Shape;87;p22"/>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81000" lvl="1" marL="914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2pPr>
            <a:lvl3pPr indent="-381000" lvl="2" marL="1371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3pPr>
            <a:lvl4pPr indent="-381000" lvl="3" marL="1828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4pPr>
            <a:lvl5pPr indent="-381000" lvl="4" marL="22860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5pPr>
            <a:lvl6pPr indent="-381000" lvl="5" marL="27432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6pPr>
            <a:lvl7pPr indent="-381000" lvl="6" marL="3200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7pPr>
            <a:lvl8pPr indent="-381000" lvl="7" marL="3657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8pPr>
            <a:lvl9pPr indent="-381000" lvl="8" marL="4114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88" name="Shape 88"/>
        <p:cNvGrpSpPr/>
        <p:nvPr/>
      </p:nvGrpSpPr>
      <p:grpSpPr>
        <a:xfrm>
          <a:off x="0" y="0"/>
          <a:ext cx="0" cy="0"/>
          <a:chOff x="0" y="0"/>
          <a:chExt cx="0" cy="0"/>
        </a:xfrm>
      </p:grpSpPr>
      <p:sp>
        <p:nvSpPr>
          <p:cNvPr id="89" name="Google Shape;89;p2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0" name="Google Shape;90;p2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 name="Google Shape;91;p2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2" name="Google Shape;92;p2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93" name="Google Shape;93;p23"/>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23"/>
          <p:cNvGrpSpPr/>
          <p:nvPr/>
        </p:nvGrpSpPr>
        <p:grpSpPr>
          <a:xfrm>
            <a:off x="256025" y="1280050"/>
            <a:ext cx="3657600" cy="164700"/>
            <a:chOff x="256025" y="1280050"/>
            <a:chExt cx="3657600" cy="164700"/>
          </a:xfrm>
        </p:grpSpPr>
        <p:sp>
          <p:nvSpPr>
            <p:cNvPr id="95" name="Google Shape;95;p23"/>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23"/>
            <p:cNvGrpSpPr/>
            <p:nvPr/>
          </p:nvGrpSpPr>
          <p:grpSpPr>
            <a:xfrm>
              <a:off x="323020" y="1326935"/>
              <a:ext cx="264664" cy="61800"/>
              <a:chOff x="322595" y="642846"/>
              <a:chExt cx="264664" cy="61800"/>
            </a:xfrm>
          </p:grpSpPr>
          <p:sp>
            <p:nvSpPr>
              <p:cNvPr id="97" name="Google Shape;97;p2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100" name="Shape 100"/>
        <p:cNvGrpSpPr/>
        <p:nvPr/>
      </p:nvGrpSpPr>
      <p:grpSpPr>
        <a:xfrm>
          <a:off x="0" y="0"/>
          <a:ext cx="0" cy="0"/>
          <a:chOff x="0" y="0"/>
          <a:chExt cx="0" cy="0"/>
        </a:xfrm>
      </p:grpSpPr>
      <p:sp>
        <p:nvSpPr>
          <p:cNvPr id="101" name="Google Shape;101;p2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02" name="Google Shape;102;p24"/>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03" name="Google Shape;103;p2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4" name="Google Shape;104;p24"/>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5" name="Google Shape;105;p24"/>
          <p:cNvSpPr/>
          <p:nvPr/>
        </p:nvSpPr>
        <p:spPr>
          <a:xfrm>
            <a:off x="246888" y="594360"/>
            <a:ext cx="3447300" cy="426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4"/>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107" name="Shape 107"/>
        <p:cNvGrpSpPr/>
        <p:nvPr/>
      </p:nvGrpSpPr>
      <p:grpSpPr>
        <a:xfrm>
          <a:off x="0" y="0"/>
          <a:ext cx="0" cy="0"/>
          <a:chOff x="0" y="0"/>
          <a:chExt cx="0" cy="0"/>
        </a:xfrm>
      </p:grpSpPr>
      <p:sp>
        <p:nvSpPr>
          <p:cNvPr id="108" name="Google Shape;108;p2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9" name="Google Shape;109;p2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 name="Google Shape;111;p2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12" name="Google Shape;112;p2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
        <p:nvSpPr>
          <p:cNvPr id="113" name="Google Shape;113;p2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5"/>
          <p:cNvGrpSpPr/>
          <p:nvPr/>
        </p:nvGrpSpPr>
        <p:grpSpPr>
          <a:xfrm>
            <a:off x="256025" y="1280050"/>
            <a:ext cx="3657600" cy="164700"/>
            <a:chOff x="256025" y="1280050"/>
            <a:chExt cx="3657600" cy="164700"/>
          </a:xfrm>
        </p:grpSpPr>
        <p:sp>
          <p:nvSpPr>
            <p:cNvPr id="115" name="Google Shape;115;p2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25"/>
            <p:cNvGrpSpPr/>
            <p:nvPr/>
          </p:nvGrpSpPr>
          <p:grpSpPr>
            <a:xfrm>
              <a:off x="323020" y="1326935"/>
              <a:ext cx="264664" cy="61800"/>
              <a:chOff x="322595" y="642846"/>
              <a:chExt cx="264664" cy="61800"/>
            </a:xfrm>
          </p:grpSpPr>
          <p:sp>
            <p:nvSpPr>
              <p:cNvPr id="117" name="Google Shape;117;p2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20" name="Shape 120"/>
        <p:cNvGrpSpPr/>
        <p:nvPr/>
      </p:nvGrpSpPr>
      <p:grpSpPr>
        <a:xfrm>
          <a:off x="0" y="0"/>
          <a:ext cx="0" cy="0"/>
          <a:chOff x="0" y="0"/>
          <a:chExt cx="0" cy="0"/>
        </a:xfrm>
      </p:grpSpPr>
      <p:pic>
        <p:nvPicPr>
          <p:cNvPr id="121" name="Google Shape;121;p26"/>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22" name="Google Shape;122;p26"/>
          <p:cNvSpPr txBox="1"/>
          <p:nvPr>
            <p:ph type="title"/>
          </p:nvPr>
        </p:nvSpPr>
        <p:spPr>
          <a:xfrm>
            <a:off x="820200" y="1184699"/>
            <a:ext cx="75036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23" name="Google Shape;123;p26"/>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4" name="Google Shape;124;p26"/>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5" name="Google Shape;125;p26"/>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0"/>
              </a:spcBef>
              <a:spcAft>
                <a:spcPts val="0"/>
              </a:spcAft>
              <a:buSzPts val="2000"/>
              <a:buFont typeface="Roboto Medium"/>
              <a:buChar char="✗"/>
              <a:defRPr sz="2000">
                <a:latin typeface="Roboto Medium"/>
                <a:ea typeface="Roboto Medium"/>
                <a:cs typeface="Roboto Medium"/>
                <a:sym typeface="Roboto Medium"/>
              </a:defRPr>
            </a:lvl9pPr>
          </a:lstStyle>
          <a:p/>
        </p:txBody>
      </p:sp>
      <p:sp>
        <p:nvSpPr>
          <p:cNvPr id="126" name="Google Shape;126;p26"/>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Black"/>
              <a:buChar char="✗"/>
              <a:defRPr sz="4000">
                <a:latin typeface="Roboto Black"/>
                <a:ea typeface="Roboto Black"/>
                <a:cs typeface="Roboto Black"/>
                <a:sym typeface="Roboto Black"/>
              </a:defRPr>
            </a:lvl1pPr>
            <a:lvl2pPr indent="-482600" lvl="1" marL="914400" algn="ctr">
              <a:spcBef>
                <a:spcPts val="0"/>
              </a:spcBef>
              <a:spcAft>
                <a:spcPts val="0"/>
              </a:spcAft>
              <a:buSzPts val="4000"/>
              <a:buFont typeface="Roboto Black"/>
              <a:buChar char="✗"/>
              <a:defRPr sz="4000">
                <a:latin typeface="Roboto Black"/>
                <a:ea typeface="Roboto Black"/>
                <a:cs typeface="Roboto Black"/>
                <a:sym typeface="Roboto Black"/>
              </a:defRPr>
            </a:lvl2pPr>
            <a:lvl3pPr indent="-482600" lvl="2" marL="1371600" algn="ctr">
              <a:spcBef>
                <a:spcPts val="0"/>
              </a:spcBef>
              <a:spcAft>
                <a:spcPts val="0"/>
              </a:spcAft>
              <a:buSzPts val="4000"/>
              <a:buFont typeface="Roboto Black"/>
              <a:buChar char="✗"/>
              <a:defRPr sz="4000">
                <a:latin typeface="Roboto Black"/>
                <a:ea typeface="Roboto Black"/>
                <a:cs typeface="Roboto Black"/>
                <a:sym typeface="Roboto Black"/>
              </a:defRPr>
            </a:lvl3pPr>
            <a:lvl4pPr indent="-482600" lvl="3" marL="1828800" algn="ctr">
              <a:spcBef>
                <a:spcPts val="0"/>
              </a:spcBef>
              <a:spcAft>
                <a:spcPts val="0"/>
              </a:spcAft>
              <a:buSzPts val="4000"/>
              <a:buFont typeface="Roboto Black"/>
              <a:buChar char="✗"/>
              <a:defRPr sz="4000">
                <a:latin typeface="Roboto Black"/>
                <a:ea typeface="Roboto Black"/>
                <a:cs typeface="Roboto Black"/>
                <a:sym typeface="Roboto Black"/>
              </a:defRPr>
            </a:lvl4pPr>
            <a:lvl5pPr indent="-482600" lvl="4" marL="2286000" algn="ctr">
              <a:spcBef>
                <a:spcPts val="0"/>
              </a:spcBef>
              <a:spcAft>
                <a:spcPts val="0"/>
              </a:spcAft>
              <a:buSzPts val="4000"/>
              <a:buFont typeface="Roboto Black"/>
              <a:buChar char="✗"/>
              <a:defRPr sz="4000">
                <a:latin typeface="Roboto Black"/>
                <a:ea typeface="Roboto Black"/>
                <a:cs typeface="Roboto Black"/>
                <a:sym typeface="Roboto Black"/>
              </a:defRPr>
            </a:lvl5pPr>
            <a:lvl6pPr indent="-482600" lvl="5" marL="2743200" algn="ctr">
              <a:spcBef>
                <a:spcPts val="0"/>
              </a:spcBef>
              <a:spcAft>
                <a:spcPts val="0"/>
              </a:spcAft>
              <a:buSzPts val="4000"/>
              <a:buFont typeface="Roboto Black"/>
              <a:buChar char="✗"/>
              <a:defRPr sz="4000">
                <a:latin typeface="Roboto Black"/>
                <a:ea typeface="Roboto Black"/>
                <a:cs typeface="Roboto Black"/>
                <a:sym typeface="Roboto Black"/>
              </a:defRPr>
            </a:lvl6pPr>
            <a:lvl7pPr indent="-482600" lvl="6" marL="3200400" algn="ctr">
              <a:spcBef>
                <a:spcPts val="0"/>
              </a:spcBef>
              <a:spcAft>
                <a:spcPts val="0"/>
              </a:spcAft>
              <a:buSzPts val="4000"/>
              <a:buFont typeface="Roboto Black"/>
              <a:buChar char="✗"/>
              <a:defRPr sz="4000">
                <a:latin typeface="Roboto Black"/>
                <a:ea typeface="Roboto Black"/>
                <a:cs typeface="Roboto Black"/>
                <a:sym typeface="Roboto Black"/>
              </a:defRPr>
            </a:lvl7pPr>
            <a:lvl8pPr indent="-482600" lvl="7" marL="3657600" algn="ctr">
              <a:spcBef>
                <a:spcPts val="0"/>
              </a:spcBef>
              <a:spcAft>
                <a:spcPts val="0"/>
              </a:spcAft>
              <a:buSzPts val="4000"/>
              <a:buFont typeface="Roboto Black"/>
              <a:buChar char="✗"/>
              <a:defRPr sz="4000">
                <a:latin typeface="Roboto Black"/>
                <a:ea typeface="Roboto Black"/>
                <a:cs typeface="Roboto Black"/>
                <a:sym typeface="Roboto Black"/>
              </a:defRPr>
            </a:lvl8pPr>
            <a:lvl9pPr indent="-482600" lvl="8" marL="4114800" algn="ctr">
              <a:spcBef>
                <a:spcPts val="0"/>
              </a:spcBef>
              <a:spcAft>
                <a:spcPts val="0"/>
              </a:spcAft>
              <a:buSzPts val="4000"/>
              <a:buFont typeface="Roboto Black"/>
              <a:buChar char="✗"/>
              <a:defRPr sz="4000">
                <a:latin typeface="Roboto Black"/>
                <a:ea typeface="Roboto Black"/>
                <a:cs typeface="Roboto Black"/>
                <a:sym typeface="Roboto Black"/>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127" name="Shape 127"/>
        <p:cNvGrpSpPr/>
        <p:nvPr/>
      </p:nvGrpSpPr>
      <p:grpSpPr>
        <a:xfrm>
          <a:off x="0" y="0"/>
          <a:ext cx="0" cy="0"/>
          <a:chOff x="0" y="0"/>
          <a:chExt cx="0" cy="0"/>
        </a:xfrm>
      </p:grpSpPr>
      <p:sp>
        <p:nvSpPr>
          <p:cNvPr id="128" name="Google Shape;128;p2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29" name="Google Shape;129;p2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0" name="Google Shape;130;p2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1" name="Google Shape;131;p2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132" name="Google Shape;132;p27"/>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27"/>
          <p:cNvGrpSpPr/>
          <p:nvPr/>
        </p:nvGrpSpPr>
        <p:grpSpPr>
          <a:xfrm>
            <a:off x="248150" y="722275"/>
            <a:ext cx="3447300" cy="164700"/>
            <a:chOff x="248150" y="722275"/>
            <a:chExt cx="3447300" cy="164700"/>
          </a:xfrm>
        </p:grpSpPr>
        <p:sp>
          <p:nvSpPr>
            <p:cNvPr id="134" name="Google Shape;134;p27"/>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7"/>
            <p:cNvGrpSpPr/>
            <p:nvPr/>
          </p:nvGrpSpPr>
          <p:grpSpPr>
            <a:xfrm>
              <a:off x="322595" y="769160"/>
              <a:ext cx="264664" cy="61800"/>
              <a:chOff x="322595" y="642846"/>
              <a:chExt cx="264664" cy="61800"/>
            </a:xfrm>
          </p:grpSpPr>
          <p:sp>
            <p:nvSpPr>
              <p:cNvPr id="136" name="Google Shape;136;p27"/>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7"/>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139" name="Shape 139"/>
        <p:cNvGrpSpPr/>
        <p:nvPr/>
      </p:nvGrpSpPr>
      <p:grpSpPr>
        <a:xfrm>
          <a:off x="0" y="0"/>
          <a:ext cx="0" cy="0"/>
          <a:chOff x="0" y="0"/>
          <a:chExt cx="0" cy="0"/>
        </a:xfrm>
      </p:grpSpPr>
      <p:sp>
        <p:nvSpPr>
          <p:cNvPr id="140" name="Google Shape;140;p28"/>
          <p:cNvSpPr txBox="1"/>
          <p:nvPr/>
        </p:nvSpPr>
        <p:spPr>
          <a:xfrm>
            <a:off x="804676" y="2133000"/>
            <a:ext cx="7408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800">
                <a:solidFill>
                  <a:srgbClr val="333FBF"/>
                </a:solidFill>
                <a:latin typeface="Roboto"/>
                <a:ea typeface="Roboto"/>
                <a:cs typeface="Roboto"/>
                <a:sym typeface="Roboto"/>
              </a:rPr>
              <a:t>End of @Home Lesson </a:t>
            </a:r>
            <a:endParaRPr b="1" sz="4800">
              <a:solidFill>
                <a:srgbClr val="333FBF"/>
              </a:solidFill>
              <a:latin typeface="Roboto"/>
              <a:ea typeface="Roboto"/>
              <a:cs typeface="Roboto"/>
              <a:sym typeface="Roboto"/>
            </a:endParaRPr>
          </a:p>
        </p:txBody>
      </p:sp>
      <p:pic>
        <p:nvPicPr>
          <p:cNvPr id="141" name="Google Shape;141;p28"/>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142" name="Google Shape;142;p28"/>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8"/>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144" name="Google Shape;144;p28"/>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145" name="Google Shape;145;p28"/>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150" name="Shape 150"/>
        <p:cNvGrpSpPr/>
        <p:nvPr/>
      </p:nvGrpSpPr>
      <p:grpSpPr>
        <a:xfrm>
          <a:off x="0" y="0"/>
          <a:ext cx="0" cy="0"/>
          <a:chOff x="0" y="0"/>
          <a:chExt cx="0" cy="0"/>
        </a:xfrm>
      </p:grpSpPr>
      <p:sp>
        <p:nvSpPr>
          <p:cNvPr id="151" name="Google Shape;151;p3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52" name="Google Shape;152;p30"/>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53" name="Google Shape;153;p30"/>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Font typeface="Roboto"/>
              <a:buChar char="○"/>
              <a:defRPr sz="2800">
                <a:latin typeface="Roboto"/>
                <a:ea typeface="Roboto"/>
                <a:cs typeface="Roboto"/>
                <a:sym typeface="Roboto"/>
              </a:defRPr>
            </a:lvl2pPr>
            <a:lvl3pPr indent="-406400" lvl="2" marL="1371600">
              <a:lnSpc>
                <a:spcPct val="100000"/>
              </a:lnSpc>
              <a:spcBef>
                <a:spcPts val="1600"/>
              </a:spcBef>
              <a:spcAft>
                <a:spcPts val="0"/>
              </a:spcAft>
              <a:buSzPts val="2800"/>
              <a:buFont typeface="Roboto"/>
              <a:buChar char="■"/>
              <a:defRPr sz="2800">
                <a:latin typeface="Roboto"/>
                <a:ea typeface="Roboto"/>
                <a:cs typeface="Roboto"/>
                <a:sym typeface="Roboto"/>
              </a:defRPr>
            </a:lvl3pPr>
            <a:lvl4pPr indent="-406400" lvl="3" marL="1828800">
              <a:lnSpc>
                <a:spcPct val="100000"/>
              </a:lnSpc>
              <a:spcBef>
                <a:spcPts val="1600"/>
              </a:spcBef>
              <a:spcAft>
                <a:spcPts val="0"/>
              </a:spcAft>
              <a:buSzPts val="2800"/>
              <a:buFont typeface="Roboto"/>
              <a:buChar char="●"/>
              <a:defRPr sz="2800">
                <a:latin typeface="Roboto"/>
                <a:ea typeface="Roboto"/>
                <a:cs typeface="Roboto"/>
                <a:sym typeface="Roboto"/>
              </a:defRPr>
            </a:lvl4pPr>
            <a:lvl5pPr indent="-406400" lvl="4" marL="2286000">
              <a:lnSpc>
                <a:spcPct val="100000"/>
              </a:lnSpc>
              <a:spcBef>
                <a:spcPts val="1600"/>
              </a:spcBef>
              <a:spcAft>
                <a:spcPts val="0"/>
              </a:spcAft>
              <a:buSzPts val="2800"/>
              <a:buFont typeface="Roboto"/>
              <a:buChar char="○"/>
              <a:defRPr sz="2800">
                <a:latin typeface="Roboto"/>
                <a:ea typeface="Roboto"/>
                <a:cs typeface="Roboto"/>
                <a:sym typeface="Roboto"/>
              </a:defRPr>
            </a:lvl5pPr>
            <a:lvl6pPr indent="-406400" lvl="5" marL="2743200">
              <a:lnSpc>
                <a:spcPct val="100000"/>
              </a:lnSpc>
              <a:spcBef>
                <a:spcPts val="1600"/>
              </a:spcBef>
              <a:spcAft>
                <a:spcPts val="0"/>
              </a:spcAft>
              <a:buSzPts val="2800"/>
              <a:buFont typeface="Roboto"/>
              <a:buChar char="■"/>
              <a:defRPr sz="2800">
                <a:latin typeface="Roboto"/>
                <a:ea typeface="Roboto"/>
                <a:cs typeface="Roboto"/>
                <a:sym typeface="Roboto"/>
              </a:defRPr>
            </a:lvl6pPr>
            <a:lvl7pPr indent="-406400" lvl="6" marL="3200400">
              <a:lnSpc>
                <a:spcPct val="100000"/>
              </a:lnSpc>
              <a:spcBef>
                <a:spcPts val="1600"/>
              </a:spcBef>
              <a:spcAft>
                <a:spcPts val="0"/>
              </a:spcAft>
              <a:buSzPts val="2800"/>
              <a:buFont typeface="Roboto"/>
              <a:buChar char="●"/>
              <a:defRPr sz="2800">
                <a:latin typeface="Roboto"/>
                <a:ea typeface="Roboto"/>
                <a:cs typeface="Roboto"/>
                <a:sym typeface="Roboto"/>
              </a:defRPr>
            </a:lvl7pPr>
            <a:lvl8pPr indent="-406400" lvl="7" marL="3657600">
              <a:lnSpc>
                <a:spcPct val="100000"/>
              </a:lnSpc>
              <a:spcBef>
                <a:spcPts val="1600"/>
              </a:spcBef>
              <a:spcAft>
                <a:spcPts val="0"/>
              </a:spcAft>
              <a:buSzPts val="2800"/>
              <a:buFont typeface="Roboto"/>
              <a:buChar char="○"/>
              <a:defRPr sz="2800">
                <a:latin typeface="Roboto"/>
                <a:ea typeface="Roboto"/>
                <a:cs typeface="Roboto"/>
                <a:sym typeface="Roboto"/>
              </a:defRPr>
            </a:lvl8pPr>
            <a:lvl9pPr indent="-406400" lvl="8" marL="4114800">
              <a:lnSpc>
                <a:spcPct val="100000"/>
              </a:lnSpc>
              <a:spcBef>
                <a:spcPts val="1600"/>
              </a:spcBef>
              <a:spcAft>
                <a:spcPts val="1600"/>
              </a:spcAft>
              <a:buSzPts val="2800"/>
              <a:buFont typeface="Roboto"/>
              <a:buChar char="■"/>
              <a:defRPr sz="28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itle">
  <p:cSld name="SECTION_HEADER_1_1_2_4">
    <p:bg>
      <p:bgPr>
        <a:solidFill>
          <a:srgbClr val="FFFFFF"/>
        </a:solidFill>
      </p:bgPr>
    </p:bg>
    <p:spTree>
      <p:nvGrpSpPr>
        <p:cNvPr id="154" name="Shape 154"/>
        <p:cNvGrpSpPr/>
        <p:nvPr/>
      </p:nvGrpSpPr>
      <p:grpSpPr>
        <a:xfrm>
          <a:off x="0" y="0"/>
          <a:ext cx="0" cy="0"/>
          <a:chOff x="0" y="0"/>
          <a:chExt cx="0" cy="0"/>
        </a:xfrm>
      </p:grpSpPr>
      <p:sp>
        <p:nvSpPr>
          <p:cNvPr id="155" name="Google Shape;155;p3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
          <p:cNvSpPr txBox="1"/>
          <p:nvPr>
            <p:ph idx="1" type="subTitle"/>
          </p:nvPr>
        </p:nvSpPr>
        <p:spPr>
          <a:xfrm>
            <a:off x="804672" y="2048256"/>
            <a:ext cx="6080700" cy="5760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160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7" name="Google Shape;157;p31"/>
          <p:cNvSpPr txBox="1"/>
          <p:nvPr>
            <p:ph type="title"/>
          </p:nvPr>
        </p:nvSpPr>
        <p:spPr>
          <a:xfrm>
            <a:off x="804675" y="2477494"/>
            <a:ext cx="6080700" cy="8568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58" name="Google Shape;158;p31"/>
          <p:cNvSpPr txBox="1"/>
          <p:nvPr>
            <p:ph idx="2" type="subTitle"/>
          </p:nvPr>
        </p:nvSpPr>
        <p:spPr>
          <a:xfrm>
            <a:off x="6839700"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FFFFFF"/>
                </a:solidFill>
                <a:latin typeface="Roboto"/>
                <a:ea typeface="Roboto"/>
                <a:cs typeface="Roboto"/>
                <a:sym typeface="Roboto"/>
              </a:defRPr>
            </a:lvl1pPr>
            <a:lvl2pPr lvl="1">
              <a:spcBef>
                <a:spcPts val="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9" name="Google Shape;159;p31"/>
          <p:cNvSpPr txBox="1"/>
          <p:nvPr>
            <p:ph idx="3" type="subTitle"/>
          </p:nvPr>
        </p:nvSpPr>
        <p:spPr>
          <a:xfrm>
            <a:off x="228600" y="164600"/>
            <a:ext cx="43434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FFFFFF"/>
                </a:solidFill>
                <a:latin typeface="Roboto"/>
                <a:ea typeface="Roboto"/>
                <a:cs typeface="Roboto"/>
                <a:sym typeface="Roboto"/>
              </a:defRPr>
            </a:lvl1pPr>
            <a:lvl2pPr lvl="1">
              <a:spcBef>
                <a:spcPts val="0"/>
              </a:spcBef>
              <a:spcAft>
                <a:spcPts val="0"/>
              </a:spcAft>
              <a:buNone/>
              <a:defRPr>
                <a:solidFill>
                  <a:srgbClr val="FFFFFF"/>
                </a:solidFill>
                <a:latin typeface="Roboto"/>
                <a:ea typeface="Roboto"/>
                <a:cs typeface="Roboto"/>
                <a:sym typeface="Roboto"/>
              </a:defRPr>
            </a:lvl2pPr>
            <a:lvl3pPr lvl="2">
              <a:spcBef>
                <a:spcPts val="1600"/>
              </a:spcBef>
              <a:spcAft>
                <a:spcPts val="0"/>
              </a:spcAft>
              <a:buNone/>
              <a:defRPr>
                <a:solidFill>
                  <a:srgbClr val="FFFFFF"/>
                </a:solidFill>
                <a:latin typeface="Roboto"/>
                <a:ea typeface="Roboto"/>
                <a:cs typeface="Roboto"/>
                <a:sym typeface="Roboto"/>
              </a:defRPr>
            </a:lvl3pPr>
            <a:lvl4pPr lvl="3">
              <a:spcBef>
                <a:spcPts val="1600"/>
              </a:spcBef>
              <a:spcAft>
                <a:spcPts val="0"/>
              </a:spcAft>
              <a:buNone/>
              <a:defRPr>
                <a:solidFill>
                  <a:srgbClr val="FFFFFF"/>
                </a:solidFill>
                <a:latin typeface="Roboto"/>
                <a:ea typeface="Roboto"/>
                <a:cs typeface="Roboto"/>
                <a:sym typeface="Roboto"/>
              </a:defRPr>
            </a:lvl4pPr>
            <a:lvl5pPr lvl="4">
              <a:spcBef>
                <a:spcPts val="1600"/>
              </a:spcBef>
              <a:spcAft>
                <a:spcPts val="0"/>
              </a:spcAft>
              <a:buNone/>
              <a:defRPr>
                <a:solidFill>
                  <a:srgbClr val="FFFFFF"/>
                </a:solidFill>
                <a:latin typeface="Roboto"/>
                <a:ea typeface="Roboto"/>
                <a:cs typeface="Roboto"/>
                <a:sym typeface="Roboto"/>
              </a:defRPr>
            </a:lvl5pPr>
            <a:lvl6pPr lvl="5">
              <a:spcBef>
                <a:spcPts val="1600"/>
              </a:spcBef>
              <a:spcAft>
                <a:spcPts val="0"/>
              </a:spcAft>
              <a:buNone/>
              <a:defRPr>
                <a:solidFill>
                  <a:srgbClr val="FFFFFF"/>
                </a:solidFill>
                <a:latin typeface="Roboto"/>
                <a:ea typeface="Roboto"/>
                <a:cs typeface="Roboto"/>
                <a:sym typeface="Roboto"/>
              </a:defRPr>
            </a:lvl6pPr>
            <a:lvl7pPr lvl="6">
              <a:spcBef>
                <a:spcPts val="1600"/>
              </a:spcBef>
              <a:spcAft>
                <a:spcPts val="0"/>
              </a:spcAft>
              <a:buNone/>
              <a:defRPr>
                <a:solidFill>
                  <a:srgbClr val="FFFFFF"/>
                </a:solidFill>
                <a:latin typeface="Roboto"/>
                <a:ea typeface="Roboto"/>
                <a:cs typeface="Roboto"/>
                <a:sym typeface="Roboto"/>
              </a:defRPr>
            </a:lvl7pPr>
            <a:lvl8pPr lvl="7">
              <a:spcBef>
                <a:spcPts val="1600"/>
              </a:spcBef>
              <a:spcAft>
                <a:spcPts val="0"/>
              </a:spcAft>
              <a:buNone/>
              <a:defRPr>
                <a:solidFill>
                  <a:srgbClr val="FFFFFF"/>
                </a:solidFill>
                <a:latin typeface="Roboto"/>
                <a:ea typeface="Roboto"/>
                <a:cs typeface="Roboto"/>
                <a:sym typeface="Roboto"/>
              </a:defRPr>
            </a:lvl8pPr>
            <a:lvl9pPr lvl="8">
              <a:spcBef>
                <a:spcPts val="1600"/>
              </a:spcBef>
              <a:spcAft>
                <a:spcPts val="1600"/>
              </a:spcAft>
              <a:buNone/>
              <a:defRPr>
                <a:solidFill>
                  <a:srgbClr val="FFFFFF"/>
                </a:solidFill>
                <a:latin typeface="Roboto"/>
                <a:ea typeface="Roboto"/>
                <a:cs typeface="Roboto"/>
                <a:sym typeface="Roboto"/>
              </a:defRPr>
            </a:lvl9pPr>
          </a:lstStyle>
          <a:p/>
        </p:txBody>
      </p:sp>
      <p:pic>
        <p:nvPicPr>
          <p:cNvPr id="160" name="Google Shape;160;p31"/>
          <p:cNvPicPr preferRelativeResize="0"/>
          <p:nvPr/>
        </p:nvPicPr>
        <p:blipFill>
          <a:blip r:embed="rId2">
            <a:alphaModFix/>
          </a:blip>
          <a:stretch>
            <a:fillRect/>
          </a:stretch>
        </p:blipFill>
        <p:spPr>
          <a:xfrm>
            <a:off x="8716563" y="173736"/>
            <a:ext cx="193362" cy="224275"/>
          </a:xfrm>
          <a:prstGeom prst="rect">
            <a:avLst/>
          </a:prstGeom>
          <a:noFill/>
          <a:ln>
            <a:noFill/>
          </a:ln>
        </p:spPr>
      </p:pic>
    </p:spTree>
  </p:cSld>
  <p:clrMapOvr>
    <a:masterClrMapping/>
  </p:clrMapOvr>
  <p:extLst>
    <p:ext uri="{DCECCB84-F9BA-43D5-87BE-67443E8EF086}">
      <p15:sldGuideLst>
        <p15:guide id="1" pos="144">
          <p15:clr>
            <a:srgbClr val="F9AD4C"/>
          </p15:clr>
        </p15:guide>
        <p15:guide id="2" pos="2880">
          <p15:clr>
            <a:srgbClr val="F9AD4C"/>
          </p15:clr>
        </p15:guide>
        <p15:guide id="3" pos="5451">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 pg#">
  <p:cSld name="CUSTOM">
    <p:spTree>
      <p:nvGrpSpPr>
        <p:cNvPr id="161" name="Shape 161"/>
        <p:cNvGrpSpPr/>
        <p:nvPr/>
      </p:nvGrpSpPr>
      <p:grpSpPr>
        <a:xfrm>
          <a:off x="0" y="0"/>
          <a:ext cx="0" cy="0"/>
          <a:chOff x="0" y="0"/>
          <a:chExt cx="0" cy="0"/>
        </a:xfrm>
      </p:grpSpPr>
      <p:pic>
        <p:nvPicPr>
          <p:cNvPr id="162" name="Google Shape;162;p32"/>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63" name="Google Shape;163;p32"/>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32"/>
          <p:cNvGrpSpPr/>
          <p:nvPr/>
        </p:nvGrpSpPr>
        <p:grpSpPr>
          <a:xfrm>
            <a:off x="-75" y="457670"/>
            <a:ext cx="9144000" cy="165300"/>
            <a:chOff x="0" y="548800"/>
            <a:chExt cx="9144000" cy="165300"/>
          </a:xfrm>
        </p:grpSpPr>
        <p:sp>
          <p:nvSpPr>
            <p:cNvPr id="165" name="Google Shape;165;p32"/>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2"/>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2"/>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2"/>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3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70" name="Google Shape;170;p32"/>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71" name="Google Shape;171;p32"/>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Differentiation - pg#">
  <p:cSld name="CUSTOM_3">
    <p:spTree>
      <p:nvGrpSpPr>
        <p:cNvPr id="172" name="Shape 172"/>
        <p:cNvGrpSpPr/>
        <p:nvPr/>
      </p:nvGrpSpPr>
      <p:grpSpPr>
        <a:xfrm>
          <a:off x="0" y="0"/>
          <a:ext cx="0" cy="0"/>
          <a:chOff x="0" y="0"/>
          <a:chExt cx="0" cy="0"/>
        </a:xfrm>
      </p:grpSpPr>
      <p:pic>
        <p:nvPicPr>
          <p:cNvPr id="173" name="Google Shape;173;p33"/>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74" name="Google Shape;174;p33"/>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33"/>
          <p:cNvGrpSpPr/>
          <p:nvPr/>
        </p:nvGrpSpPr>
        <p:grpSpPr>
          <a:xfrm>
            <a:off x="-75" y="457670"/>
            <a:ext cx="9144000" cy="165300"/>
            <a:chOff x="0" y="548800"/>
            <a:chExt cx="9144000" cy="165300"/>
          </a:xfrm>
        </p:grpSpPr>
        <p:sp>
          <p:nvSpPr>
            <p:cNvPr id="176" name="Google Shape;176;p33"/>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3"/>
          <p:cNvSpPr txBox="1"/>
          <p:nvPr>
            <p:ph idx="1" type="subTitle"/>
          </p:nvPr>
        </p:nvSpPr>
        <p:spPr>
          <a:xfrm>
            <a:off x="3511296" y="4800600"/>
            <a:ext cx="16734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81" name="Google Shape;181;p33"/>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82" name="Google Shape;182;p33"/>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
        <p:nvSpPr>
          <p:cNvPr id="183" name="Google Shape;183;p33"/>
          <p:cNvSpPr txBox="1"/>
          <p:nvPr>
            <p:ph idx="4" type="subTitle"/>
          </p:nvPr>
        </p:nvSpPr>
        <p:spPr>
          <a:xfrm>
            <a:off x="5184648"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4" name="Google Shape;184;p33"/>
          <p:cNvSpPr txBox="1"/>
          <p:nvPr>
            <p:ph idx="5" type="subTitle"/>
          </p:nvPr>
        </p:nvSpPr>
        <p:spPr>
          <a:xfrm>
            <a:off x="6391656"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5" name="Google Shape;185;p33"/>
          <p:cNvSpPr txBox="1"/>
          <p:nvPr>
            <p:ph idx="6" type="subTitle"/>
          </p:nvPr>
        </p:nvSpPr>
        <p:spPr>
          <a:xfrm>
            <a:off x="7598664"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6" name="Google Shape;186;p33"/>
          <p:cNvSpPr/>
          <p:nvPr/>
        </p:nvSpPr>
        <p:spPr>
          <a:xfrm>
            <a:off x="7217750" y="4822650"/>
            <a:ext cx="192000" cy="184500"/>
          </a:xfrm>
          <a:prstGeom prst="pentagon">
            <a:avLst>
              <a:gd fmla="val 105146" name="hf"/>
              <a:gd fmla="val 110557" name="vf"/>
            </a:avLst>
          </a:prstGeom>
          <a:solidFill>
            <a:srgbClr val="17B4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6008350" y="4820250"/>
            <a:ext cx="219600" cy="189300"/>
          </a:xfrm>
          <a:prstGeom prst="triangle">
            <a:avLst>
              <a:gd fmla="val 50000" name="adj"/>
            </a:avLst>
          </a:prstGeom>
          <a:solidFill>
            <a:srgbClr val="8FC3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a:off x="8427388" y="4823400"/>
            <a:ext cx="183000" cy="183000"/>
          </a:xfrm>
          <a:prstGeom prst="ellipse">
            <a:avLst/>
          </a:prstGeom>
          <a:solidFill>
            <a:srgbClr val="9A5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 name="Google Shape;189;p33"/>
          <p:cNvCxnSpPr/>
          <p:nvPr/>
        </p:nvCxnSpPr>
        <p:spPr>
          <a:xfrm>
            <a:off x="5270375"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0" name="Google Shape;190;p33"/>
          <p:cNvCxnSpPr/>
          <p:nvPr/>
        </p:nvCxnSpPr>
        <p:spPr>
          <a:xfrm>
            <a:off x="6449450"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1" name="Google Shape;191;p33"/>
          <p:cNvCxnSpPr/>
          <p:nvPr/>
        </p:nvCxnSpPr>
        <p:spPr>
          <a:xfrm>
            <a:off x="7650100" y="5057204"/>
            <a:ext cx="960300" cy="0"/>
          </a:xfrm>
          <a:prstGeom prst="straightConnector1">
            <a:avLst/>
          </a:prstGeom>
          <a:noFill/>
          <a:ln cap="flat" cmpd="sng" w="19050">
            <a:solidFill>
              <a:srgbClr val="D9D9D9"/>
            </a:solidFill>
            <a:prstDash val="solid"/>
            <a:round/>
            <a:headEnd len="med" w="med" type="none"/>
            <a:tailEnd len="med" w="med" type="none"/>
          </a:ln>
        </p:spPr>
      </p:cxnSp>
      <p:pic>
        <p:nvPicPr>
          <p:cNvPr id="192" name="Google Shape;192;p33"/>
          <p:cNvPicPr preferRelativeResize="0"/>
          <p:nvPr/>
        </p:nvPicPr>
        <p:blipFill>
          <a:blip r:embed="rId3">
            <a:alphaModFix/>
          </a:blip>
          <a:stretch>
            <a:fillRect/>
          </a:stretch>
        </p:blipFill>
        <p:spPr>
          <a:xfrm>
            <a:off x="8808400" y="4804875"/>
            <a:ext cx="228175" cy="2281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93" name="Shape 193"/>
        <p:cNvGrpSpPr/>
        <p:nvPr/>
      </p:nvGrpSpPr>
      <p:grpSpPr>
        <a:xfrm>
          <a:off x="0" y="0"/>
          <a:ext cx="0" cy="0"/>
          <a:chOff x="0" y="0"/>
          <a:chExt cx="0" cy="0"/>
        </a:xfrm>
      </p:grpSpPr>
      <p:pic>
        <p:nvPicPr>
          <p:cNvPr id="194" name="Google Shape;194;p34"/>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95" name="Google Shape;195;p34"/>
          <p:cNvSpPr txBox="1"/>
          <p:nvPr>
            <p:ph type="title"/>
          </p:nvPr>
        </p:nvSpPr>
        <p:spPr>
          <a:xfrm>
            <a:off x="820200" y="1184699"/>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96" name="Google Shape;196;p3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97" name="Google Shape;197;p34"/>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98" name="Google Shape;198;p34"/>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199" name="Google Shape;199;p34"/>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with Drawn Element">
  <p:cSld name="SECTION_HEADER_1_1_2_3_3">
    <p:bg>
      <p:bgPr>
        <a:solidFill>
          <a:srgbClr val="FFFFFF"/>
        </a:solidFill>
      </p:bgPr>
    </p:bg>
    <p:spTree>
      <p:nvGrpSpPr>
        <p:cNvPr id="200" name="Shape 200"/>
        <p:cNvGrpSpPr/>
        <p:nvPr/>
      </p:nvGrpSpPr>
      <p:grpSpPr>
        <a:xfrm>
          <a:off x="0" y="0"/>
          <a:ext cx="0" cy="0"/>
          <a:chOff x="0" y="0"/>
          <a:chExt cx="0" cy="0"/>
        </a:xfrm>
      </p:grpSpPr>
      <p:pic>
        <p:nvPicPr>
          <p:cNvPr id="201" name="Google Shape;201;p35"/>
          <p:cNvPicPr preferRelativeResize="0"/>
          <p:nvPr/>
        </p:nvPicPr>
        <p:blipFill>
          <a:blip r:embed="rId2">
            <a:alphaModFix/>
          </a:blip>
          <a:stretch>
            <a:fillRect/>
          </a:stretch>
        </p:blipFill>
        <p:spPr>
          <a:xfrm>
            <a:off x="182880" y="1737360"/>
            <a:ext cx="5751577" cy="1614152"/>
          </a:xfrm>
          <a:prstGeom prst="rect">
            <a:avLst/>
          </a:prstGeom>
          <a:noFill/>
          <a:ln>
            <a:noFill/>
          </a:ln>
        </p:spPr>
      </p:pic>
      <p:sp>
        <p:nvSpPr>
          <p:cNvPr id="202" name="Google Shape;202;p35"/>
          <p:cNvSpPr txBox="1"/>
          <p:nvPr>
            <p:ph type="title"/>
          </p:nvPr>
        </p:nvSpPr>
        <p:spPr>
          <a:xfrm>
            <a:off x="219519" y="1179576"/>
            <a:ext cx="5413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2pPr>
            <a:lvl3pPr lvl="2">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3pPr>
            <a:lvl4pPr lvl="3">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4pPr>
            <a:lvl5pPr lvl="4">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5pPr>
            <a:lvl6pPr lvl="5">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6pPr>
            <a:lvl7pPr lvl="6">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7pPr>
            <a:lvl8pPr lvl="7">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8pPr>
            <a:lvl9pPr lvl="8">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9pPr>
          </a:lstStyle>
          <a:p/>
        </p:txBody>
      </p:sp>
      <p:sp>
        <p:nvSpPr>
          <p:cNvPr id="203" name="Google Shape;203;p3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04" name="Google Shape;204;p35"/>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05" name="Google Shape;205;p35"/>
          <p:cNvPicPr preferRelativeResize="0"/>
          <p:nvPr/>
        </p:nvPicPr>
        <p:blipFill>
          <a:blip r:embed="rId3">
            <a:alphaModFix/>
          </a:blip>
          <a:stretch>
            <a:fillRect/>
          </a:stretch>
        </p:blipFill>
        <p:spPr>
          <a:xfrm>
            <a:off x="5959056" y="1690357"/>
            <a:ext cx="2785749" cy="1757325"/>
          </a:xfrm>
          <a:prstGeom prst="rect">
            <a:avLst/>
          </a:prstGeom>
          <a:noFill/>
          <a:ln>
            <a:noFill/>
          </a:ln>
        </p:spPr>
      </p:pic>
      <p:sp>
        <p:nvSpPr>
          <p:cNvPr id="206" name="Google Shape;206;p35"/>
          <p:cNvSpPr txBox="1"/>
          <p:nvPr>
            <p:ph idx="3" type="body"/>
          </p:nvPr>
        </p:nvSpPr>
        <p:spPr>
          <a:xfrm>
            <a:off x="347472" y="3474720"/>
            <a:ext cx="51573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207" name="Google Shape;207;p35"/>
          <p:cNvSpPr txBox="1"/>
          <p:nvPr>
            <p:ph idx="4" type="body"/>
          </p:nvPr>
        </p:nvSpPr>
        <p:spPr>
          <a:xfrm>
            <a:off x="630936" y="2185416"/>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TT">
  <p:cSld name="SECTION_HEADER_1_1_2_3_2_1">
    <p:bg>
      <p:bgPr>
        <a:solidFill>
          <a:srgbClr val="FFFFFF"/>
        </a:solidFill>
      </p:bgPr>
    </p:bg>
    <p:spTree>
      <p:nvGrpSpPr>
        <p:cNvPr id="208" name="Shape 208"/>
        <p:cNvGrpSpPr/>
        <p:nvPr/>
      </p:nvGrpSpPr>
      <p:grpSpPr>
        <a:xfrm>
          <a:off x="0" y="0"/>
          <a:ext cx="0" cy="0"/>
          <a:chOff x="0" y="0"/>
          <a:chExt cx="0" cy="0"/>
        </a:xfrm>
      </p:grpSpPr>
      <p:pic>
        <p:nvPicPr>
          <p:cNvPr id="209" name="Google Shape;209;p36"/>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0" name="Google Shape;210;p36"/>
          <p:cNvSpPr txBox="1"/>
          <p:nvPr>
            <p:ph idx="1" type="body"/>
          </p:nvPr>
        </p:nvSpPr>
        <p:spPr>
          <a:xfrm>
            <a:off x="804672" y="941832"/>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11" name="Google Shape;211;p3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2" name="Google Shape;212;p36"/>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13" name="Google Shape;213;p36"/>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SA">
  <p:cSld name="SECTION_HEADER_1_1_2_3_2_1_2">
    <p:bg>
      <p:bgPr>
        <a:solidFill>
          <a:srgbClr val="FFFFFF"/>
        </a:solidFill>
      </p:bgPr>
    </p:bg>
    <p:spTree>
      <p:nvGrpSpPr>
        <p:cNvPr id="214" name="Shape 214"/>
        <p:cNvGrpSpPr/>
        <p:nvPr/>
      </p:nvGrpSpPr>
      <p:grpSpPr>
        <a:xfrm>
          <a:off x="0" y="0"/>
          <a:ext cx="0" cy="0"/>
          <a:chOff x="0" y="0"/>
          <a:chExt cx="0" cy="0"/>
        </a:xfrm>
      </p:grpSpPr>
      <p:sp>
        <p:nvSpPr>
          <p:cNvPr id="215" name="Google Shape;215;p37"/>
          <p:cNvSpPr txBox="1"/>
          <p:nvPr>
            <p:ph idx="1" type="body"/>
          </p:nvPr>
        </p:nvSpPr>
        <p:spPr>
          <a:xfrm>
            <a:off x="804672" y="1014984"/>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16" name="Google Shape;216;p3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7" name="Google Shape;217;p37"/>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18" name="Google Shape;218;p37"/>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9" name="Google Shape;219;p37"/>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 numbered">
  <p:cSld name="SECTION_HEADER_1_1_2_3_1_3">
    <p:bg>
      <p:bgPr>
        <a:solidFill>
          <a:srgbClr val="FFFFFF"/>
        </a:solidFill>
      </p:bgPr>
    </p:bg>
    <p:spTree>
      <p:nvGrpSpPr>
        <p:cNvPr id="220" name="Shape 220"/>
        <p:cNvGrpSpPr/>
        <p:nvPr/>
      </p:nvGrpSpPr>
      <p:grpSpPr>
        <a:xfrm>
          <a:off x="0" y="0"/>
          <a:ext cx="0" cy="0"/>
          <a:chOff x="0" y="0"/>
          <a:chExt cx="0" cy="0"/>
        </a:xfrm>
      </p:grpSpPr>
      <p:pic>
        <p:nvPicPr>
          <p:cNvPr id="221" name="Google Shape;221;p3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2" name="Google Shape;222;p38"/>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spcBef>
                <a:spcPts val="0"/>
              </a:spcBef>
              <a:spcAft>
                <a:spcPts val="0"/>
              </a:spcAft>
              <a:buClr>
                <a:srgbClr val="2F2F2F"/>
              </a:buClr>
              <a:buSzPts val="2800"/>
              <a:buNone/>
              <a:defRPr>
                <a:solidFill>
                  <a:srgbClr val="2F2F2F"/>
                </a:solidFill>
              </a:defRPr>
            </a:lvl2pPr>
            <a:lvl3pPr lvl="2">
              <a:spcBef>
                <a:spcPts val="0"/>
              </a:spcBef>
              <a:spcAft>
                <a:spcPts val="0"/>
              </a:spcAft>
              <a:buClr>
                <a:srgbClr val="2F2F2F"/>
              </a:buClr>
              <a:buSzPts val="2800"/>
              <a:buNone/>
              <a:defRPr>
                <a:solidFill>
                  <a:srgbClr val="2F2F2F"/>
                </a:solidFill>
              </a:defRPr>
            </a:lvl3pPr>
            <a:lvl4pPr lvl="3">
              <a:spcBef>
                <a:spcPts val="0"/>
              </a:spcBef>
              <a:spcAft>
                <a:spcPts val="0"/>
              </a:spcAft>
              <a:buClr>
                <a:srgbClr val="2F2F2F"/>
              </a:buClr>
              <a:buSzPts val="2800"/>
              <a:buNone/>
              <a:defRPr>
                <a:solidFill>
                  <a:srgbClr val="2F2F2F"/>
                </a:solidFill>
              </a:defRPr>
            </a:lvl4pPr>
            <a:lvl5pPr lvl="4">
              <a:spcBef>
                <a:spcPts val="0"/>
              </a:spcBef>
              <a:spcAft>
                <a:spcPts val="0"/>
              </a:spcAft>
              <a:buClr>
                <a:srgbClr val="2F2F2F"/>
              </a:buClr>
              <a:buSzPts val="2800"/>
              <a:buNone/>
              <a:defRPr>
                <a:solidFill>
                  <a:srgbClr val="2F2F2F"/>
                </a:solidFill>
              </a:defRPr>
            </a:lvl5pPr>
            <a:lvl6pPr lvl="5">
              <a:spcBef>
                <a:spcPts val="0"/>
              </a:spcBef>
              <a:spcAft>
                <a:spcPts val="0"/>
              </a:spcAft>
              <a:buClr>
                <a:srgbClr val="2F2F2F"/>
              </a:buClr>
              <a:buSzPts val="2800"/>
              <a:buNone/>
              <a:defRPr>
                <a:solidFill>
                  <a:srgbClr val="2F2F2F"/>
                </a:solidFill>
              </a:defRPr>
            </a:lvl6pPr>
            <a:lvl7pPr lvl="6">
              <a:spcBef>
                <a:spcPts val="0"/>
              </a:spcBef>
              <a:spcAft>
                <a:spcPts val="0"/>
              </a:spcAft>
              <a:buClr>
                <a:srgbClr val="2F2F2F"/>
              </a:buClr>
              <a:buSzPts val="2800"/>
              <a:buNone/>
              <a:defRPr>
                <a:solidFill>
                  <a:srgbClr val="2F2F2F"/>
                </a:solidFill>
              </a:defRPr>
            </a:lvl7pPr>
            <a:lvl8pPr lvl="7">
              <a:spcBef>
                <a:spcPts val="0"/>
              </a:spcBef>
              <a:spcAft>
                <a:spcPts val="0"/>
              </a:spcAft>
              <a:buClr>
                <a:srgbClr val="2F2F2F"/>
              </a:buClr>
              <a:buSzPts val="2800"/>
              <a:buNone/>
              <a:defRPr>
                <a:solidFill>
                  <a:srgbClr val="2F2F2F"/>
                </a:solidFill>
              </a:defRPr>
            </a:lvl8pPr>
            <a:lvl9pPr lvl="8">
              <a:spcBef>
                <a:spcPts val="0"/>
              </a:spcBef>
              <a:spcAft>
                <a:spcPts val="0"/>
              </a:spcAft>
              <a:buClr>
                <a:srgbClr val="2F2F2F"/>
              </a:buClr>
              <a:buSzPts val="2800"/>
              <a:buNone/>
              <a:defRPr>
                <a:solidFill>
                  <a:srgbClr val="2F2F2F"/>
                </a:solidFill>
              </a:defRPr>
            </a:lvl9pPr>
          </a:lstStyle>
          <a:p/>
        </p:txBody>
      </p:sp>
      <p:sp>
        <p:nvSpPr>
          <p:cNvPr id="223" name="Google Shape;223;p3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24" name="Google Shape;224;p3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25" name="Google Shape;225;p38"/>
          <p:cNvSpPr txBox="1"/>
          <p:nvPr>
            <p:ph idx="3" type="body"/>
          </p:nvPr>
        </p:nvSpPr>
        <p:spPr>
          <a:xfrm>
            <a:off x="10332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226" name="Google Shape;226;p38"/>
          <p:cNvSpPr txBox="1"/>
          <p:nvPr>
            <p:ph idx="4" type="body"/>
          </p:nvPr>
        </p:nvSpPr>
        <p:spPr>
          <a:xfrm>
            <a:off x="1664208" y="2109216"/>
            <a:ext cx="64989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p:cSld name="SECTION_HEADER_1_1_2_3_1">
    <p:bg>
      <p:bgPr>
        <a:solidFill>
          <a:srgbClr val="FFFFFF"/>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9" name="Google Shape;229;p39"/>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30" name="Google Shape;230;p3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1" name="Google Shape;231;p3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2" name="Google Shape;232;p39"/>
          <p:cNvSpPr txBox="1"/>
          <p:nvPr>
            <p:ph idx="3" type="body"/>
          </p:nvPr>
        </p:nvSpPr>
        <p:spPr>
          <a:xfrm>
            <a:off x="1152144" y="2109216"/>
            <a:ext cx="70134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235" name="Google Shape;235;p40"/>
          <p:cNvSpPr txBox="1"/>
          <p:nvPr>
            <p:ph type="title"/>
          </p:nvPr>
        </p:nvSpPr>
        <p:spPr>
          <a:xfrm>
            <a:off x="1229950" y="1739144"/>
            <a:ext cx="7011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F2F2F"/>
              </a:buClr>
              <a:buSzPts val="2800"/>
              <a:buNone/>
              <a:defRPr b="1" sz="2800">
                <a:solidFill>
                  <a:srgbClr val="2F2F2F"/>
                </a:solidFill>
              </a:defRPr>
            </a:lvl1pPr>
            <a:lvl2pPr lvl="1">
              <a:spcBef>
                <a:spcPts val="0"/>
              </a:spcBef>
              <a:spcAft>
                <a:spcPts val="0"/>
              </a:spcAft>
              <a:buClr>
                <a:srgbClr val="2F2F2F"/>
              </a:buClr>
              <a:buSzPts val="2800"/>
              <a:buNone/>
              <a:defRPr b="1">
                <a:solidFill>
                  <a:srgbClr val="2F2F2F"/>
                </a:solidFill>
              </a:defRPr>
            </a:lvl2pPr>
            <a:lvl3pPr lvl="2">
              <a:spcBef>
                <a:spcPts val="0"/>
              </a:spcBef>
              <a:spcAft>
                <a:spcPts val="0"/>
              </a:spcAft>
              <a:buClr>
                <a:srgbClr val="2F2F2F"/>
              </a:buClr>
              <a:buSzPts val="2800"/>
              <a:buNone/>
              <a:defRPr b="1">
                <a:solidFill>
                  <a:srgbClr val="2F2F2F"/>
                </a:solidFill>
              </a:defRPr>
            </a:lvl3pPr>
            <a:lvl4pPr lvl="3">
              <a:spcBef>
                <a:spcPts val="0"/>
              </a:spcBef>
              <a:spcAft>
                <a:spcPts val="0"/>
              </a:spcAft>
              <a:buClr>
                <a:srgbClr val="2F2F2F"/>
              </a:buClr>
              <a:buSzPts val="2800"/>
              <a:buNone/>
              <a:defRPr b="1">
                <a:solidFill>
                  <a:srgbClr val="2F2F2F"/>
                </a:solidFill>
              </a:defRPr>
            </a:lvl4pPr>
            <a:lvl5pPr lvl="4">
              <a:spcBef>
                <a:spcPts val="0"/>
              </a:spcBef>
              <a:spcAft>
                <a:spcPts val="0"/>
              </a:spcAft>
              <a:buClr>
                <a:srgbClr val="2F2F2F"/>
              </a:buClr>
              <a:buSzPts val="2800"/>
              <a:buNone/>
              <a:defRPr b="1">
                <a:solidFill>
                  <a:srgbClr val="2F2F2F"/>
                </a:solidFill>
              </a:defRPr>
            </a:lvl5pPr>
            <a:lvl6pPr lvl="5">
              <a:spcBef>
                <a:spcPts val="0"/>
              </a:spcBef>
              <a:spcAft>
                <a:spcPts val="0"/>
              </a:spcAft>
              <a:buClr>
                <a:srgbClr val="2F2F2F"/>
              </a:buClr>
              <a:buSzPts val="2800"/>
              <a:buNone/>
              <a:defRPr b="1">
                <a:solidFill>
                  <a:srgbClr val="2F2F2F"/>
                </a:solidFill>
              </a:defRPr>
            </a:lvl6pPr>
            <a:lvl7pPr lvl="6">
              <a:spcBef>
                <a:spcPts val="0"/>
              </a:spcBef>
              <a:spcAft>
                <a:spcPts val="0"/>
              </a:spcAft>
              <a:buClr>
                <a:srgbClr val="2F2F2F"/>
              </a:buClr>
              <a:buSzPts val="2800"/>
              <a:buNone/>
              <a:defRPr b="1">
                <a:solidFill>
                  <a:srgbClr val="2F2F2F"/>
                </a:solidFill>
              </a:defRPr>
            </a:lvl7pPr>
            <a:lvl8pPr lvl="7">
              <a:spcBef>
                <a:spcPts val="0"/>
              </a:spcBef>
              <a:spcAft>
                <a:spcPts val="0"/>
              </a:spcAft>
              <a:buClr>
                <a:srgbClr val="2F2F2F"/>
              </a:buClr>
              <a:buSzPts val="2800"/>
              <a:buNone/>
              <a:defRPr b="1">
                <a:solidFill>
                  <a:srgbClr val="2F2F2F"/>
                </a:solidFill>
              </a:defRPr>
            </a:lvl8pPr>
            <a:lvl9pPr lvl="8">
              <a:spcBef>
                <a:spcPts val="0"/>
              </a:spcBef>
              <a:spcAft>
                <a:spcPts val="0"/>
              </a:spcAft>
              <a:buClr>
                <a:srgbClr val="2F2F2F"/>
              </a:buClr>
              <a:buSzPts val="2800"/>
              <a:buNone/>
              <a:defRPr b="1">
                <a:solidFill>
                  <a:srgbClr val="2F2F2F"/>
                </a:solidFill>
              </a:defRPr>
            </a:lvl9pPr>
          </a:lstStyle>
          <a:p/>
        </p:txBody>
      </p:sp>
      <p:sp>
        <p:nvSpPr>
          <p:cNvPr id="236" name="Google Shape;236;p4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7" name="Google Shape;237;p40"/>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8" name="Google Shape;238;p40"/>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Char char="●"/>
              <a:defRPr/>
            </a:lvl1pPr>
            <a:lvl2pPr indent="-381000" lvl="1" marL="914400">
              <a:lnSpc>
                <a:spcPct val="100000"/>
              </a:lnSpc>
              <a:spcBef>
                <a:spcPts val="1600"/>
              </a:spcBef>
              <a:spcAft>
                <a:spcPts val="0"/>
              </a:spcAft>
              <a:buSzPts val="2400"/>
              <a:buChar char="○"/>
              <a:defRPr sz="2400"/>
            </a:lvl2pPr>
            <a:lvl3pPr indent="-381000" lvl="2" marL="1371600">
              <a:lnSpc>
                <a:spcPct val="100000"/>
              </a:lnSpc>
              <a:spcBef>
                <a:spcPts val="1600"/>
              </a:spcBef>
              <a:spcAft>
                <a:spcPts val="0"/>
              </a:spcAft>
              <a:buSzPts val="2400"/>
              <a:buChar char="■"/>
              <a:defRPr sz="2400"/>
            </a:lvl3pPr>
            <a:lvl4pPr indent="-381000" lvl="3" marL="1828800">
              <a:lnSpc>
                <a:spcPct val="100000"/>
              </a:lnSpc>
              <a:spcBef>
                <a:spcPts val="1600"/>
              </a:spcBef>
              <a:spcAft>
                <a:spcPts val="0"/>
              </a:spcAft>
              <a:buSzPts val="2400"/>
              <a:buChar char="●"/>
              <a:defRPr sz="2400"/>
            </a:lvl4pPr>
            <a:lvl5pPr indent="-381000" lvl="4" marL="2286000">
              <a:lnSpc>
                <a:spcPct val="100000"/>
              </a:lnSpc>
              <a:spcBef>
                <a:spcPts val="1600"/>
              </a:spcBef>
              <a:spcAft>
                <a:spcPts val="0"/>
              </a:spcAft>
              <a:buSzPts val="2400"/>
              <a:buChar char="○"/>
              <a:defRPr sz="2400"/>
            </a:lvl5pPr>
            <a:lvl6pPr indent="-381000" lvl="5" marL="2743200">
              <a:lnSpc>
                <a:spcPct val="100000"/>
              </a:lnSpc>
              <a:spcBef>
                <a:spcPts val="1600"/>
              </a:spcBef>
              <a:spcAft>
                <a:spcPts val="0"/>
              </a:spcAft>
              <a:buSzPts val="2400"/>
              <a:buChar char="■"/>
              <a:defRPr sz="2400"/>
            </a:lvl6pPr>
            <a:lvl7pPr indent="-381000" lvl="6" marL="3200400">
              <a:lnSpc>
                <a:spcPct val="100000"/>
              </a:lnSpc>
              <a:spcBef>
                <a:spcPts val="1600"/>
              </a:spcBef>
              <a:spcAft>
                <a:spcPts val="0"/>
              </a:spcAft>
              <a:buSzPts val="2400"/>
              <a:buChar char="●"/>
              <a:defRPr sz="2400"/>
            </a:lvl7pPr>
            <a:lvl8pPr indent="-381000" lvl="7" marL="3657600">
              <a:lnSpc>
                <a:spcPct val="100000"/>
              </a:lnSpc>
              <a:spcBef>
                <a:spcPts val="1600"/>
              </a:spcBef>
              <a:spcAft>
                <a:spcPts val="0"/>
              </a:spcAft>
              <a:buSzPts val="2400"/>
              <a:buChar char="○"/>
              <a:defRPr sz="2400"/>
            </a:lvl8pPr>
            <a:lvl9pPr indent="-381000" lvl="8" marL="4114800">
              <a:lnSpc>
                <a:spcPct val="100000"/>
              </a:lnSpc>
              <a:spcBef>
                <a:spcPts val="1600"/>
              </a:spcBef>
              <a:spcAft>
                <a:spcPts val="1600"/>
              </a:spcAft>
              <a:buSzPts val="2400"/>
              <a:buChar char="■"/>
              <a:defRPr sz="24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239" name="Shape 239"/>
        <p:cNvGrpSpPr/>
        <p:nvPr/>
      </p:nvGrpSpPr>
      <p:grpSpPr>
        <a:xfrm>
          <a:off x="0" y="0"/>
          <a:ext cx="0" cy="0"/>
          <a:chOff x="0" y="0"/>
          <a:chExt cx="0" cy="0"/>
        </a:xfrm>
      </p:grpSpPr>
      <p:sp>
        <p:nvSpPr>
          <p:cNvPr id="240" name="Google Shape;240;p4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1" name="Google Shape;241;p4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3" name="Google Shape;243;p41"/>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44" name="Google Shape;244;p41"/>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Text - pg#">
  <p:cSld name="SECTION_HEADER_1_1_2_2_7_2">
    <p:bg>
      <p:bgPr>
        <a:solidFill>
          <a:srgbClr val="FFFFFF"/>
        </a:solidFill>
      </p:bgPr>
    </p:bg>
    <p:spTree>
      <p:nvGrpSpPr>
        <p:cNvPr id="245" name="Shape 245"/>
        <p:cNvGrpSpPr/>
        <p:nvPr/>
      </p:nvGrpSpPr>
      <p:grpSpPr>
        <a:xfrm>
          <a:off x="0" y="0"/>
          <a:ext cx="0" cy="0"/>
          <a:chOff x="0" y="0"/>
          <a:chExt cx="0" cy="0"/>
        </a:xfrm>
      </p:grpSpPr>
      <p:sp>
        <p:nvSpPr>
          <p:cNvPr id="246" name="Google Shape;246;p4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7" name="Google Shape;247;p42"/>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9" name="Google Shape;249;p4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0" name="Google Shape;250;p4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1" name="Google Shape;251;p42"/>
          <p:cNvSpPr txBox="1"/>
          <p:nvPr>
            <p:ph idx="5"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252" name="Google Shape;252;p42"/>
          <p:cNvSpPr txBox="1"/>
          <p:nvPr>
            <p:ph idx="6"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253" name="Shape 253"/>
        <p:cNvGrpSpPr/>
        <p:nvPr/>
      </p:nvGrpSpPr>
      <p:grpSpPr>
        <a:xfrm>
          <a:off x="0" y="0"/>
          <a:ext cx="0" cy="0"/>
          <a:chOff x="0" y="0"/>
          <a:chExt cx="0" cy="0"/>
        </a:xfrm>
      </p:grpSpPr>
      <p:sp>
        <p:nvSpPr>
          <p:cNvPr id="254" name="Google Shape;254;p4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55" name="Google Shape;255;p4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56" name="Google Shape;256;p4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7" name="Google Shape;257;p4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8" name="Google Shape;258;p43"/>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43"/>
          <p:cNvGrpSpPr/>
          <p:nvPr/>
        </p:nvGrpSpPr>
        <p:grpSpPr>
          <a:xfrm>
            <a:off x="248150" y="722275"/>
            <a:ext cx="3447300" cy="164700"/>
            <a:chOff x="248150" y="722275"/>
            <a:chExt cx="3447300" cy="164700"/>
          </a:xfrm>
        </p:grpSpPr>
        <p:sp>
          <p:nvSpPr>
            <p:cNvPr id="260" name="Google Shape;260;p43"/>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43"/>
            <p:cNvGrpSpPr/>
            <p:nvPr/>
          </p:nvGrpSpPr>
          <p:grpSpPr>
            <a:xfrm>
              <a:off x="322595" y="769160"/>
              <a:ext cx="264664" cy="61800"/>
              <a:chOff x="322595" y="642846"/>
              <a:chExt cx="264664" cy="61800"/>
            </a:xfrm>
          </p:grpSpPr>
          <p:sp>
            <p:nvSpPr>
              <p:cNvPr id="262" name="Google Shape;262;p4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SA - pg#">
  <p:cSld name="SECTION_HEADER_1_1_2_2_7_1_1">
    <p:bg>
      <p:bgPr>
        <a:solidFill>
          <a:srgbClr val="FFFFFF"/>
        </a:solidFill>
      </p:bgPr>
    </p:bg>
    <p:spTree>
      <p:nvGrpSpPr>
        <p:cNvPr id="265" name="Shape 265"/>
        <p:cNvGrpSpPr/>
        <p:nvPr/>
      </p:nvGrpSpPr>
      <p:grpSpPr>
        <a:xfrm>
          <a:off x="0" y="0"/>
          <a:ext cx="0" cy="0"/>
          <a:chOff x="0" y="0"/>
          <a:chExt cx="0" cy="0"/>
        </a:xfrm>
      </p:grpSpPr>
      <p:sp>
        <p:nvSpPr>
          <p:cNvPr id="266" name="Google Shape;266;p4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67" name="Google Shape;267;p4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68" name="Google Shape;268;p44"/>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69" name="Google Shape;269;p44"/>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70" name="Google Shape;270;p44"/>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44"/>
          <p:cNvGrpSpPr/>
          <p:nvPr/>
        </p:nvGrpSpPr>
        <p:grpSpPr>
          <a:xfrm>
            <a:off x="322595" y="769160"/>
            <a:ext cx="264664" cy="61800"/>
            <a:chOff x="322595" y="642846"/>
            <a:chExt cx="264664" cy="61800"/>
          </a:xfrm>
        </p:grpSpPr>
        <p:sp>
          <p:nvSpPr>
            <p:cNvPr id="272" name="Google Shape;272;p44"/>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4"/>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4"/>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4"/>
          <p:cNvGrpSpPr/>
          <p:nvPr/>
        </p:nvGrpSpPr>
        <p:grpSpPr>
          <a:xfrm>
            <a:off x="248150" y="722275"/>
            <a:ext cx="3447300" cy="164700"/>
            <a:chOff x="248150" y="722275"/>
            <a:chExt cx="3447300" cy="164700"/>
          </a:xfrm>
        </p:grpSpPr>
        <p:sp>
          <p:nvSpPr>
            <p:cNvPr id="276" name="Google Shape;276;p44"/>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4"/>
            <p:cNvGrpSpPr/>
            <p:nvPr/>
          </p:nvGrpSpPr>
          <p:grpSpPr>
            <a:xfrm>
              <a:off x="322595" y="769160"/>
              <a:ext cx="264664" cy="61800"/>
              <a:chOff x="322595" y="642846"/>
              <a:chExt cx="264664" cy="61800"/>
            </a:xfrm>
          </p:grpSpPr>
          <p:sp>
            <p:nvSpPr>
              <p:cNvPr id="278" name="Google Shape;278;p44"/>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4"/>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4"/>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with TT - pg#">
  <p:cSld name="SECTION_HEADER_1_1_2_2_6_2">
    <p:bg>
      <p:bgPr>
        <a:solidFill>
          <a:srgbClr val="FFFFFF"/>
        </a:solidFill>
      </p:bgPr>
    </p:bg>
    <p:spTree>
      <p:nvGrpSpPr>
        <p:cNvPr id="281" name="Shape 281"/>
        <p:cNvGrpSpPr/>
        <p:nvPr/>
      </p:nvGrpSpPr>
      <p:grpSpPr>
        <a:xfrm>
          <a:off x="0" y="0"/>
          <a:ext cx="0" cy="0"/>
          <a:chOff x="0" y="0"/>
          <a:chExt cx="0" cy="0"/>
        </a:xfrm>
      </p:grpSpPr>
      <p:pic>
        <p:nvPicPr>
          <p:cNvPr id="282" name="Google Shape;282;p45"/>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283" name="Google Shape;283;p4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84" name="Google Shape;284;p45"/>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85" name="Google Shape;285;p45"/>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86" name="Google Shape;286;p45"/>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287" name="Google Shape;287;p45"/>
          <p:cNvSpPr txBox="1"/>
          <p:nvPr>
            <p:ph idx="5"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p:cSld name="SECTION_HEADER_1_1_2_2_6_1">
    <p:bg>
      <p:bgPr>
        <a:solidFill>
          <a:srgbClr val="FFFFFF"/>
        </a:solidFill>
      </p:bgPr>
    </p:bg>
    <p:spTree>
      <p:nvGrpSpPr>
        <p:cNvPr id="288" name="Shape 288"/>
        <p:cNvGrpSpPr/>
        <p:nvPr/>
      </p:nvGrpSpPr>
      <p:grpSpPr>
        <a:xfrm>
          <a:off x="0" y="0"/>
          <a:ext cx="0" cy="0"/>
          <a:chOff x="0" y="0"/>
          <a:chExt cx="0" cy="0"/>
        </a:xfrm>
      </p:grpSpPr>
      <p:pic>
        <p:nvPicPr>
          <p:cNvPr id="289" name="Google Shape;289;p46"/>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290" name="Google Shape;290;p46"/>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291" name="Google Shape;291;p46"/>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292" name="Google Shape;292;p4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93" name="Google Shape;293;p46"/>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94" name="Google Shape;294;p46"/>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 2 Column">
  <p:cSld name="SECTION_HEADER_1_1_2_2_6_1_3">
    <p:bg>
      <p:bgPr>
        <a:solidFill>
          <a:srgbClr val="FFFFFF"/>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pic>
        <p:nvPicPr>
          <p:cNvPr id="297" name="Google Shape;297;p47"/>
          <p:cNvPicPr preferRelativeResize="0"/>
          <p:nvPr/>
        </p:nvPicPr>
        <p:blipFill rotWithShape="1">
          <a:blip r:embed="rId3">
            <a:alphaModFix/>
          </a:blip>
          <a:srcRect b="1250" l="2190" r="2190" t="22554"/>
          <a:stretch/>
        </p:blipFill>
        <p:spPr>
          <a:xfrm>
            <a:off x="312525" y="1555225"/>
            <a:ext cx="3303849" cy="3251001"/>
          </a:xfrm>
          <a:prstGeom prst="rect">
            <a:avLst/>
          </a:prstGeom>
          <a:noFill/>
          <a:ln>
            <a:noFill/>
          </a:ln>
        </p:spPr>
      </p:pic>
      <p:sp>
        <p:nvSpPr>
          <p:cNvPr id="298" name="Google Shape;298;p47"/>
          <p:cNvSpPr txBox="1"/>
          <p:nvPr>
            <p:ph idx="1" type="subTitle"/>
          </p:nvPr>
        </p:nvSpPr>
        <p:spPr>
          <a:xfrm>
            <a:off x="35662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299" name="Google Shape;299;p47"/>
          <p:cNvSpPr txBox="1"/>
          <p:nvPr>
            <p:ph type="title"/>
          </p:nvPr>
        </p:nvSpPr>
        <p:spPr>
          <a:xfrm>
            <a:off x="438900" y="950975"/>
            <a:ext cx="3063300" cy="685800"/>
          </a:xfrm>
          <a:prstGeom prst="rect">
            <a:avLst/>
          </a:prstGeom>
        </p:spPr>
        <p:txBody>
          <a:bodyPr anchorCtr="0" anchor="t" bIns="228600" lIns="320025" spcFirstLastPara="1" rIns="320025" wrap="square" tIns="173725">
            <a:noAutofit/>
          </a:bodyPr>
          <a:lstStyle>
            <a:lvl1pPr lvl="0" algn="ctr">
              <a:lnSpc>
                <a:spcPct val="90000"/>
              </a:lnSpc>
              <a:spcBef>
                <a:spcPts val="0"/>
              </a:spcBef>
              <a:spcAft>
                <a:spcPts val="0"/>
              </a:spcAft>
              <a:buNone/>
              <a:defRPr b="1" sz="1600">
                <a:solidFill>
                  <a:srgbClr val="2F2F2F"/>
                </a:solidFill>
                <a:latin typeface="Comic Sans MS"/>
                <a:ea typeface="Comic Sans MS"/>
                <a:cs typeface="Comic Sans MS"/>
                <a:sym typeface="Comic Sans MS"/>
              </a:defRPr>
            </a:lvl1pPr>
            <a:lvl2pPr lvl="1">
              <a:lnSpc>
                <a:spcPct val="90000"/>
              </a:lnSpc>
              <a:spcBef>
                <a:spcPts val="0"/>
              </a:spcBef>
              <a:spcAft>
                <a:spcPts val="0"/>
              </a:spcAft>
              <a:buNone/>
              <a:defRPr sz="1200">
                <a:latin typeface="Comic Sans MS"/>
                <a:ea typeface="Comic Sans MS"/>
                <a:cs typeface="Comic Sans MS"/>
                <a:sym typeface="Comic Sans MS"/>
              </a:defRPr>
            </a:lvl2pPr>
            <a:lvl3pPr lvl="2">
              <a:lnSpc>
                <a:spcPct val="90000"/>
              </a:lnSpc>
              <a:spcBef>
                <a:spcPts val="0"/>
              </a:spcBef>
              <a:spcAft>
                <a:spcPts val="0"/>
              </a:spcAft>
              <a:buNone/>
              <a:defRPr sz="1200">
                <a:latin typeface="Comic Sans MS"/>
                <a:ea typeface="Comic Sans MS"/>
                <a:cs typeface="Comic Sans MS"/>
                <a:sym typeface="Comic Sans MS"/>
              </a:defRPr>
            </a:lvl3pPr>
            <a:lvl4pPr lvl="3">
              <a:lnSpc>
                <a:spcPct val="90000"/>
              </a:lnSpc>
              <a:spcBef>
                <a:spcPts val="0"/>
              </a:spcBef>
              <a:spcAft>
                <a:spcPts val="0"/>
              </a:spcAft>
              <a:buNone/>
              <a:defRPr sz="1200">
                <a:latin typeface="Comic Sans MS"/>
                <a:ea typeface="Comic Sans MS"/>
                <a:cs typeface="Comic Sans MS"/>
                <a:sym typeface="Comic Sans MS"/>
              </a:defRPr>
            </a:lvl4pPr>
            <a:lvl5pPr lvl="4">
              <a:lnSpc>
                <a:spcPct val="90000"/>
              </a:lnSpc>
              <a:spcBef>
                <a:spcPts val="0"/>
              </a:spcBef>
              <a:spcAft>
                <a:spcPts val="0"/>
              </a:spcAft>
              <a:buNone/>
              <a:defRPr sz="1200">
                <a:latin typeface="Comic Sans MS"/>
                <a:ea typeface="Comic Sans MS"/>
                <a:cs typeface="Comic Sans MS"/>
                <a:sym typeface="Comic Sans MS"/>
              </a:defRPr>
            </a:lvl5pPr>
            <a:lvl6pPr lvl="5">
              <a:lnSpc>
                <a:spcPct val="90000"/>
              </a:lnSpc>
              <a:spcBef>
                <a:spcPts val="0"/>
              </a:spcBef>
              <a:spcAft>
                <a:spcPts val="0"/>
              </a:spcAft>
              <a:buNone/>
              <a:defRPr sz="1200">
                <a:latin typeface="Comic Sans MS"/>
                <a:ea typeface="Comic Sans MS"/>
                <a:cs typeface="Comic Sans MS"/>
                <a:sym typeface="Comic Sans MS"/>
              </a:defRPr>
            </a:lvl6pPr>
            <a:lvl7pPr lvl="6">
              <a:lnSpc>
                <a:spcPct val="90000"/>
              </a:lnSpc>
              <a:spcBef>
                <a:spcPts val="0"/>
              </a:spcBef>
              <a:spcAft>
                <a:spcPts val="0"/>
              </a:spcAft>
              <a:buNone/>
              <a:defRPr sz="1200">
                <a:latin typeface="Comic Sans MS"/>
                <a:ea typeface="Comic Sans MS"/>
                <a:cs typeface="Comic Sans MS"/>
                <a:sym typeface="Comic Sans MS"/>
              </a:defRPr>
            </a:lvl7pPr>
            <a:lvl8pPr lvl="7">
              <a:lnSpc>
                <a:spcPct val="90000"/>
              </a:lnSpc>
              <a:spcBef>
                <a:spcPts val="0"/>
              </a:spcBef>
              <a:spcAft>
                <a:spcPts val="0"/>
              </a:spcAft>
              <a:buNone/>
              <a:defRPr sz="1200">
                <a:latin typeface="Comic Sans MS"/>
                <a:ea typeface="Comic Sans MS"/>
                <a:cs typeface="Comic Sans MS"/>
                <a:sym typeface="Comic Sans MS"/>
              </a:defRPr>
            </a:lvl8pPr>
            <a:lvl9pPr lvl="8">
              <a:lnSpc>
                <a:spcPct val="90000"/>
              </a:lnSpc>
              <a:spcBef>
                <a:spcPts val="0"/>
              </a:spcBef>
              <a:spcAft>
                <a:spcPts val="0"/>
              </a:spcAft>
              <a:buNone/>
              <a:defRPr sz="1200">
                <a:latin typeface="Comic Sans MS"/>
                <a:ea typeface="Comic Sans MS"/>
                <a:cs typeface="Comic Sans MS"/>
                <a:sym typeface="Comic Sans MS"/>
              </a:defRPr>
            </a:lvl9pPr>
          </a:lstStyle>
          <a:p/>
        </p:txBody>
      </p:sp>
      <p:sp>
        <p:nvSpPr>
          <p:cNvPr id="300" name="Google Shape;300;p4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01" name="Google Shape;301;p4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02" name="Google Shape;302;p4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03" name="Google Shape;303;p47"/>
          <p:cNvSpPr txBox="1"/>
          <p:nvPr>
            <p:ph idx="5" type="body"/>
          </p:nvPr>
        </p:nvSpPr>
        <p:spPr>
          <a:xfrm>
            <a:off x="35657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
        <p:nvSpPr>
          <p:cNvPr id="304" name="Google Shape;304;p47"/>
          <p:cNvSpPr txBox="1"/>
          <p:nvPr>
            <p:ph idx="6" type="subTitle"/>
          </p:nvPr>
        </p:nvSpPr>
        <p:spPr>
          <a:xfrm>
            <a:off x="196737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305" name="Google Shape;305;p47"/>
          <p:cNvSpPr txBox="1"/>
          <p:nvPr>
            <p:ph idx="7" type="body"/>
          </p:nvPr>
        </p:nvSpPr>
        <p:spPr>
          <a:xfrm>
            <a:off x="196732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SA">
  <p:cSld name="SECTION_HEADER_1_1_2_2_6_1_2">
    <p:bg>
      <p:bgPr>
        <a:solidFill>
          <a:srgbClr val="FFFFFF"/>
        </a:solidFill>
      </p:bgPr>
    </p:bg>
    <p:spTree>
      <p:nvGrpSpPr>
        <p:cNvPr id="306" name="Shape 306"/>
        <p:cNvGrpSpPr/>
        <p:nvPr/>
      </p:nvGrpSpPr>
      <p:grpSpPr>
        <a:xfrm>
          <a:off x="0" y="0"/>
          <a:ext cx="0" cy="0"/>
          <a:chOff x="0" y="0"/>
          <a:chExt cx="0" cy="0"/>
        </a:xfrm>
      </p:grpSpPr>
      <p:pic>
        <p:nvPicPr>
          <p:cNvPr id="307" name="Google Shape;307;p48"/>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08" name="Google Shape;308;p48"/>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09" name="Google Shape;309;p48"/>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0" name="Google Shape;310;p4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1" name="Google Shape;311;p4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2" name="Google Shape;312;p48"/>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and SA">
  <p:cSld name="SECTION_HEADER_1_1_2_2_6_1_2_1">
    <p:bg>
      <p:bgPr>
        <a:solidFill>
          <a:srgbClr val="FFFFFF"/>
        </a:solidFill>
      </p:bgPr>
    </p:bg>
    <p:spTree>
      <p:nvGrpSpPr>
        <p:cNvPr id="313" name="Shape 313"/>
        <p:cNvGrpSpPr/>
        <p:nvPr/>
      </p:nvGrpSpPr>
      <p:grpSpPr>
        <a:xfrm>
          <a:off x="0" y="0"/>
          <a:ext cx="0" cy="0"/>
          <a:chOff x="0" y="0"/>
          <a:chExt cx="0" cy="0"/>
        </a:xfrm>
      </p:grpSpPr>
      <p:pic>
        <p:nvPicPr>
          <p:cNvPr id="314" name="Google Shape;314;p49"/>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15" name="Google Shape;315;p49"/>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16" name="Google Shape;316;p49"/>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7" name="Google Shape;317;p4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8" name="Google Shape;318;p49"/>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9" name="Google Shape;319;p49"/>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20" name="Google Shape;320;p49"/>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321" name="Shape 321"/>
        <p:cNvGrpSpPr/>
        <p:nvPr/>
      </p:nvGrpSpPr>
      <p:grpSpPr>
        <a:xfrm>
          <a:off x="0" y="0"/>
          <a:ext cx="0" cy="0"/>
          <a:chOff x="0" y="0"/>
          <a:chExt cx="0" cy="0"/>
        </a:xfrm>
      </p:grpSpPr>
      <p:sp>
        <p:nvSpPr>
          <p:cNvPr id="322" name="Google Shape;322;p50"/>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23" name="Google Shape;323;p50"/>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24" name="Google Shape;324;p50"/>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25" name="Google Shape;325;p50"/>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26" name="Google Shape;326;p50"/>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50"/>
          <p:cNvGrpSpPr/>
          <p:nvPr/>
        </p:nvGrpSpPr>
        <p:grpSpPr>
          <a:xfrm>
            <a:off x="256025" y="1280050"/>
            <a:ext cx="3657600" cy="164700"/>
            <a:chOff x="256025" y="1280050"/>
            <a:chExt cx="3657600" cy="164700"/>
          </a:xfrm>
        </p:grpSpPr>
        <p:sp>
          <p:nvSpPr>
            <p:cNvPr id="328" name="Google Shape;328;p50"/>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50"/>
            <p:cNvGrpSpPr/>
            <p:nvPr/>
          </p:nvGrpSpPr>
          <p:grpSpPr>
            <a:xfrm>
              <a:off x="323020" y="1326935"/>
              <a:ext cx="264664" cy="61800"/>
              <a:chOff x="322595" y="642846"/>
              <a:chExt cx="264664" cy="61800"/>
            </a:xfrm>
          </p:grpSpPr>
          <p:sp>
            <p:nvSpPr>
              <p:cNvPr id="330" name="Google Shape;330;p5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Text - pg#">
  <p:cSld name="SECTION_HEADER_1_1_2_2_2_7_1">
    <p:bg>
      <p:bgPr>
        <a:solidFill>
          <a:srgbClr val="FFFFFF"/>
        </a:solidFill>
      </p:bgPr>
    </p:bg>
    <p:spTree>
      <p:nvGrpSpPr>
        <p:cNvPr id="333" name="Shape 333"/>
        <p:cNvGrpSpPr/>
        <p:nvPr/>
      </p:nvGrpSpPr>
      <p:grpSpPr>
        <a:xfrm>
          <a:off x="0" y="0"/>
          <a:ext cx="0" cy="0"/>
          <a:chOff x="0" y="0"/>
          <a:chExt cx="0" cy="0"/>
        </a:xfrm>
      </p:grpSpPr>
      <p:sp>
        <p:nvSpPr>
          <p:cNvPr id="334" name="Google Shape;334;p5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35" name="Google Shape;335;p51"/>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36" name="Google Shape;336;p5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37" name="Google Shape;337;p51"/>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38" name="Google Shape;338;p5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1"/>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0" name="Google Shape;340;p51"/>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341" name="Google Shape;341;p51"/>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and SA - pg#">
  <p:cSld name="SECTION_HEADER_1_1_2_2_2_6">
    <p:bg>
      <p:bgPr>
        <a:solidFill>
          <a:srgbClr val="FFFFFF"/>
        </a:solidFill>
      </p:bgPr>
    </p:bg>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44" name="Google Shape;344;p52"/>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45" name="Google Shape;345;p52"/>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46" name="Google Shape;346;p52"/>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47" name="Google Shape;347;p52"/>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8" name="Google Shape;348;p52"/>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52"/>
          <p:cNvGrpSpPr/>
          <p:nvPr/>
        </p:nvGrpSpPr>
        <p:grpSpPr>
          <a:xfrm>
            <a:off x="322595" y="769160"/>
            <a:ext cx="264664" cy="61800"/>
            <a:chOff x="322595" y="642846"/>
            <a:chExt cx="264664" cy="61800"/>
          </a:xfrm>
        </p:grpSpPr>
        <p:sp>
          <p:nvSpPr>
            <p:cNvPr id="350" name="Google Shape;350;p52"/>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2"/>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52"/>
          <p:cNvGrpSpPr/>
          <p:nvPr/>
        </p:nvGrpSpPr>
        <p:grpSpPr>
          <a:xfrm>
            <a:off x="248150" y="722275"/>
            <a:ext cx="3447300" cy="164700"/>
            <a:chOff x="248150" y="722275"/>
            <a:chExt cx="3447300" cy="164700"/>
          </a:xfrm>
        </p:grpSpPr>
        <p:sp>
          <p:nvSpPr>
            <p:cNvPr id="354" name="Google Shape;354;p52"/>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52"/>
            <p:cNvGrpSpPr/>
            <p:nvPr/>
          </p:nvGrpSpPr>
          <p:grpSpPr>
            <a:xfrm>
              <a:off x="322595" y="769160"/>
              <a:ext cx="264664" cy="61800"/>
              <a:chOff x="322595" y="642846"/>
              <a:chExt cx="264664" cy="61800"/>
            </a:xfrm>
          </p:grpSpPr>
          <p:sp>
            <p:nvSpPr>
              <p:cNvPr id="356" name="Google Shape;356;p52"/>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2"/>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359" name="Shape 359"/>
        <p:cNvGrpSpPr/>
        <p:nvPr/>
      </p:nvGrpSpPr>
      <p:grpSpPr>
        <a:xfrm>
          <a:off x="0" y="0"/>
          <a:ext cx="0" cy="0"/>
          <a:chOff x="0" y="0"/>
          <a:chExt cx="0" cy="0"/>
        </a:xfrm>
      </p:grpSpPr>
      <p:sp>
        <p:nvSpPr>
          <p:cNvPr id="360" name="Google Shape;360;p5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1" name="Google Shape;361;p53"/>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62" name="Google Shape;362;p53"/>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63" name="Google Shape;363;p53"/>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64" name="Google Shape;364;p53"/>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TT and SA - pg#">
  <p:cSld name="SECTION_HEADER_1_1_2_2_2_4_1">
    <p:bg>
      <p:bgPr>
        <a:solidFill>
          <a:srgbClr val="FFFFFF"/>
        </a:solidFill>
      </p:bgPr>
    </p:bg>
    <p:spTree>
      <p:nvGrpSpPr>
        <p:cNvPr id="366" name="Shape 366"/>
        <p:cNvGrpSpPr/>
        <p:nvPr/>
      </p:nvGrpSpPr>
      <p:grpSpPr>
        <a:xfrm>
          <a:off x="0" y="0"/>
          <a:ext cx="0" cy="0"/>
          <a:chOff x="0" y="0"/>
          <a:chExt cx="0" cy="0"/>
        </a:xfrm>
      </p:grpSpPr>
      <p:pic>
        <p:nvPicPr>
          <p:cNvPr id="367" name="Google Shape;367;p54"/>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368" name="Google Shape;368;p5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9" name="Google Shape;369;p5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0" name="Google Shape;370;p54"/>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1" name="Google Shape;371;p54"/>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372" name="Google Shape;372;p54"/>
          <p:cNvSpPr txBox="1"/>
          <p:nvPr>
            <p:ph idx="5"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3" name="Google Shape;373;p54"/>
          <p:cNvSpPr txBox="1"/>
          <p:nvPr>
            <p:ph idx="6"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374" name="Shape 374"/>
        <p:cNvGrpSpPr/>
        <p:nvPr/>
      </p:nvGrpSpPr>
      <p:grpSpPr>
        <a:xfrm>
          <a:off x="0" y="0"/>
          <a:ext cx="0" cy="0"/>
          <a:chOff x="0" y="0"/>
          <a:chExt cx="0" cy="0"/>
        </a:xfrm>
      </p:grpSpPr>
      <p:sp>
        <p:nvSpPr>
          <p:cNvPr id="375" name="Google Shape;375;p5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6" name="Google Shape;376;p5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7" name="Google Shape;377;p5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78" name="Google Shape;378;p5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9" name="Google Shape;379;p5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80" name="Google Shape;380;p5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55"/>
          <p:cNvGrpSpPr/>
          <p:nvPr/>
        </p:nvGrpSpPr>
        <p:grpSpPr>
          <a:xfrm>
            <a:off x="256025" y="1280050"/>
            <a:ext cx="3657600" cy="164700"/>
            <a:chOff x="256025" y="1280050"/>
            <a:chExt cx="3657600" cy="164700"/>
          </a:xfrm>
        </p:grpSpPr>
        <p:sp>
          <p:nvSpPr>
            <p:cNvPr id="382" name="Google Shape;382;p5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55"/>
            <p:cNvGrpSpPr/>
            <p:nvPr/>
          </p:nvGrpSpPr>
          <p:grpSpPr>
            <a:xfrm>
              <a:off x="323020" y="1326935"/>
              <a:ext cx="264664" cy="61800"/>
              <a:chOff x="322595" y="642846"/>
              <a:chExt cx="264664" cy="61800"/>
            </a:xfrm>
          </p:grpSpPr>
          <p:sp>
            <p:nvSpPr>
              <p:cNvPr id="384" name="Google Shape;384;p5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Picture - pg#">
  <p:cSld name="SECTION_HEADER_1_1_2_2_2_2_2">
    <p:bg>
      <p:bgPr>
        <a:solidFill>
          <a:srgbClr val="FFFFFF"/>
        </a:solidFill>
      </p:bgPr>
    </p:bg>
    <p:spTree>
      <p:nvGrpSpPr>
        <p:cNvPr id="387" name="Shape 387"/>
        <p:cNvGrpSpPr/>
        <p:nvPr/>
      </p:nvGrpSpPr>
      <p:grpSpPr>
        <a:xfrm>
          <a:off x="0" y="0"/>
          <a:ext cx="0" cy="0"/>
          <a:chOff x="0" y="0"/>
          <a:chExt cx="0" cy="0"/>
        </a:xfrm>
      </p:grpSpPr>
      <p:sp>
        <p:nvSpPr>
          <p:cNvPr id="388" name="Google Shape;388;p56"/>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89" name="Google Shape;389;p5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0" name="Google Shape;390;p56"/>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1" name="Google Shape;391;p5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93" name="Google Shape;393;p56"/>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Text - pg#">
  <p:cSld name="SECTION_HEADER_1_1_2_2_2_2_2_1_1">
    <p:bg>
      <p:bgPr>
        <a:solidFill>
          <a:srgbClr val="FFFFFF"/>
        </a:solidFill>
      </p:bgPr>
    </p:bg>
    <p:spTree>
      <p:nvGrpSpPr>
        <p:cNvPr id="394" name="Shape 394"/>
        <p:cNvGrpSpPr/>
        <p:nvPr/>
      </p:nvGrpSpPr>
      <p:grpSpPr>
        <a:xfrm>
          <a:off x="0" y="0"/>
          <a:ext cx="0" cy="0"/>
          <a:chOff x="0" y="0"/>
          <a:chExt cx="0" cy="0"/>
        </a:xfrm>
      </p:grpSpPr>
      <p:sp>
        <p:nvSpPr>
          <p:cNvPr id="395" name="Google Shape;395;p57"/>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96" name="Google Shape;396;p5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7" name="Google Shape;397;p57"/>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8" name="Google Shape;398;p5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400" name="Google Shape;400;p57"/>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01" name="Google Shape;401;p57"/>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402" name="Google Shape;402;p57"/>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403" name="Shape 403"/>
        <p:cNvGrpSpPr/>
        <p:nvPr/>
      </p:nvGrpSpPr>
      <p:grpSpPr>
        <a:xfrm>
          <a:off x="0" y="0"/>
          <a:ext cx="0" cy="0"/>
          <a:chOff x="0" y="0"/>
          <a:chExt cx="0" cy="0"/>
        </a:xfrm>
      </p:grpSpPr>
      <p:sp>
        <p:nvSpPr>
          <p:cNvPr id="404" name="Google Shape;40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p58"/>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idence Card Section Title">
  <p:cSld name="SECTION_HEADER_1_1_2_2_2_2_1_2">
    <p:bg>
      <p:bgPr>
        <a:solidFill>
          <a:srgbClr val="000000"/>
        </a:solidFill>
      </p:bgPr>
    </p:bg>
    <p:spTree>
      <p:nvGrpSpPr>
        <p:cNvPr id="406" name="Shape 406"/>
        <p:cNvGrpSpPr/>
        <p:nvPr/>
      </p:nvGrpSpPr>
      <p:grpSpPr>
        <a:xfrm>
          <a:off x="0" y="0"/>
          <a:ext cx="0" cy="0"/>
          <a:chOff x="0" y="0"/>
          <a:chExt cx="0" cy="0"/>
        </a:xfrm>
      </p:grpSpPr>
      <p:sp>
        <p:nvSpPr>
          <p:cNvPr id="407" name="Google Shape;40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descr="Evidence Cards A through O." id="408" name="Google Shape;408;p59"/>
          <p:cNvSpPr/>
          <p:nvPr/>
        </p:nvSpPr>
        <p:spPr>
          <a:xfrm rot="5400000">
            <a:off x="2861850" y="-1140850"/>
            <a:ext cx="3420300" cy="9148500"/>
          </a:xfrm>
          <a:prstGeom prst="rect">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9"/>
          <p:cNvSpPr txBox="1"/>
          <p:nvPr/>
        </p:nvSpPr>
        <p:spPr>
          <a:xfrm>
            <a:off x="820200" y="661906"/>
            <a:ext cx="7503600" cy="64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b="1" lang="en" sz="2800">
                <a:solidFill>
                  <a:srgbClr val="FFFFFF"/>
                </a:solidFill>
                <a:latin typeface="Roboto"/>
                <a:ea typeface="Roboto"/>
                <a:cs typeface="Roboto"/>
                <a:sym typeface="Roboto"/>
              </a:rPr>
              <a:t>Evidence Cards</a:t>
            </a:r>
            <a:endParaRPr b="1" sz="2800">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ail">
  <p:cSld name="SECTION_HEADER_1_1_2_2_2_2_1_1">
    <p:bg>
      <p:bgPr>
        <a:solidFill>
          <a:srgbClr val="000000"/>
        </a:solidFill>
      </p:bgPr>
    </p:bg>
    <p:spTree>
      <p:nvGrpSpPr>
        <p:cNvPr id="410" name="Shape 410"/>
        <p:cNvGrpSpPr/>
        <p:nvPr/>
      </p:nvGrpSpPr>
      <p:grpSpPr>
        <a:xfrm>
          <a:off x="0" y="0"/>
          <a:ext cx="0" cy="0"/>
          <a:chOff x="0" y="0"/>
          <a:chExt cx="0" cy="0"/>
        </a:xfrm>
      </p:grpSpPr>
      <p:sp>
        <p:nvSpPr>
          <p:cNvPr id="411" name="Google Shape;411;p6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60"/>
          <p:cNvPicPr preferRelativeResize="0"/>
          <p:nvPr/>
        </p:nvPicPr>
        <p:blipFill rotWithShape="1">
          <a:blip r:embed="rId2">
            <a:alphaModFix/>
          </a:blip>
          <a:srcRect b="10" l="0" r="0" t="10"/>
          <a:stretch/>
        </p:blipFill>
        <p:spPr>
          <a:xfrm>
            <a:off x="651150" y="291325"/>
            <a:ext cx="7841794" cy="4852174"/>
          </a:xfrm>
          <a:prstGeom prst="rect">
            <a:avLst/>
          </a:prstGeom>
          <a:noFill/>
          <a:ln>
            <a:noFill/>
          </a:ln>
          <a:effectLst>
            <a:outerShdw blurRad="57150" rotWithShape="0" algn="bl" dir="5400000" dist="19050">
              <a:srgbClr val="000000">
                <a:alpha val="19000"/>
              </a:srgbClr>
            </a:outerShdw>
          </a:effectLst>
        </p:spPr>
      </p:pic>
      <p:sp>
        <p:nvSpPr>
          <p:cNvPr id="413" name="Google Shape;413;p60"/>
          <p:cNvSpPr/>
          <p:nvPr/>
        </p:nvSpPr>
        <p:spPr>
          <a:xfrm>
            <a:off x="651050" y="990075"/>
            <a:ext cx="7841700" cy="41535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414" name="Shape 414"/>
        <p:cNvGrpSpPr/>
        <p:nvPr/>
      </p:nvGrpSpPr>
      <p:grpSpPr>
        <a:xfrm>
          <a:off x="0" y="0"/>
          <a:ext cx="0" cy="0"/>
          <a:chOff x="0" y="0"/>
          <a:chExt cx="0" cy="0"/>
        </a:xfrm>
      </p:grpSpPr>
      <p:sp>
        <p:nvSpPr>
          <p:cNvPr id="415" name="Google Shape;415;p6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16" name="Google Shape;416;p61"/>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17" name="Google Shape;417;p6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18" name="Google Shape;418;p61"/>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19" name="Google Shape;419;p61"/>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2 Line - pg#">
  <p:cSld name="SECTION_HEADER_1_1_2_2_2_1_1_1">
    <p:bg>
      <p:bgPr>
        <a:solidFill>
          <a:srgbClr val="FFFFFF"/>
        </a:solidFill>
      </p:bgPr>
    </p:bg>
    <p:spTree>
      <p:nvGrpSpPr>
        <p:cNvPr id="420" name="Shape 420"/>
        <p:cNvGrpSpPr/>
        <p:nvPr/>
      </p:nvGrpSpPr>
      <p:grpSpPr>
        <a:xfrm>
          <a:off x="0" y="0"/>
          <a:ext cx="0" cy="0"/>
          <a:chOff x="0" y="0"/>
          <a:chExt cx="0" cy="0"/>
        </a:xfrm>
      </p:grpSpPr>
      <p:sp>
        <p:nvSpPr>
          <p:cNvPr id="421" name="Google Shape;421;p6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2" name="Google Shape;422;p6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23" name="Google Shape;423;p62"/>
          <p:cNvSpPr txBox="1"/>
          <p:nvPr>
            <p:ph idx="3"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24" name="Google Shape;424;p62"/>
          <p:cNvSpPr txBox="1"/>
          <p:nvPr>
            <p:ph idx="4" type="body"/>
          </p:nvPr>
        </p:nvSpPr>
        <p:spPr>
          <a:xfrm>
            <a:off x="804672" y="228600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25" name="Google Shape;425;p62"/>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 pg#">
  <p:cSld name="SECTION_HEADER_1_1_2_1_3">
    <p:bg>
      <p:bgPr>
        <a:solidFill>
          <a:srgbClr val="FFFFFF"/>
        </a:solidFill>
      </p:bgPr>
    </p:bg>
    <p:spTree>
      <p:nvGrpSpPr>
        <p:cNvPr id="426" name="Shape 426"/>
        <p:cNvGrpSpPr/>
        <p:nvPr/>
      </p:nvGrpSpPr>
      <p:grpSpPr>
        <a:xfrm>
          <a:off x="0" y="0"/>
          <a:ext cx="0" cy="0"/>
          <a:chOff x="0" y="0"/>
          <a:chExt cx="0" cy="0"/>
        </a:xfrm>
      </p:grpSpPr>
      <p:sp>
        <p:nvSpPr>
          <p:cNvPr id="427" name="Google Shape;427;p6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28" name="Google Shape;428;p6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9" name="Google Shape;429;p63"/>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0" name="Google Shape;430;p63"/>
          <p:cNvSpPr txBox="1"/>
          <p:nvPr>
            <p:ph idx="4" type="body"/>
          </p:nvPr>
        </p:nvSpPr>
        <p:spPr>
          <a:xfrm>
            <a:off x="804672" y="1353312"/>
            <a:ext cx="7507200" cy="3026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1: SA with Image - pg#">
  <p:cSld name="SECTION_HEADER_1_1_2_1_2_5">
    <p:bg>
      <p:bgPr>
        <a:solidFill>
          <a:srgbClr val="FFFFFF"/>
        </a:solidFill>
      </p:bgPr>
    </p:bg>
    <p:spTree>
      <p:nvGrpSpPr>
        <p:cNvPr id="431" name="Shape 431"/>
        <p:cNvGrpSpPr/>
        <p:nvPr/>
      </p:nvGrpSpPr>
      <p:grpSpPr>
        <a:xfrm>
          <a:off x="0" y="0"/>
          <a:ext cx="0" cy="0"/>
          <a:chOff x="0" y="0"/>
          <a:chExt cx="0" cy="0"/>
        </a:xfrm>
      </p:grpSpPr>
      <p:sp>
        <p:nvSpPr>
          <p:cNvPr id="432" name="Google Shape;432;p64"/>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34" name="Google Shape;434;p64"/>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5" name="Google Shape;435;p64"/>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36" name="Google Shape;436;p64"/>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37" name="Google Shape;437;p64"/>
          <p:cNvSpPr txBox="1"/>
          <p:nvPr>
            <p:ph idx="4" type="subTitle"/>
          </p:nvPr>
        </p:nvSpPr>
        <p:spPr>
          <a:xfrm>
            <a:off x="40290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2: SA with Image - pg#">
  <p:cSld name="SECTION_HEADER_1_1_2_1_2_5_1">
    <p:bg>
      <p:bgPr>
        <a:solidFill>
          <a:srgbClr val="FFFFFF"/>
        </a:solidFill>
      </p:bgPr>
    </p:bg>
    <p:spTree>
      <p:nvGrpSpPr>
        <p:cNvPr id="438" name="Shape 438"/>
        <p:cNvGrpSpPr/>
        <p:nvPr/>
      </p:nvGrpSpPr>
      <p:grpSpPr>
        <a:xfrm>
          <a:off x="0" y="0"/>
          <a:ext cx="0" cy="0"/>
          <a:chOff x="0" y="0"/>
          <a:chExt cx="0" cy="0"/>
        </a:xfrm>
      </p:grpSpPr>
      <p:sp>
        <p:nvSpPr>
          <p:cNvPr id="439" name="Google Shape;439;p65"/>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5"/>
          <p:cNvSpPr/>
          <p:nvPr/>
        </p:nvSpPr>
        <p:spPr>
          <a:xfrm>
            <a:off x="247113" y="2715993"/>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42" name="Google Shape;442;p65"/>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43" name="Google Shape;443;p65"/>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44" name="Google Shape;444;p65"/>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45" name="Google Shape;445;p65"/>
          <p:cNvSpPr txBox="1"/>
          <p:nvPr>
            <p:ph idx="4" type="subTitle"/>
          </p:nvPr>
        </p:nvSpPr>
        <p:spPr>
          <a:xfrm>
            <a:off x="40285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pic>
        <p:nvPicPr>
          <p:cNvPr id="446" name="Google Shape;446;p65"/>
          <p:cNvPicPr preferRelativeResize="0"/>
          <p:nvPr/>
        </p:nvPicPr>
        <p:blipFill>
          <a:blip r:embed="rId2">
            <a:alphaModFix/>
          </a:blip>
          <a:stretch>
            <a:fillRect/>
          </a:stretch>
        </p:blipFill>
        <p:spPr>
          <a:xfrm>
            <a:off x="2886825" y="4524607"/>
            <a:ext cx="228175" cy="228150"/>
          </a:xfrm>
          <a:prstGeom prst="rect">
            <a:avLst/>
          </a:prstGeom>
          <a:noFill/>
          <a:ln>
            <a:noFill/>
          </a:ln>
        </p:spPr>
      </p:pic>
      <p:sp>
        <p:nvSpPr>
          <p:cNvPr id="447" name="Google Shape;447;p65"/>
          <p:cNvSpPr txBox="1"/>
          <p:nvPr>
            <p:ph idx="5" type="subTitle"/>
          </p:nvPr>
        </p:nvSpPr>
        <p:spPr>
          <a:xfrm>
            <a:off x="402850" y="4520326"/>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448" name="Shape 448"/>
        <p:cNvGrpSpPr/>
        <p:nvPr/>
      </p:nvGrpSpPr>
      <p:grpSpPr>
        <a:xfrm>
          <a:off x="0" y="0"/>
          <a:ext cx="0" cy="0"/>
          <a:chOff x="0" y="0"/>
          <a:chExt cx="0" cy="0"/>
        </a:xfrm>
      </p:grpSpPr>
      <p:sp>
        <p:nvSpPr>
          <p:cNvPr id="449" name="Google Shape;449;p66"/>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0" name="Google Shape;450;p6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1" name="Google Shape;451;p66"/>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2" name="Google Shape;452;p6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6"/>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SA - pg#">
  <p:cSld name="SECTION_HEADER_1_1_2_1_2_3_1">
    <p:bg>
      <p:bgPr>
        <a:solidFill>
          <a:srgbClr val="FFFFFF"/>
        </a:solidFill>
      </p:bgPr>
    </p:bg>
    <p:spTree>
      <p:nvGrpSpPr>
        <p:cNvPr id="454" name="Shape 454"/>
        <p:cNvGrpSpPr/>
        <p:nvPr/>
      </p:nvGrpSpPr>
      <p:grpSpPr>
        <a:xfrm>
          <a:off x="0" y="0"/>
          <a:ext cx="0" cy="0"/>
          <a:chOff x="0" y="0"/>
          <a:chExt cx="0" cy="0"/>
        </a:xfrm>
      </p:grpSpPr>
      <p:pic>
        <p:nvPicPr>
          <p:cNvPr id="455" name="Google Shape;455;p67"/>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456" name="Google Shape;456;p6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7" name="Google Shape;457;p6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8" name="Google Shape;458;p67"/>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9" name="Google Shape;459;p67"/>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460" name="Google Shape;460;p67"/>
          <p:cNvSpPr txBox="1"/>
          <p:nvPr>
            <p:ph idx="5"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SA - pg #">
  <p:cSld name="SECTION_HEADER_1_1_2_1_2_1_3">
    <p:bg>
      <p:bgPr>
        <a:solidFill>
          <a:srgbClr val="FFFFFF"/>
        </a:solidFill>
      </p:bgPr>
    </p:bg>
    <p:spTree>
      <p:nvGrpSpPr>
        <p:cNvPr id="461" name="Shape 461"/>
        <p:cNvGrpSpPr/>
        <p:nvPr/>
      </p:nvGrpSpPr>
      <p:grpSpPr>
        <a:xfrm>
          <a:off x="0" y="0"/>
          <a:ext cx="0" cy="0"/>
          <a:chOff x="0" y="0"/>
          <a:chExt cx="0" cy="0"/>
        </a:xfrm>
      </p:grpSpPr>
      <p:sp>
        <p:nvSpPr>
          <p:cNvPr id="462" name="Google Shape;462;p6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63" name="Google Shape;463;p68"/>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64" name="Google Shape;464;p68"/>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65" name="Google Shape;465;p68"/>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66" name="Google Shape;466;p68"/>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68"/>
          <p:cNvGrpSpPr/>
          <p:nvPr/>
        </p:nvGrpSpPr>
        <p:grpSpPr>
          <a:xfrm>
            <a:off x="256025" y="1280050"/>
            <a:ext cx="3657600" cy="164700"/>
            <a:chOff x="256025" y="1280050"/>
            <a:chExt cx="3657600" cy="164700"/>
          </a:xfrm>
        </p:grpSpPr>
        <p:sp>
          <p:nvSpPr>
            <p:cNvPr id="468" name="Google Shape;468;p68"/>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8"/>
            <p:cNvGrpSpPr/>
            <p:nvPr/>
          </p:nvGrpSpPr>
          <p:grpSpPr>
            <a:xfrm>
              <a:off x="323020" y="1326935"/>
              <a:ext cx="264664" cy="61800"/>
              <a:chOff x="322595" y="642846"/>
              <a:chExt cx="264664" cy="61800"/>
            </a:xfrm>
          </p:grpSpPr>
          <p:sp>
            <p:nvSpPr>
              <p:cNvPr id="470" name="Google Shape;470;p68"/>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8"/>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8"/>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Full Screen">
  <p:cSld name="SECTION_HEADER_1_1_2_1_2_1_2">
    <p:bg>
      <p:bgPr>
        <a:solidFill>
          <a:srgbClr val="FFFFFF"/>
        </a:solidFill>
      </p:bgPr>
    </p:bg>
    <p:spTree>
      <p:nvGrpSpPr>
        <p:cNvPr id="473" name="Shape 473"/>
        <p:cNvGrpSpPr/>
        <p:nvPr/>
      </p:nvGrpSpPr>
      <p:grpSpPr>
        <a:xfrm>
          <a:off x="0" y="0"/>
          <a:ext cx="0" cy="0"/>
          <a:chOff x="0" y="0"/>
          <a:chExt cx="0" cy="0"/>
        </a:xfrm>
      </p:grpSpPr>
      <p:sp>
        <p:nvSpPr>
          <p:cNvPr id="474" name="Google Shape;474;p69"/>
          <p:cNvSpPr/>
          <p:nvPr/>
        </p:nvSpPr>
        <p:spPr>
          <a:xfrm>
            <a:off x="1681012" y="258209"/>
            <a:ext cx="5781900" cy="4511700"/>
          </a:xfrm>
          <a:prstGeom prst="round2SameRect">
            <a:avLst>
              <a:gd fmla="val 713" name="adj1"/>
              <a:gd fmla="val 0" name="adj2"/>
            </a:avLst>
          </a:prstGeom>
          <a:solidFill>
            <a:srgbClr val="F6F6F6"/>
          </a:solidFill>
          <a:ln>
            <a:noFill/>
          </a:ln>
          <a:effectLst>
            <a:outerShdw blurRad="57150" rotWithShape="0" algn="bl" dir="5340000" dist="95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136100" y="4957967"/>
            <a:ext cx="1683600" cy="11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69"/>
          <p:cNvGrpSpPr/>
          <p:nvPr/>
        </p:nvGrpSpPr>
        <p:grpSpPr>
          <a:xfrm>
            <a:off x="1681091" y="258200"/>
            <a:ext cx="5781900" cy="175800"/>
            <a:chOff x="1691753" y="258200"/>
            <a:chExt cx="5781900" cy="175800"/>
          </a:xfrm>
        </p:grpSpPr>
        <p:sp>
          <p:nvSpPr>
            <p:cNvPr id="477" name="Google Shape;477;p69"/>
            <p:cNvSpPr/>
            <p:nvPr/>
          </p:nvSpPr>
          <p:spPr>
            <a:xfrm>
              <a:off x="1691753" y="258200"/>
              <a:ext cx="5781900" cy="1758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69"/>
            <p:cNvGrpSpPr/>
            <p:nvPr/>
          </p:nvGrpSpPr>
          <p:grpSpPr>
            <a:xfrm>
              <a:off x="1756443" y="308221"/>
              <a:ext cx="282317" cy="65922"/>
              <a:chOff x="322595" y="642846"/>
              <a:chExt cx="264664" cy="61800"/>
            </a:xfrm>
          </p:grpSpPr>
          <p:sp>
            <p:nvSpPr>
              <p:cNvPr id="479" name="Google Shape;479;p69"/>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Demo">
  <p:cSld name="SECTION_HEADER_1_1_2_1_2_1_2_1">
    <p:bg>
      <p:bgPr>
        <a:solidFill>
          <a:srgbClr val="EFEFEF"/>
        </a:solidFill>
      </p:bgPr>
    </p:bg>
    <p:spTree>
      <p:nvGrpSpPr>
        <p:cNvPr id="482" name="Shape 482"/>
        <p:cNvGrpSpPr/>
        <p:nvPr/>
      </p:nvGrpSpPr>
      <p:grpSpPr>
        <a:xfrm>
          <a:off x="0" y="0"/>
          <a:ext cx="0" cy="0"/>
          <a:chOff x="0" y="0"/>
          <a:chExt cx="0" cy="0"/>
        </a:xfrm>
      </p:grpSpPr>
      <p:sp>
        <p:nvSpPr>
          <p:cNvPr id="483" name="Google Shape;483;p70"/>
          <p:cNvSpPr/>
          <p:nvPr/>
        </p:nvSpPr>
        <p:spPr>
          <a:xfrm>
            <a:off x="1682325" y="258209"/>
            <a:ext cx="5781900" cy="4511700"/>
          </a:xfrm>
          <a:prstGeom prst="round2SameRect">
            <a:avLst>
              <a:gd fmla="val 713" name="adj1"/>
              <a:gd fmla="val 0" name="adj2"/>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0"/>
          <p:cNvSpPr/>
          <p:nvPr/>
        </p:nvSpPr>
        <p:spPr>
          <a:xfrm>
            <a:off x="1682325" y="308225"/>
            <a:ext cx="5781900" cy="4461600"/>
          </a:xfrm>
          <a:prstGeom prst="round2SameRect">
            <a:avLst>
              <a:gd fmla="val 0" name="adj1"/>
              <a:gd fmla="val 0" name="adj2"/>
            </a:avLst>
          </a:prstGeom>
          <a:solidFill>
            <a:srgbClr val="F6F6F6"/>
          </a:solidFill>
          <a:ln cap="flat" cmpd="sng" w="114300">
            <a:solidFill>
              <a:srgbClr val="767676"/>
            </a:solidFill>
            <a:prstDash val="solid"/>
            <a:round/>
            <a:headEnd len="sm" w="sm" type="none"/>
            <a:tailEnd len="sm" w="sm" type="none"/>
          </a:ln>
          <a:effectLst>
            <a:outerShdw blurRad="85725" rotWithShape="0" algn="bl" dir="5340000" dist="9525">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0"/>
          <p:cNvSpPr/>
          <p:nvPr/>
        </p:nvSpPr>
        <p:spPr>
          <a:xfrm>
            <a:off x="136100" y="4931975"/>
            <a:ext cx="1683600" cy="175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0"/>
          <p:cNvSpPr/>
          <p:nvPr/>
        </p:nvSpPr>
        <p:spPr>
          <a:xfrm>
            <a:off x="1651350" y="258200"/>
            <a:ext cx="5841300" cy="175800"/>
          </a:xfrm>
          <a:prstGeom prst="round2SameRect">
            <a:avLst>
              <a:gd fmla="val 16667" name="adj1"/>
              <a:gd fmla="val 0" name="adj2"/>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70"/>
          <p:cNvGrpSpPr/>
          <p:nvPr/>
        </p:nvGrpSpPr>
        <p:grpSpPr>
          <a:xfrm>
            <a:off x="1710905" y="308221"/>
            <a:ext cx="282317" cy="65922"/>
            <a:chOff x="322595" y="642846"/>
            <a:chExt cx="264664" cy="61800"/>
          </a:xfrm>
        </p:grpSpPr>
        <p:sp>
          <p:nvSpPr>
            <p:cNvPr id="488" name="Google Shape;488;p7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70"/>
          <p:cNvSpPr txBox="1"/>
          <p:nvPr>
            <p:ph idx="1" type="subTitle"/>
          </p:nvPr>
        </p:nvSpPr>
        <p:spPr>
          <a:xfrm>
            <a:off x="7919850" y="164592"/>
            <a:ext cx="1097400" cy="249000"/>
          </a:xfrm>
          <a:prstGeom prst="rect">
            <a:avLst/>
          </a:prstGeom>
        </p:spPr>
        <p:txBody>
          <a:bodyPr anchorCtr="0" anchor="ctr" bIns="91425" lIns="0"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pg#">
  <p:cSld name="SECTION_HEADER_1_1_2_1_2_1_1">
    <p:bg>
      <p:bgPr>
        <a:solidFill>
          <a:srgbClr val="FFFFFF"/>
        </a:solidFill>
      </p:bgPr>
    </p:bg>
    <p:spTree>
      <p:nvGrpSpPr>
        <p:cNvPr id="492" name="Shape 492"/>
        <p:cNvGrpSpPr/>
        <p:nvPr/>
      </p:nvGrpSpPr>
      <p:grpSpPr>
        <a:xfrm>
          <a:off x="0" y="0"/>
          <a:ext cx="0" cy="0"/>
          <a:chOff x="0" y="0"/>
          <a:chExt cx="0" cy="0"/>
        </a:xfrm>
      </p:grpSpPr>
      <p:sp>
        <p:nvSpPr>
          <p:cNvPr id="493" name="Google Shape;493;p7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94" name="Google Shape;494;p71"/>
          <p:cNvSpPr txBox="1"/>
          <p:nvPr>
            <p:ph idx="2"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5" name="Google Shape;495;p71"/>
          <p:cNvSpPr txBox="1"/>
          <p:nvPr>
            <p:ph idx="3"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6" name="Google Shape;496;p71"/>
          <p:cNvSpPr txBox="1"/>
          <p:nvPr>
            <p:ph idx="4"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7" name="Google Shape;497;p71"/>
          <p:cNvSpPr txBox="1"/>
          <p:nvPr>
            <p:ph idx="5"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8" name="Google Shape;498;p71"/>
          <p:cNvSpPr txBox="1"/>
          <p:nvPr>
            <p:ph idx="6"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9" name="Google Shape;499;p71"/>
          <p:cNvSpPr txBox="1"/>
          <p:nvPr>
            <p:ph type="title"/>
          </p:nvPr>
        </p:nvSpPr>
        <p:spPr>
          <a:xfrm>
            <a:off x="589626" y="648200"/>
            <a:ext cx="7963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00" name="Google Shape;500;p71"/>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1"/>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1"/>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
          <p:cNvSpPr txBox="1"/>
          <p:nvPr>
            <p:ph idx="7"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04" name="Google Shape;504;p71"/>
          <p:cNvSpPr txBox="1"/>
          <p:nvPr>
            <p:ph idx="8"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05" name="Google Shape;505;p71"/>
          <p:cNvSpPr txBox="1"/>
          <p:nvPr>
            <p:ph idx="9"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Action pg#">
  <p:cSld name="SECTION_HEADER_1_1_2_1_2_1_1_5">
    <p:bg>
      <p:bgPr>
        <a:solidFill>
          <a:srgbClr val="FFFFFF"/>
        </a:solidFill>
      </p:bgPr>
    </p:bg>
    <p:spTree>
      <p:nvGrpSpPr>
        <p:cNvPr id="506" name="Shape 506"/>
        <p:cNvGrpSpPr/>
        <p:nvPr/>
      </p:nvGrpSpPr>
      <p:grpSpPr>
        <a:xfrm>
          <a:off x="0" y="0"/>
          <a:ext cx="0" cy="0"/>
          <a:chOff x="0" y="0"/>
          <a:chExt cx="0" cy="0"/>
        </a:xfrm>
      </p:grpSpPr>
      <p:sp>
        <p:nvSpPr>
          <p:cNvPr id="507" name="Google Shape;507;p7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08" name="Google Shape;508;p72"/>
          <p:cNvSpPr txBox="1"/>
          <p:nvPr>
            <p:ph idx="2"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09" name="Google Shape;509;p72"/>
          <p:cNvSpPr txBox="1"/>
          <p:nvPr>
            <p:ph idx="3"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0" name="Google Shape;510;p72"/>
          <p:cNvSpPr txBox="1"/>
          <p:nvPr>
            <p:ph idx="4"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1" name="Google Shape;511;p72"/>
          <p:cNvSpPr txBox="1"/>
          <p:nvPr>
            <p:ph idx="5"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2" name="Google Shape;512;p72"/>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
        <p:nvSpPr>
          <p:cNvPr id="513" name="Google Shape;513;p72"/>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2"/>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2"/>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17" name="Google Shape;517;p72"/>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18" name="Google Shape;518;p72"/>
          <p:cNvSpPr txBox="1"/>
          <p:nvPr>
            <p:ph idx="8"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9" name="Google Shape;519;p72"/>
          <p:cNvSpPr txBox="1"/>
          <p:nvPr>
            <p:ph idx="9"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3: Activity Steps - pg#">
  <p:cSld name="SECTION_HEADER_1_1_2_1_2_1_1_4">
    <p:bg>
      <p:bgPr>
        <a:solidFill>
          <a:srgbClr val="FFFFFF"/>
        </a:solidFill>
      </p:bgPr>
    </p:bg>
    <p:spTree>
      <p:nvGrpSpPr>
        <p:cNvPr id="520" name="Shape 520"/>
        <p:cNvGrpSpPr/>
        <p:nvPr/>
      </p:nvGrpSpPr>
      <p:grpSpPr>
        <a:xfrm>
          <a:off x="0" y="0"/>
          <a:ext cx="0" cy="0"/>
          <a:chOff x="0" y="0"/>
          <a:chExt cx="0" cy="0"/>
        </a:xfrm>
      </p:grpSpPr>
      <p:sp>
        <p:nvSpPr>
          <p:cNvPr id="521" name="Google Shape;521;p73"/>
          <p:cNvSpPr txBox="1"/>
          <p:nvPr>
            <p:ph idx="1" type="body"/>
          </p:nvPr>
        </p:nvSpPr>
        <p:spPr>
          <a:xfrm>
            <a:off x="515015"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2" name="Google Shape;522;p73"/>
          <p:cNvSpPr txBox="1"/>
          <p:nvPr>
            <p:ph idx="2" type="body"/>
          </p:nvPr>
        </p:nvSpPr>
        <p:spPr>
          <a:xfrm>
            <a:off x="3291768"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3" name="Google Shape;523;p73"/>
          <p:cNvSpPr txBox="1"/>
          <p:nvPr>
            <p:ph idx="3" type="body"/>
          </p:nvPr>
        </p:nvSpPr>
        <p:spPr>
          <a:xfrm>
            <a:off x="6068492"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4" name="Google Shape;524;p73"/>
          <p:cNvSpPr txBox="1"/>
          <p:nvPr>
            <p:ph idx="4" type="body"/>
          </p:nvPr>
        </p:nvSpPr>
        <p:spPr>
          <a:xfrm>
            <a:off x="515011" y="3132669"/>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25" name="Google Shape;525;p73"/>
          <p:cNvSpPr txBox="1"/>
          <p:nvPr>
            <p:ph type="title"/>
          </p:nvPr>
        </p:nvSpPr>
        <p:spPr>
          <a:xfrm>
            <a:off x="509016" y="648200"/>
            <a:ext cx="79644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26" name="Google Shape;526;p73"/>
          <p:cNvSpPr/>
          <p:nvPr/>
        </p:nvSpPr>
        <p:spPr>
          <a:xfrm>
            <a:off x="6247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3"/>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3"/>
          <p:cNvSpPr/>
          <p:nvPr/>
        </p:nvSpPr>
        <p:spPr>
          <a:xfrm>
            <a:off x="61782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3"/>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30" name="Google Shape;530;p73"/>
          <p:cNvSpPr txBox="1"/>
          <p:nvPr>
            <p:ph idx="6"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31" name="Google Shape;531;p73"/>
          <p:cNvSpPr txBox="1"/>
          <p:nvPr>
            <p:ph idx="7" type="body"/>
          </p:nvPr>
        </p:nvSpPr>
        <p:spPr>
          <a:xfrm>
            <a:off x="3291764"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32" name="Google Shape;532;p73"/>
          <p:cNvSpPr txBox="1"/>
          <p:nvPr>
            <p:ph idx="8" type="body"/>
          </p:nvPr>
        </p:nvSpPr>
        <p:spPr>
          <a:xfrm>
            <a:off x="6068489"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pic>
        <p:nvPicPr>
          <p:cNvPr id="533" name="Google Shape;533;p73"/>
          <p:cNvPicPr preferRelativeResize="0"/>
          <p:nvPr/>
        </p:nvPicPr>
        <p:blipFill>
          <a:blip r:embed="rId2">
            <a:alphaModFix/>
          </a:blip>
          <a:stretch>
            <a:fillRect/>
          </a:stretch>
        </p:blipFill>
        <p:spPr>
          <a:xfrm>
            <a:off x="2847300" y="4651226"/>
            <a:ext cx="228175" cy="228150"/>
          </a:xfrm>
          <a:prstGeom prst="rect">
            <a:avLst/>
          </a:prstGeom>
          <a:noFill/>
          <a:ln>
            <a:noFill/>
          </a:ln>
        </p:spPr>
      </p:pic>
      <p:sp>
        <p:nvSpPr>
          <p:cNvPr id="534" name="Google Shape;534;p73"/>
          <p:cNvSpPr txBox="1"/>
          <p:nvPr>
            <p:ph idx="9" type="subTitle"/>
          </p:nvPr>
        </p:nvSpPr>
        <p:spPr>
          <a:xfrm>
            <a:off x="51502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5" name="Google Shape;535;p73"/>
          <p:cNvPicPr preferRelativeResize="0"/>
          <p:nvPr/>
        </p:nvPicPr>
        <p:blipFill>
          <a:blip r:embed="rId2">
            <a:alphaModFix/>
          </a:blip>
          <a:stretch>
            <a:fillRect/>
          </a:stretch>
        </p:blipFill>
        <p:spPr>
          <a:xfrm>
            <a:off x="5624075" y="4651226"/>
            <a:ext cx="228175" cy="228150"/>
          </a:xfrm>
          <a:prstGeom prst="rect">
            <a:avLst/>
          </a:prstGeom>
          <a:noFill/>
          <a:ln>
            <a:noFill/>
          </a:ln>
        </p:spPr>
      </p:pic>
      <p:sp>
        <p:nvSpPr>
          <p:cNvPr id="536" name="Google Shape;536;p73"/>
          <p:cNvSpPr txBox="1"/>
          <p:nvPr>
            <p:ph idx="13" type="subTitle"/>
          </p:nvPr>
        </p:nvSpPr>
        <p:spPr>
          <a:xfrm>
            <a:off x="3291800"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7" name="Google Shape;537;p73"/>
          <p:cNvPicPr preferRelativeResize="0"/>
          <p:nvPr/>
        </p:nvPicPr>
        <p:blipFill>
          <a:blip r:embed="rId2">
            <a:alphaModFix/>
          </a:blip>
          <a:stretch>
            <a:fillRect/>
          </a:stretch>
        </p:blipFill>
        <p:spPr>
          <a:xfrm>
            <a:off x="8400800" y="4651226"/>
            <a:ext cx="228175" cy="228150"/>
          </a:xfrm>
          <a:prstGeom prst="rect">
            <a:avLst/>
          </a:prstGeom>
          <a:noFill/>
          <a:ln>
            <a:noFill/>
          </a:ln>
        </p:spPr>
      </p:pic>
      <p:sp>
        <p:nvSpPr>
          <p:cNvPr id="538" name="Google Shape;538;p73"/>
          <p:cNvSpPr txBox="1"/>
          <p:nvPr>
            <p:ph idx="14" type="subTitle"/>
          </p:nvPr>
        </p:nvSpPr>
        <p:spPr>
          <a:xfrm>
            <a:off x="606857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pg#">
  <p:cSld name="SECTION_HEADER_1_1_2_1_2_1_1_3">
    <p:bg>
      <p:bgPr>
        <a:solidFill>
          <a:srgbClr val="FFFFFF"/>
        </a:solidFill>
      </p:bgPr>
    </p:bg>
    <p:spTree>
      <p:nvGrpSpPr>
        <p:cNvPr id="539" name="Shape 539"/>
        <p:cNvGrpSpPr/>
        <p:nvPr/>
      </p:nvGrpSpPr>
      <p:grpSpPr>
        <a:xfrm>
          <a:off x="0" y="0"/>
          <a:ext cx="0" cy="0"/>
          <a:chOff x="0" y="0"/>
          <a:chExt cx="0" cy="0"/>
        </a:xfrm>
      </p:grpSpPr>
      <p:sp>
        <p:nvSpPr>
          <p:cNvPr id="540" name="Google Shape;540;p74"/>
          <p:cNvSpPr txBox="1"/>
          <p:nvPr>
            <p:ph idx="1"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41" name="Google Shape;541;p74"/>
          <p:cNvSpPr txBox="1"/>
          <p:nvPr>
            <p:ph idx="2"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42" name="Google Shape;542;p74"/>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4"/>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4"/>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46" name="Google Shape;546;p74"/>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47" name="Google Shape;547;p74"/>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4"/>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49" name="Google Shape;549;p74"/>
          <p:cNvSpPr txBox="1"/>
          <p:nvPr>
            <p:ph idx="6"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0" name="Google Shape;550;p74"/>
          <p:cNvSpPr txBox="1"/>
          <p:nvPr>
            <p:ph idx="7"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1" name="Google Shape;551;p74"/>
          <p:cNvSpPr txBox="1"/>
          <p:nvPr>
            <p:ph idx="8"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2" name="Google Shape;552;p74"/>
          <p:cNvSpPr txBox="1"/>
          <p:nvPr>
            <p:ph idx="9"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3" name="Google Shape;553;p74"/>
          <p:cNvSpPr txBox="1"/>
          <p:nvPr>
            <p:ph idx="13"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4" name="Google Shape;554;p74"/>
          <p:cNvSpPr txBox="1"/>
          <p:nvPr>
            <p:ph idx="14"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5" name="Google Shape;555;p74"/>
          <p:cNvSpPr txBox="1"/>
          <p:nvPr>
            <p:ph type="title"/>
          </p:nvPr>
        </p:nvSpPr>
        <p:spPr>
          <a:xfrm>
            <a:off x="585225" y="648200"/>
            <a:ext cx="8046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Action pg#">
  <p:cSld name="SECTION_HEADER_1_1_2_1_2_1_1_3_1">
    <p:bg>
      <p:bgPr>
        <a:solidFill>
          <a:srgbClr val="FFFFFF"/>
        </a:solidFill>
      </p:bgPr>
    </p:bg>
    <p:spTree>
      <p:nvGrpSpPr>
        <p:cNvPr id="556" name="Shape 556"/>
        <p:cNvGrpSpPr/>
        <p:nvPr/>
      </p:nvGrpSpPr>
      <p:grpSpPr>
        <a:xfrm>
          <a:off x="0" y="0"/>
          <a:ext cx="0" cy="0"/>
          <a:chOff x="0" y="0"/>
          <a:chExt cx="0" cy="0"/>
        </a:xfrm>
      </p:grpSpPr>
      <p:sp>
        <p:nvSpPr>
          <p:cNvPr id="557" name="Google Shape;557;p7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58" name="Google Shape;558;p75"/>
          <p:cNvSpPr txBox="1"/>
          <p:nvPr>
            <p:ph idx="2"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9" name="Google Shape;559;p75"/>
          <p:cNvSpPr txBox="1"/>
          <p:nvPr>
            <p:ph idx="3"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0" name="Google Shape;560;p75"/>
          <p:cNvSpPr txBox="1"/>
          <p:nvPr>
            <p:ph idx="4"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1" name="Google Shape;561;p75"/>
          <p:cNvSpPr txBox="1"/>
          <p:nvPr>
            <p:ph idx="5"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2" name="Google Shape;562;p75"/>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5"/>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5"/>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66" name="Google Shape;566;p75"/>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67" name="Google Shape;567;p75"/>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5"/>
          <p:cNvSpPr txBox="1"/>
          <p:nvPr>
            <p:ph idx="8"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9" name="Google Shape;569;p75"/>
          <p:cNvSpPr txBox="1"/>
          <p:nvPr>
            <p:ph idx="9"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0" name="Google Shape;570;p75"/>
          <p:cNvSpPr txBox="1"/>
          <p:nvPr>
            <p:ph idx="13"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71" name="Google Shape;571;p75"/>
          <p:cNvSpPr txBox="1"/>
          <p:nvPr>
            <p:ph idx="14"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2" name="Google Shape;572;p75"/>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 with Single Image or GIF - pg#">
  <p:cSld name="SECTION_HEADER_1_1_2_1_2_1_1_2_1">
    <p:bg>
      <p:bgPr>
        <a:solidFill>
          <a:srgbClr val="FFFFFF"/>
        </a:solidFill>
      </p:bgPr>
    </p:bg>
    <p:spTree>
      <p:nvGrpSpPr>
        <p:cNvPr id="573" name="Shape 573"/>
        <p:cNvGrpSpPr/>
        <p:nvPr/>
      </p:nvGrpSpPr>
      <p:grpSpPr>
        <a:xfrm>
          <a:off x="0" y="0"/>
          <a:ext cx="0" cy="0"/>
          <a:chOff x="0" y="0"/>
          <a:chExt cx="0" cy="0"/>
        </a:xfrm>
      </p:grpSpPr>
      <p:sp>
        <p:nvSpPr>
          <p:cNvPr id="574" name="Google Shape;574;p76"/>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75" name="Google Shape;575;p76"/>
          <p:cNvSpPr txBox="1"/>
          <p:nvPr>
            <p:ph type="title"/>
          </p:nvPr>
        </p:nvSpPr>
        <p:spPr>
          <a:xfrm>
            <a:off x="1088136"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6" name="Google Shape;576;p76"/>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78" name="Google Shape;578;p76"/>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79" name="Google Shape;579;p76"/>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Review with Image or GIF - pg#">
  <p:cSld name="SECTION_HEADER_1_1_2_1_2_1_1_2_1_1_1">
    <p:bg>
      <p:bgPr>
        <a:solidFill>
          <a:srgbClr val="FFFFFF"/>
        </a:solidFill>
      </p:bgPr>
    </p:bg>
    <p:spTree>
      <p:nvGrpSpPr>
        <p:cNvPr id="580" name="Shape 580"/>
        <p:cNvGrpSpPr/>
        <p:nvPr/>
      </p:nvGrpSpPr>
      <p:grpSpPr>
        <a:xfrm>
          <a:off x="0" y="0"/>
          <a:ext cx="0" cy="0"/>
          <a:chOff x="0" y="0"/>
          <a:chExt cx="0" cy="0"/>
        </a:xfrm>
      </p:grpSpPr>
      <p:sp>
        <p:nvSpPr>
          <p:cNvPr id="581" name="Google Shape;581;p77"/>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82" name="Google Shape;582;p77"/>
          <p:cNvSpPr txBox="1"/>
          <p:nvPr>
            <p:ph type="title"/>
          </p:nvPr>
        </p:nvSpPr>
        <p:spPr>
          <a:xfrm>
            <a:off x="594347"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83" name="Google Shape;583;p77"/>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85" name="Google Shape;585;p77"/>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86" name="Google Shape;586;p77"/>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with Numbering - pg#">
  <p:cSld name="SECTION_HEADER_1_1_2_1_2_1_1_1_3">
    <p:bg>
      <p:bgPr>
        <a:solidFill>
          <a:srgbClr val="FFFFFF"/>
        </a:solidFill>
      </p:bgPr>
    </p:bg>
    <p:spTree>
      <p:nvGrpSpPr>
        <p:cNvPr id="587" name="Shape 587"/>
        <p:cNvGrpSpPr/>
        <p:nvPr/>
      </p:nvGrpSpPr>
      <p:grpSpPr>
        <a:xfrm>
          <a:off x="0" y="0"/>
          <a:ext cx="0" cy="0"/>
          <a:chOff x="0" y="0"/>
          <a:chExt cx="0" cy="0"/>
        </a:xfrm>
      </p:grpSpPr>
      <p:sp>
        <p:nvSpPr>
          <p:cNvPr id="588" name="Google Shape;588;p78"/>
          <p:cNvSpPr txBox="1"/>
          <p:nvPr>
            <p:ph idx="1"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89" name="Google Shape;589;p78"/>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0" name="Google Shape;590;p7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1" name="Google Shape;591;p78"/>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2" name="Google Shape;592;p78"/>
          <p:cNvSpPr txBox="1"/>
          <p:nvPr>
            <p:ph idx="4"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593" name="Google Shape;593;p78"/>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 pg#">
  <p:cSld name="SECTION_HEADER_1_1_2_1_2_1_1_1_3_1">
    <p:bg>
      <p:bgPr>
        <a:solidFill>
          <a:srgbClr val="FFFFFF"/>
        </a:solidFill>
      </p:bgPr>
    </p:bg>
    <p:spTree>
      <p:nvGrpSpPr>
        <p:cNvPr id="594" name="Shape 594"/>
        <p:cNvGrpSpPr/>
        <p:nvPr/>
      </p:nvGrpSpPr>
      <p:grpSpPr>
        <a:xfrm>
          <a:off x="0" y="0"/>
          <a:ext cx="0" cy="0"/>
          <a:chOff x="0" y="0"/>
          <a:chExt cx="0" cy="0"/>
        </a:xfrm>
      </p:grpSpPr>
      <p:sp>
        <p:nvSpPr>
          <p:cNvPr id="595" name="Google Shape;595;p79"/>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96" name="Google Shape;596;p79"/>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7" name="Google Shape;597;p7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8" name="Google Shape;598;p79"/>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9" name="Google Shape;599;p79"/>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with Numbering - pg#">
  <p:cSld name="SECTION_HEADER_1_1_2_1_2_1_1_1_3_1_1">
    <p:bg>
      <p:bgPr>
        <a:solidFill>
          <a:srgbClr val="FFFFFF"/>
        </a:solidFill>
      </p:bgPr>
    </p:bg>
    <p:spTree>
      <p:nvGrpSpPr>
        <p:cNvPr id="600" name="Shape 600"/>
        <p:cNvGrpSpPr/>
        <p:nvPr/>
      </p:nvGrpSpPr>
      <p:grpSpPr>
        <a:xfrm>
          <a:off x="0" y="0"/>
          <a:ext cx="0" cy="0"/>
          <a:chOff x="0" y="0"/>
          <a:chExt cx="0" cy="0"/>
        </a:xfrm>
      </p:grpSpPr>
      <p:sp>
        <p:nvSpPr>
          <p:cNvPr id="601" name="Google Shape;601;p80"/>
          <p:cNvSpPr txBox="1"/>
          <p:nvPr>
            <p:ph idx="1"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602" name="Google Shape;602;p80"/>
          <p:cNvSpPr txBox="1"/>
          <p:nvPr>
            <p:ph idx="2"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3" name="Google Shape;603;p80"/>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04" name="Google Shape;604;p80"/>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05" name="Google Shape;605;p80"/>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06" name="Google Shape;606;p80"/>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 pg#">
  <p:cSld name="SECTION_HEADER_1_1_2_1_2_1_1_1_3_1_1_1">
    <p:bg>
      <p:bgPr>
        <a:solidFill>
          <a:srgbClr val="FFFFFF"/>
        </a:solidFill>
      </p:bgPr>
    </p:bg>
    <p:spTree>
      <p:nvGrpSpPr>
        <p:cNvPr id="607" name="Shape 607"/>
        <p:cNvGrpSpPr/>
        <p:nvPr/>
      </p:nvGrpSpPr>
      <p:grpSpPr>
        <a:xfrm>
          <a:off x="0" y="0"/>
          <a:ext cx="0" cy="0"/>
          <a:chOff x="0" y="0"/>
          <a:chExt cx="0" cy="0"/>
        </a:xfrm>
      </p:grpSpPr>
      <p:sp>
        <p:nvSpPr>
          <p:cNvPr id="608" name="Google Shape;608;p81"/>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9" name="Google Shape;609;p81"/>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10" name="Google Shape;610;p8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11" name="Google Shape;611;p81"/>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12" name="Google Shape;612;p81"/>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p:cSld name="SECTION_HEADER_1_1_2_1_2_1_1_1_2">
    <p:bg>
      <p:bgPr>
        <a:solidFill>
          <a:srgbClr val="D9D9D9"/>
        </a:solidFill>
      </p:bgPr>
    </p:bg>
    <p:spTree>
      <p:nvGrpSpPr>
        <p:cNvPr id="613" name="Shape 613"/>
        <p:cNvGrpSpPr/>
        <p:nvPr/>
      </p:nvGrpSpPr>
      <p:grpSpPr>
        <a:xfrm>
          <a:off x="0" y="0"/>
          <a:ext cx="0" cy="0"/>
          <a:chOff x="0" y="0"/>
          <a:chExt cx="0" cy="0"/>
        </a:xfrm>
      </p:grpSpPr>
      <p:sp>
        <p:nvSpPr>
          <p:cNvPr id="614" name="Google Shape;614;p82"/>
          <p:cNvSpPr txBox="1"/>
          <p:nvPr>
            <p:ph idx="1" type="body"/>
          </p:nvPr>
        </p:nvSpPr>
        <p:spPr>
          <a:xfrm>
            <a:off x="804672" y="1481328"/>
            <a:ext cx="7333500" cy="2944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15" name="Google Shape;615;p82"/>
          <p:cNvSpPr txBox="1"/>
          <p:nvPr>
            <p:ph type="title"/>
          </p:nvPr>
        </p:nvSpPr>
        <p:spPr>
          <a:xfrm>
            <a:off x="808850" y="822960"/>
            <a:ext cx="7503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616" name="Shape 616"/>
        <p:cNvGrpSpPr/>
        <p:nvPr/>
      </p:nvGrpSpPr>
      <p:grpSpPr>
        <a:xfrm>
          <a:off x="0" y="0"/>
          <a:ext cx="0" cy="0"/>
          <a:chOff x="0" y="0"/>
          <a:chExt cx="0" cy="0"/>
        </a:xfrm>
      </p:grpSpPr>
      <p:sp>
        <p:nvSpPr>
          <p:cNvPr id="617" name="Google Shape;617;p83"/>
          <p:cNvSpPr txBox="1"/>
          <p:nvPr/>
        </p:nvSpPr>
        <p:spPr>
          <a:xfrm>
            <a:off x="804672" y="2133000"/>
            <a:ext cx="5677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333FBF"/>
                </a:solidFill>
                <a:latin typeface="Roboto Medium"/>
                <a:ea typeface="Roboto Medium"/>
                <a:cs typeface="Roboto Medium"/>
                <a:sym typeface="Roboto Medium"/>
              </a:rPr>
              <a:t>End of Lesson</a:t>
            </a:r>
            <a:r>
              <a:rPr lang="en" sz="4800">
                <a:solidFill>
                  <a:srgbClr val="333FBF"/>
                </a:solidFill>
              </a:rPr>
              <a:t> </a:t>
            </a:r>
            <a:endParaRPr sz="4800">
              <a:solidFill>
                <a:srgbClr val="333FBF"/>
              </a:solidFill>
            </a:endParaRPr>
          </a:p>
        </p:txBody>
      </p:sp>
      <p:pic>
        <p:nvPicPr>
          <p:cNvPr id="618" name="Google Shape;618;p83"/>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619" name="Google Shape;619;p83"/>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0" name="Google Shape;620;p83"/>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621" name="Google Shape;621;p83"/>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622" name="Google Shape;622;p83"/>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p:cSld name="SECTION_HEADER_1_1_1">
    <p:bg>
      <p:bgPr>
        <a:solidFill>
          <a:srgbClr val="000000"/>
        </a:solidFill>
      </p:bgPr>
    </p:bg>
    <p:spTree>
      <p:nvGrpSpPr>
        <p:cNvPr id="623" name="Shape 623"/>
        <p:cNvGrpSpPr/>
        <p:nvPr/>
      </p:nvGrpSpPr>
      <p:grpSpPr>
        <a:xfrm>
          <a:off x="0" y="0"/>
          <a:ext cx="0" cy="0"/>
          <a:chOff x="0" y="0"/>
          <a:chExt cx="0" cy="0"/>
        </a:xfrm>
      </p:grpSpPr>
      <p:sp>
        <p:nvSpPr>
          <p:cNvPr id="624" name="Google Shape;624;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4"/>
          <p:cNvSpPr txBox="1"/>
          <p:nvPr>
            <p:ph type="title"/>
          </p:nvPr>
        </p:nvSpPr>
        <p:spPr>
          <a:xfrm>
            <a:off x="808850" y="3170750"/>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26" name="Google Shape;626;p84"/>
          <p:cNvSpPr txBox="1"/>
          <p:nvPr>
            <p:ph idx="2" type="title"/>
          </p:nvPr>
        </p:nvSpPr>
        <p:spPr>
          <a:xfrm>
            <a:off x="808850" y="3683675"/>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guide id="2" orient="horz" pos="2683">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0" name="Google Shape;630;p8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hree lines) ">
  <p:cSld name="SECTION_HEADER_1_1_1_1_1">
    <p:bg>
      <p:bgPr>
        <a:solidFill>
          <a:srgbClr val="000000"/>
        </a:solidFill>
      </p:bgPr>
    </p:bg>
    <p:spTree>
      <p:nvGrpSpPr>
        <p:cNvPr id="631" name="Shape 631"/>
        <p:cNvGrpSpPr/>
        <p:nvPr/>
      </p:nvGrpSpPr>
      <p:grpSpPr>
        <a:xfrm>
          <a:off x="0" y="0"/>
          <a:ext cx="0" cy="0"/>
          <a:chOff x="0" y="0"/>
          <a:chExt cx="0" cy="0"/>
        </a:xfrm>
      </p:grpSpPr>
      <p:sp>
        <p:nvSpPr>
          <p:cNvPr id="632" name="Google Shape;63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808850" y="2020824"/>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4" name="Google Shape;634;p86"/>
          <p:cNvSpPr txBox="1"/>
          <p:nvPr>
            <p:ph idx="2" type="title"/>
          </p:nvPr>
        </p:nvSpPr>
        <p:spPr>
          <a:xfrm>
            <a:off x="808850" y="2533749"/>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Text - pg#">
  <p:cSld name="SECTION_HEADER_1_1_2_1_2_2_1">
    <p:bg>
      <p:bgPr>
        <a:solidFill>
          <a:srgbClr val="FFFFFF"/>
        </a:solidFill>
      </p:bgPr>
    </p:bg>
    <p:spTree>
      <p:nvGrpSpPr>
        <p:cNvPr id="635" name="Shape 635"/>
        <p:cNvGrpSpPr/>
        <p:nvPr/>
      </p:nvGrpSpPr>
      <p:grpSpPr>
        <a:xfrm>
          <a:off x="0" y="0"/>
          <a:ext cx="0" cy="0"/>
          <a:chOff x="0" y="0"/>
          <a:chExt cx="0" cy="0"/>
        </a:xfrm>
      </p:grpSpPr>
      <p:sp>
        <p:nvSpPr>
          <p:cNvPr id="636" name="Google Shape;636;p8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37" name="Google Shape;637;p8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7"/>
          <p:cNvSpPr txBox="1"/>
          <p:nvPr>
            <p:ph idx="2"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39" name="Google Shape;639;p87"/>
          <p:cNvSpPr txBox="1"/>
          <p:nvPr>
            <p:ph idx="3"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40" name="Google Shape;640;p87"/>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641" name="Google Shape;641;p87"/>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2" name="Google Shape;642;p87"/>
          <p:cNvSpPr txBox="1"/>
          <p:nvPr>
            <p:ph idx="6"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CCC - numbered">
  <p:cSld name="SECTION_HEADER_1_1_2_3_1_4">
    <p:bg>
      <p:bgPr>
        <a:solidFill>
          <a:srgbClr val="FFFFFF"/>
        </a:solidFill>
      </p:bgPr>
    </p:bg>
    <p:spTree>
      <p:nvGrpSpPr>
        <p:cNvPr id="643" name="Shape 643"/>
        <p:cNvGrpSpPr/>
        <p:nvPr/>
      </p:nvGrpSpPr>
      <p:grpSpPr>
        <a:xfrm>
          <a:off x="0" y="0"/>
          <a:ext cx="0" cy="0"/>
          <a:chOff x="0" y="0"/>
          <a:chExt cx="0" cy="0"/>
        </a:xfrm>
      </p:grpSpPr>
      <p:pic>
        <p:nvPicPr>
          <p:cNvPr id="644" name="Google Shape;644;p8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645" name="Google Shape;645;p88"/>
          <p:cNvSpPr txBox="1"/>
          <p:nvPr>
            <p:ph type="title"/>
          </p:nvPr>
        </p:nvSpPr>
        <p:spPr>
          <a:xfrm>
            <a:off x="822960" y="1179576"/>
            <a:ext cx="75072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7B9E3F"/>
              </a:buClr>
              <a:buSzPts val="2800"/>
              <a:buNone/>
              <a:defRPr sz="2800">
                <a:solidFill>
                  <a:srgbClr val="7B9E3F"/>
                </a:solidFill>
              </a:defRPr>
            </a:lvl1pPr>
            <a:lvl2pPr lvl="1">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2pPr>
            <a:lvl3pPr lvl="2">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3pPr>
            <a:lvl4pPr lvl="3">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4pPr>
            <a:lvl5pPr lvl="4">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5pPr>
            <a:lvl6pPr lvl="5">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6pPr>
            <a:lvl7pPr lvl="6">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7pPr>
            <a:lvl8pPr lvl="7">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8pPr>
            <a:lvl9pPr lvl="8">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9pPr>
          </a:lstStyle>
          <a:p/>
        </p:txBody>
      </p:sp>
      <p:sp>
        <p:nvSpPr>
          <p:cNvPr id="646" name="Google Shape;646;p8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7" name="Google Shape;647;p8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48" name="Google Shape;648;p88"/>
          <p:cNvSpPr txBox="1"/>
          <p:nvPr>
            <p:ph idx="3" type="title"/>
          </p:nvPr>
        </p:nvSpPr>
        <p:spPr>
          <a:xfrm>
            <a:off x="822960" y="694944"/>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2pPr>
            <a:lvl3pPr lvl="2"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3pPr>
            <a:lvl4pPr lvl="3"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4pPr>
            <a:lvl5pPr lvl="4"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5pPr>
            <a:lvl6pPr lvl="5"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6pPr>
            <a:lvl7pPr lvl="6"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7pPr>
            <a:lvl8pPr lvl="7"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8pPr>
            <a:lvl9pPr lvl="8"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9pPr>
          </a:lstStyle>
          <a:p/>
        </p:txBody>
      </p:sp>
      <p:sp>
        <p:nvSpPr>
          <p:cNvPr id="649" name="Google Shape;649;p88"/>
          <p:cNvSpPr txBox="1"/>
          <p:nvPr>
            <p:ph idx="4" type="body"/>
          </p:nvPr>
        </p:nvSpPr>
        <p:spPr>
          <a:xfrm>
            <a:off x="8808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0" name="Google Shape;650;p88"/>
          <p:cNvSpPr txBox="1"/>
          <p:nvPr>
            <p:ph idx="5" type="body"/>
          </p:nvPr>
        </p:nvSpPr>
        <p:spPr>
          <a:xfrm>
            <a:off x="1511800" y="2109225"/>
            <a:ext cx="66660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image - numbered">
  <p:cSld name="SECTION_HEADER_1_1_2_3_1_3_1">
    <p:bg>
      <p:bgPr>
        <a:solidFill>
          <a:srgbClr val="FFFFFF"/>
        </a:solidFill>
      </p:bgPr>
    </p:bg>
    <p:spTree>
      <p:nvGrpSpPr>
        <p:cNvPr id="651" name="Shape 651"/>
        <p:cNvGrpSpPr/>
        <p:nvPr/>
      </p:nvGrpSpPr>
      <p:grpSpPr>
        <a:xfrm>
          <a:off x="0" y="0"/>
          <a:ext cx="0" cy="0"/>
          <a:chOff x="0" y="0"/>
          <a:chExt cx="0" cy="0"/>
        </a:xfrm>
      </p:grpSpPr>
      <p:pic>
        <p:nvPicPr>
          <p:cNvPr id="652" name="Google Shape;652;p89"/>
          <p:cNvPicPr preferRelativeResize="0"/>
          <p:nvPr/>
        </p:nvPicPr>
        <p:blipFill rotWithShape="1">
          <a:blip r:embed="rId2">
            <a:alphaModFix/>
          </a:blip>
          <a:srcRect b="-8684" l="0" r="0" t="0"/>
          <a:stretch/>
        </p:blipFill>
        <p:spPr>
          <a:xfrm>
            <a:off x="549100" y="1104729"/>
            <a:ext cx="8210620" cy="3998652"/>
          </a:xfrm>
          <a:prstGeom prst="rect">
            <a:avLst/>
          </a:prstGeom>
          <a:noFill/>
          <a:ln>
            <a:noFill/>
          </a:ln>
        </p:spPr>
      </p:pic>
      <p:sp>
        <p:nvSpPr>
          <p:cNvPr id="653" name="Google Shape;653;p8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54" name="Google Shape;654;p8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55" name="Google Shape;655;p89"/>
          <p:cNvSpPr txBox="1"/>
          <p:nvPr>
            <p:ph type="title"/>
          </p:nvPr>
        </p:nvSpPr>
        <p:spPr>
          <a:xfrm>
            <a:off x="818410" y="548640"/>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None/>
              <a:defRPr>
                <a:solidFill>
                  <a:srgbClr val="2F2F2F"/>
                </a:solidFill>
              </a:defRPr>
            </a:lvl2pPr>
            <a:lvl3pPr lvl="2" algn="ctr">
              <a:spcBef>
                <a:spcPts val="0"/>
              </a:spcBef>
              <a:spcAft>
                <a:spcPts val="0"/>
              </a:spcAft>
              <a:buClr>
                <a:srgbClr val="2F2F2F"/>
              </a:buClr>
              <a:buSzPts val="2800"/>
              <a:buNone/>
              <a:defRPr>
                <a:solidFill>
                  <a:srgbClr val="2F2F2F"/>
                </a:solidFill>
              </a:defRPr>
            </a:lvl3pPr>
            <a:lvl4pPr lvl="3" algn="ctr">
              <a:spcBef>
                <a:spcPts val="0"/>
              </a:spcBef>
              <a:spcAft>
                <a:spcPts val="0"/>
              </a:spcAft>
              <a:buClr>
                <a:srgbClr val="2F2F2F"/>
              </a:buClr>
              <a:buSzPts val="2800"/>
              <a:buNone/>
              <a:defRPr>
                <a:solidFill>
                  <a:srgbClr val="2F2F2F"/>
                </a:solidFill>
              </a:defRPr>
            </a:lvl4pPr>
            <a:lvl5pPr lvl="4" algn="ctr">
              <a:spcBef>
                <a:spcPts val="0"/>
              </a:spcBef>
              <a:spcAft>
                <a:spcPts val="0"/>
              </a:spcAft>
              <a:buClr>
                <a:srgbClr val="2F2F2F"/>
              </a:buClr>
              <a:buSzPts val="2800"/>
              <a:buNone/>
              <a:defRPr>
                <a:solidFill>
                  <a:srgbClr val="2F2F2F"/>
                </a:solidFill>
              </a:defRPr>
            </a:lvl5pPr>
            <a:lvl6pPr lvl="5" algn="ctr">
              <a:spcBef>
                <a:spcPts val="0"/>
              </a:spcBef>
              <a:spcAft>
                <a:spcPts val="0"/>
              </a:spcAft>
              <a:buClr>
                <a:srgbClr val="2F2F2F"/>
              </a:buClr>
              <a:buSzPts val="2800"/>
              <a:buNone/>
              <a:defRPr>
                <a:solidFill>
                  <a:srgbClr val="2F2F2F"/>
                </a:solidFill>
              </a:defRPr>
            </a:lvl6pPr>
            <a:lvl7pPr lvl="6" algn="ctr">
              <a:spcBef>
                <a:spcPts val="0"/>
              </a:spcBef>
              <a:spcAft>
                <a:spcPts val="0"/>
              </a:spcAft>
              <a:buClr>
                <a:srgbClr val="2F2F2F"/>
              </a:buClr>
              <a:buSzPts val="2800"/>
              <a:buNone/>
              <a:defRPr>
                <a:solidFill>
                  <a:srgbClr val="2F2F2F"/>
                </a:solidFill>
              </a:defRPr>
            </a:lvl7pPr>
            <a:lvl8pPr lvl="7" algn="ctr">
              <a:spcBef>
                <a:spcPts val="0"/>
              </a:spcBef>
              <a:spcAft>
                <a:spcPts val="0"/>
              </a:spcAft>
              <a:buClr>
                <a:srgbClr val="2F2F2F"/>
              </a:buClr>
              <a:buSzPts val="2800"/>
              <a:buNone/>
              <a:defRPr>
                <a:solidFill>
                  <a:srgbClr val="2F2F2F"/>
                </a:solidFill>
              </a:defRPr>
            </a:lvl8pPr>
            <a:lvl9pPr lvl="8" algn="ctr">
              <a:spcBef>
                <a:spcPts val="0"/>
              </a:spcBef>
              <a:spcAft>
                <a:spcPts val="0"/>
              </a:spcAft>
              <a:buClr>
                <a:srgbClr val="2F2F2F"/>
              </a:buClr>
              <a:buSzPts val="2800"/>
              <a:buNone/>
              <a:defRPr>
                <a:solidFill>
                  <a:srgbClr val="2F2F2F"/>
                </a:solidFill>
              </a:defRPr>
            </a:lvl9pPr>
          </a:lstStyle>
          <a:p/>
        </p:txBody>
      </p:sp>
      <p:sp>
        <p:nvSpPr>
          <p:cNvPr id="656" name="Google Shape;656;p89"/>
          <p:cNvSpPr txBox="1"/>
          <p:nvPr>
            <p:ph idx="3" type="body"/>
          </p:nvPr>
        </p:nvSpPr>
        <p:spPr>
          <a:xfrm>
            <a:off x="813816" y="1389888"/>
            <a:ext cx="704700" cy="28620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7" name="Google Shape;657;p89"/>
          <p:cNvSpPr txBox="1"/>
          <p:nvPr>
            <p:ph idx="4" type="body"/>
          </p:nvPr>
        </p:nvSpPr>
        <p:spPr>
          <a:xfrm>
            <a:off x="1444758" y="1389899"/>
            <a:ext cx="6664800" cy="28620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p:cSld name="CUSTOM_2">
    <p:spTree>
      <p:nvGrpSpPr>
        <p:cNvPr id="658" name="Shape 658"/>
        <p:cNvGrpSpPr/>
        <p:nvPr/>
      </p:nvGrpSpPr>
      <p:grpSpPr>
        <a:xfrm>
          <a:off x="0" y="0"/>
          <a:ext cx="0" cy="0"/>
          <a:chOff x="0" y="0"/>
          <a:chExt cx="0" cy="0"/>
        </a:xfrm>
      </p:grpSpPr>
      <p:sp>
        <p:nvSpPr>
          <p:cNvPr id="659" name="Google Shape;659;p90"/>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90"/>
          <p:cNvPicPr preferRelativeResize="0"/>
          <p:nvPr/>
        </p:nvPicPr>
        <p:blipFill rotWithShape="1">
          <a:blip r:embed="rId2">
            <a:alphaModFix/>
          </a:blip>
          <a:srcRect b="1888" l="397" r="407" t="17421"/>
          <a:stretch/>
        </p:blipFill>
        <p:spPr>
          <a:xfrm>
            <a:off x="0" y="962950"/>
            <a:ext cx="9144003" cy="4180550"/>
          </a:xfrm>
          <a:prstGeom prst="rect">
            <a:avLst/>
          </a:prstGeom>
          <a:noFill/>
          <a:ln>
            <a:noFill/>
          </a:ln>
        </p:spPr>
      </p:pic>
      <p:sp>
        <p:nvSpPr>
          <p:cNvPr id="661" name="Google Shape;661;p90"/>
          <p:cNvSpPr txBox="1"/>
          <p:nvPr/>
        </p:nvSpPr>
        <p:spPr>
          <a:xfrm>
            <a:off x="786104" y="365750"/>
            <a:ext cx="75621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F2F2F"/>
                </a:solidFill>
                <a:latin typeface="Roboto"/>
                <a:ea typeface="Roboto"/>
                <a:cs typeface="Roboto"/>
                <a:sym typeface="Roboto"/>
              </a:rPr>
              <a:t>Scientific Argumentation</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w/ text">
  <p:cSld name="CUSTOM_2_1">
    <p:spTree>
      <p:nvGrpSpPr>
        <p:cNvPr id="662" name="Shape 662"/>
        <p:cNvGrpSpPr/>
        <p:nvPr/>
      </p:nvGrpSpPr>
      <p:grpSpPr>
        <a:xfrm>
          <a:off x="0" y="0"/>
          <a:ext cx="0" cy="0"/>
          <a:chOff x="0" y="0"/>
          <a:chExt cx="0" cy="0"/>
        </a:xfrm>
      </p:grpSpPr>
      <p:sp>
        <p:nvSpPr>
          <p:cNvPr id="663" name="Google Shape;663;p91"/>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 name="Google Shape;664;p91"/>
          <p:cNvPicPr preferRelativeResize="0"/>
          <p:nvPr/>
        </p:nvPicPr>
        <p:blipFill rotWithShape="1">
          <a:blip r:embed="rId2">
            <a:alphaModFix/>
          </a:blip>
          <a:srcRect b="1153" l="0" r="0" t="2795"/>
          <a:stretch/>
        </p:blipFill>
        <p:spPr>
          <a:xfrm>
            <a:off x="1458213" y="97014"/>
            <a:ext cx="6227575" cy="4971400"/>
          </a:xfrm>
          <a:prstGeom prst="rect">
            <a:avLst/>
          </a:prstGeom>
          <a:noFill/>
          <a:ln>
            <a:noFill/>
          </a:ln>
        </p:spPr>
      </p:pic>
      <p:sp>
        <p:nvSpPr>
          <p:cNvPr id="665" name="Google Shape;665;p91"/>
          <p:cNvSpPr txBox="1"/>
          <p:nvPr>
            <p:ph idx="1" type="body"/>
          </p:nvPr>
        </p:nvSpPr>
        <p:spPr>
          <a:xfrm>
            <a:off x="2073824" y="1328925"/>
            <a:ext cx="5131500" cy="2944500"/>
          </a:xfrm>
          <a:prstGeom prst="rect">
            <a:avLst/>
          </a:prstGeom>
        </p:spPr>
        <p:txBody>
          <a:bodyPr anchorCtr="0" anchor="t" bIns="91425" lIns="91425" spcFirstLastPara="1" rIns="91425" wrap="square" tIns="91425">
            <a:noAutofit/>
          </a:bodyPr>
          <a:lstStyle>
            <a:lvl1pPr indent="-355600" lvl="0" marL="457200">
              <a:lnSpc>
                <a:spcPct val="100000"/>
              </a:lnSpc>
              <a:spcBef>
                <a:spcPts val="0"/>
              </a:spcBef>
              <a:spcAft>
                <a:spcPts val="0"/>
              </a:spcAft>
              <a:buSzPts val="2000"/>
              <a:buFont typeface="Roboto"/>
              <a:buChar char="●"/>
              <a:defRPr sz="2000">
                <a:latin typeface="Roboto"/>
                <a:ea typeface="Roboto"/>
                <a:cs typeface="Roboto"/>
                <a:sym typeface="Roboto"/>
              </a:defRPr>
            </a:lvl1pPr>
            <a:lvl2pPr indent="-355600" lvl="1" marL="914400">
              <a:lnSpc>
                <a:spcPct val="100000"/>
              </a:lnSpc>
              <a:spcBef>
                <a:spcPts val="1500"/>
              </a:spcBef>
              <a:spcAft>
                <a:spcPts val="0"/>
              </a:spcAft>
              <a:buSzPts val="2000"/>
              <a:buChar char="○"/>
              <a:defRPr sz="2000"/>
            </a:lvl2pPr>
            <a:lvl3pPr indent="-355600" lvl="2" marL="1371600">
              <a:lnSpc>
                <a:spcPct val="100000"/>
              </a:lnSpc>
              <a:spcBef>
                <a:spcPts val="1500"/>
              </a:spcBef>
              <a:spcAft>
                <a:spcPts val="0"/>
              </a:spcAft>
              <a:buSzPts val="2000"/>
              <a:buChar char="■"/>
              <a:defRPr sz="2000"/>
            </a:lvl3pPr>
            <a:lvl4pPr indent="-355600" lvl="3" marL="1828800">
              <a:lnSpc>
                <a:spcPct val="100000"/>
              </a:lnSpc>
              <a:spcBef>
                <a:spcPts val="1500"/>
              </a:spcBef>
              <a:spcAft>
                <a:spcPts val="0"/>
              </a:spcAft>
              <a:buSzPts val="2000"/>
              <a:buChar char="●"/>
              <a:defRPr sz="2000"/>
            </a:lvl4pPr>
            <a:lvl5pPr indent="-355600" lvl="4" marL="2286000">
              <a:lnSpc>
                <a:spcPct val="100000"/>
              </a:lnSpc>
              <a:spcBef>
                <a:spcPts val="1500"/>
              </a:spcBef>
              <a:spcAft>
                <a:spcPts val="0"/>
              </a:spcAft>
              <a:buSzPts val="2000"/>
              <a:buChar char="○"/>
              <a:defRPr sz="2000"/>
            </a:lvl5pPr>
            <a:lvl6pPr indent="-355600" lvl="5" marL="2743200">
              <a:lnSpc>
                <a:spcPct val="100000"/>
              </a:lnSpc>
              <a:spcBef>
                <a:spcPts val="1500"/>
              </a:spcBef>
              <a:spcAft>
                <a:spcPts val="0"/>
              </a:spcAft>
              <a:buSzPts val="2000"/>
              <a:buChar char="■"/>
              <a:defRPr sz="2000"/>
            </a:lvl6pPr>
            <a:lvl7pPr indent="-355600" lvl="6" marL="3200400">
              <a:lnSpc>
                <a:spcPct val="100000"/>
              </a:lnSpc>
              <a:spcBef>
                <a:spcPts val="1500"/>
              </a:spcBef>
              <a:spcAft>
                <a:spcPts val="0"/>
              </a:spcAft>
              <a:buSzPts val="2000"/>
              <a:buChar char="●"/>
              <a:defRPr sz="2000"/>
            </a:lvl7pPr>
            <a:lvl8pPr indent="-355600" lvl="7" marL="3657600">
              <a:lnSpc>
                <a:spcPct val="100000"/>
              </a:lnSpc>
              <a:spcBef>
                <a:spcPts val="1500"/>
              </a:spcBef>
              <a:spcAft>
                <a:spcPts val="0"/>
              </a:spcAft>
              <a:buSzPts val="2000"/>
              <a:buChar char="○"/>
              <a:defRPr sz="2000"/>
            </a:lvl8pPr>
            <a:lvl9pPr indent="-355600" lvl="8" marL="4114800">
              <a:lnSpc>
                <a:spcPct val="100000"/>
              </a:lnSpc>
              <a:spcBef>
                <a:spcPts val="1500"/>
              </a:spcBef>
              <a:spcAft>
                <a:spcPts val="1500"/>
              </a:spcAft>
              <a:buSzPts val="2000"/>
              <a:buChar char="■"/>
              <a:defRPr sz="2000"/>
            </a:lvl9pPr>
          </a:lstStyle>
          <a:p/>
        </p:txBody>
      </p:sp>
      <p:sp>
        <p:nvSpPr>
          <p:cNvPr id="666" name="Google Shape;666;p91"/>
          <p:cNvSpPr txBox="1"/>
          <p:nvPr>
            <p:ph type="title"/>
          </p:nvPr>
        </p:nvSpPr>
        <p:spPr>
          <a:xfrm>
            <a:off x="2002536" y="649224"/>
            <a:ext cx="5202900" cy="493800"/>
          </a:xfrm>
          <a:prstGeom prst="rect">
            <a:avLst/>
          </a:prstGeom>
        </p:spPr>
        <p:txBody>
          <a:bodyPr anchorCtr="0" anchor="t" bIns="91425" lIns="91425" spcFirstLastPara="1" rIns="91425" wrap="square" tIns="91425">
            <a:noAutofit/>
          </a:bodyPr>
          <a:lstStyle>
            <a:lvl1pPr lvl="0">
              <a:spcBef>
                <a:spcPts val="0"/>
              </a:spcBef>
              <a:spcAft>
                <a:spcPts val="0"/>
              </a:spcAft>
              <a:buNone/>
              <a:defRPr sz="2600">
                <a:solidFill>
                  <a:srgbClr val="000000"/>
                </a:solidFill>
              </a:defRPr>
            </a:lvl1pPr>
            <a:lvl2pPr lvl="1">
              <a:spcBef>
                <a:spcPts val="0"/>
              </a:spcBef>
              <a:spcAft>
                <a:spcPts val="0"/>
              </a:spcAft>
              <a:buNone/>
              <a:defRPr sz="2600">
                <a:solidFill>
                  <a:srgbClr val="000000"/>
                </a:solidFill>
              </a:defRPr>
            </a:lvl2pPr>
            <a:lvl3pPr lvl="2">
              <a:spcBef>
                <a:spcPts val="0"/>
              </a:spcBef>
              <a:spcAft>
                <a:spcPts val="0"/>
              </a:spcAft>
              <a:buNone/>
              <a:defRPr sz="2600">
                <a:solidFill>
                  <a:srgbClr val="000000"/>
                </a:solidFill>
              </a:defRPr>
            </a:lvl3pPr>
            <a:lvl4pPr lvl="3">
              <a:spcBef>
                <a:spcPts val="0"/>
              </a:spcBef>
              <a:spcAft>
                <a:spcPts val="0"/>
              </a:spcAft>
              <a:buNone/>
              <a:defRPr sz="2600">
                <a:solidFill>
                  <a:srgbClr val="000000"/>
                </a:solidFill>
              </a:defRPr>
            </a:lvl4pPr>
            <a:lvl5pPr lvl="4">
              <a:spcBef>
                <a:spcPts val="0"/>
              </a:spcBef>
              <a:spcAft>
                <a:spcPts val="0"/>
              </a:spcAft>
              <a:buNone/>
              <a:defRPr sz="2600">
                <a:solidFill>
                  <a:srgbClr val="000000"/>
                </a:solidFill>
              </a:defRPr>
            </a:lvl5pPr>
            <a:lvl6pPr lvl="5">
              <a:spcBef>
                <a:spcPts val="0"/>
              </a:spcBef>
              <a:spcAft>
                <a:spcPts val="0"/>
              </a:spcAft>
              <a:buNone/>
              <a:defRPr sz="2600">
                <a:solidFill>
                  <a:srgbClr val="000000"/>
                </a:solidFill>
              </a:defRPr>
            </a:lvl6pPr>
            <a:lvl7pPr lvl="6">
              <a:spcBef>
                <a:spcPts val="0"/>
              </a:spcBef>
              <a:spcAft>
                <a:spcPts val="0"/>
              </a:spcAft>
              <a:buNone/>
              <a:defRPr sz="2600">
                <a:solidFill>
                  <a:srgbClr val="000000"/>
                </a:solidFill>
              </a:defRPr>
            </a:lvl7pPr>
            <a:lvl8pPr lvl="7">
              <a:spcBef>
                <a:spcPts val="0"/>
              </a:spcBef>
              <a:spcAft>
                <a:spcPts val="0"/>
              </a:spcAft>
              <a:buNone/>
              <a:defRPr sz="2600">
                <a:solidFill>
                  <a:srgbClr val="000000"/>
                </a:solidFill>
              </a:defRPr>
            </a:lvl8pPr>
            <a:lvl9pPr lvl="8">
              <a:spcBef>
                <a:spcPts val="0"/>
              </a:spcBef>
              <a:spcAft>
                <a:spcPts val="0"/>
              </a:spcAft>
              <a:buNone/>
              <a:defRPr sz="2600">
                <a:solidFill>
                  <a:srgbClr val="000000"/>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TT">
  <p:cSld name="SECTION_HEADER_1_1_2_2_8">
    <p:bg>
      <p:bgPr>
        <a:solidFill>
          <a:srgbClr val="FFFFFF"/>
        </a:solidFill>
      </p:bgPr>
    </p:bg>
    <p:spTree>
      <p:nvGrpSpPr>
        <p:cNvPr id="667" name="Shape 667"/>
        <p:cNvGrpSpPr/>
        <p:nvPr/>
      </p:nvGrpSpPr>
      <p:grpSpPr>
        <a:xfrm>
          <a:off x="0" y="0"/>
          <a:ext cx="0" cy="0"/>
          <a:chOff x="0" y="0"/>
          <a:chExt cx="0" cy="0"/>
        </a:xfrm>
      </p:grpSpPr>
      <p:sp>
        <p:nvSpPr>
          <p:cNvPr id="668" name="Google Shape;668;p9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69" name="Google Shape;669;p9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0" name="Google Shape;670;p9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1" name="Google Shape;671;p9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pic>
        <p:nvPicPr>
          <p:cNvPr id="672" name="Google Shape;672;p92"/>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73" name="Google Shape;673;p92"/>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74" name="Google Shape;674;p92"/>
          <p:cNvSpPr txBox="1"/>
          <p:nvPr>
            <p:ph idx="6" type="body"/>
          </p:nvPr>
        </p:nvSpPr>
        <p:spPr>
          <a:xfrm>
            <a:off x="283464" y="1508760"/>
            <a:ext cx="3365100" cy="1134000"/>
          </a:xfrm>
          <a:prstGeom prst="rect">
            <a:avLst/>
          </a:prstGeom>
        </p:spPr>
        <p:txBody>
          <a:bodyPr anchorCtr="0" anchor="ctr" bIns="0" lIns="91425" spcFirstLastPara="1" rIns="91425" wrap="square" tIns="91425">
            <a:noAutofit/>
          </a:bodyPr>
          <a:lstStyle>
            <a:lvl1pPr indent="-330200" lvl="0" marL="457200">
              <a:spcBef>
                <a:spcPts val="0"/>
              </a:spcBef>
              <a:spcAft>
                <a:spcPts val="0"/>
              </a:spcAft>
              <a:buSzPts val="1600"/>
              <a:buFont typeface="Roboto"/>
              <a:buChar char="●"/>
              <a:defRPr sz="1600">
                <a:latin typeface="Roboto"/>
                <a:ea typeface="Roboto"/>
                <a:cs typeface="Roboto"/>
                <a:sym typeface="Roboto"/>
              </a:defRPr>
            </a:lvl1pPr>
            <a:lvl2pPr indent="-330200" lvl="1" marL="914400">
              <a:spcBef>
                <a:spcPts val="1600"/>
              </a:spcBef>
              <a:spcAft>
                <a:spcPts val="0"/>
              </a:spcAft>
              <a:buSzPts val="1600"/>
              <a:buChar char="○"/>
              <a:defRPr sz="1600"/>
            </a:lvl2pPr>
            <a:lvl3pPr indent="-330200" lvl="2" marL="1371600">
              <a:spcBef>
                <a:spcPts val="1600"/>
              </a:spcBef>
              <a:spcAft>
                <a:spcPts val="0"/>
              </a:spcAft>
              <a:buSzPts val="1600"/>
              <a:buChar char="■"/>
              <a:defRPr sz="1600"/>
            </a:lvl3pPr>
            <a:lvl4pPr indent="-330200" lvl="3" marL="1828800">
              <a:spcBef>
                <a:spcPts val="1600"/>
              </a:spcBef>
              <a:spcAft>
                <a:spcPts val="0"/>
              </a:spcAft>
              <a:buSzPts val="1600"/>
              <a:buChar char="●"/>
              <a:defRPr sz="1600"/>
            </a:lvl4pPr>
            <a:lvl5pPr indent="-330200" lvl="4" marL="2286000">
              <a:spcBef>
                <a:spcPts val="1600"/>
              </a:spcBef>
              <a:spcAft>
                <a:spcPts val="0"/>
              </a:spcAft>
              <a:buSzPts val="1600"/>
              <a:buChar char="○"/>
              <a:defRPr sz="1600"/>
            </a:lvl5pPr>
            <a:lvl6pPr indent="-330200" lvl="5" marL="2743200">
              <a:spcBef>
                <a:spcPts val="1600"/>
              </a:spcBef>
              <a:spcAft>
                <a:spcPts val="0"/>
              </a:spcAft>
              <a:buSzPts val="1600"/>
              <a:buChar char="■"/>
              <a:defRPr sz="1600"/>
            </a:lvl6pPr>
            <a:lvl7pPr indent="-330200" lvl="6" marL="3200400">
              <a:spcBef>
                <a:spcPts val="1600"/>
              </a:spcBef>
              <a:spcAft>
                <a:spcPts val="0"/>
              </a:spcAft>
              <a:buSzPts val="1600"/>
              <a:buChar char="●"/>
              <a:defRPr sz="1600"/>
            </a:lvl7pPr>
            <a:lvl8pPr indent="-330200" lvl="7" marL="3657600">
              <a:spcBef>
                <a:spcPts val="1600"/>
              </a:spcBef>
              <a:spcAft>
                <a:spcPts val="0"/>
              </a:spcAft>
              <a:buSzPts val="1600"/>
              <a:buChar char="○"/>
              <a:defRPr sz="1600"/>
            </a:lvl8pPr>
            <a:lvl9pPr indent="-330200" lvl="8" marL="4114800">
              <a:spcBef>
                <a:spcPts val="1600"/>
              </a:spcBef>
              <a:spcAft>
                <a:spcPts val="1600"/>
              </a:spcAft>
              <a:buSzPts val="1600"/>
              <a:buChar char="■"/>
              <a:defRPr sz="16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SA">
  <p:cSld name="SECTION_HEADER_1_1_2_1_2_6">
    <p:bg>
      <p:bgPr>
        <a:solidFill>
          <a:srgbClr val="FFFFFF"/>
        </a:solidFill>
      </p:bgPr>
    </p:bg>
    <p:spTree>
      <p:nvGrpSpPr>
        <p:cNvPr id="675" name="Shape 675"/>
        <p:cNvGrpSpPr/>
        <p:nvPr/>
      </p:nvGrpSpPr>
      <p:grpSpPr>
        <a:xfrm>
          <a:off x="0" y="0"/>
          <a:ext cx="0" cy="0"/>
          <a:chOff x="0" y="0"/>
          <a:chExt cx="0" cy="0"/>
        </a:xfrm>
      </p:grpSpPr>
      <p:sp>
        <p:nvSpPr>
          <p:cNvPr id="676" name="Google Shape;676;p9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77" name="Google Shape;677;p9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8" name="Google Shape;678;p93"/>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9" name="Google Shape;679;p93"/>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680" name="Google Shape;680;p93"/>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81" name="Google Shape;681;p93"/>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82" name="Google Shape;682;p93"/>
          <p:cNvSpPr txBox="1"/>
          <p:nvPr>
            <p:ph idx="6" type="body"/>
          </p:nvPr>
        </p:nvSpPr>
        <p:spPr>
          <a:xfrm>
            <a:off x="283464" y="1508760"/>
            <a:ext cx="3365100" cy="11340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Font typeface="Roboto"/>
              <a:buChar char="●"/>
              <a:defRPr sz="1800">
                <a:latin typeface="Roboto"/>
                <a:ea typeface="Roboto"/>
                <a:cs typeface="Roboto"/>
                <a:sym typeface="Roboto"/>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ty Guidelines">
  <p:cSld name="SECTION_HEADER_1_1_2_1_2_1_1_1_4">
    <p:bg>
      <p:bgPr>
        <a:solidFill>
          <a:srgbClr val="FFFFFF"/>
        </a:solidFill>
      </p:bgPr>
    </p:bg>
    <p:spTree>
      <p:nvGrpSpPr>
        <p:cNvPr id="683" name="Shape 683"/>
        <p:cNvGrpSpPr/>
        <p:nvPr/>
      </p:nvGrpSpPr>
      <p:grpSpPr>
        <a:xfrm>
          <a:off x="0" y="0"/>
          <a:ext cx="0" cy="0"/>
          <a:chOff x="0" y="0"/>
          <a:chExt cx="0" cy="0"/>
        </a:xfrm>
      </p:grpSpPr>
      <p:pic>
        <p:nvPicPr>
          <p:cNvPr id="684" name="Google Shape;684;p94"/>
          <p:cNvPicPr preferRelativeResize="0"/>
          <p:nvPr/>
        </p:nvPicPr>
        <p:blipFill rotWithShape="1">
          <a:blip r:embed="rId2">
            <a:alphaModFix/>
          </a:blip>
          <a:srcRect b="0" l="0" r="0" t="0"/>
          <a:stretch/>
        </p:blipFill>
        <p:spPr>
          <a:xfrm>
            <a:off x="5780575" y="991457"/>
            <a:ext cx="3122150" cy="3678292"/>
          </a:xfrm>
          <a:prstGeom prst="rect">
            <a:avLst/>
          </a:prstGeom>
          <a:noFill/>
          <a:ln>
            <a:noFill/>
          </a:ln>
        </p:spPr>
      </p:pic>
      <p:sp>
        <p:nvSpPr>
          <p:cNvPr id="685" name="Google Shape;685;p94"/>
          <p:cNvSpPr txBox="1"/>
          <p:nvPr/>
        </p:nvSpPr>
        <p:spPr>
          <a:xfrm>
            <a:off x="956975" y="991450"/>
            <a:ext cx="4767000" cy="3624600"/>
          </a:xfrm>
          <a:prstGeom prst="rect">
            <a:avLst/>
          </a:prstGeom>
          <a:noFill/>
          <a:ln>
            <a:noFill/>
          </a:ln>
        </p:spPr>
        <p:txBody>
          <a:bodyPr anchorCtr="0" anchor="t" bIns="91425" lIns="45700" spcFirstLastPara="1" rIns="91425" wrap="square" tIns="91425">
            <a:noAutofit/>
          </a:bodyPr>
          <a:lstStyle/>
          <a:p>
            <a:pPr indent="0" lvl="0" marL="0" rtl="0" algn="l">
              <a:lnSpc>
                <a:spcPct val="150000"/>
              </a:lnSpc>
              <a:spcBef>
                <a:spcPts val="0"/>
              </a:spcBef>
              <a:spcAft>
                <a:spcPts val="2000"/>
              </a:spcAft>
              <a:buNone/>
            </a:pPr>
            <a:r>
              <a:rPr lang="en">
                <a:latin typeface="Roboto"/>
                <a:ea typeface="Roboto"/>
                <a:cs typeface="Roboto"/>
                <a:sym typeface="Roboto"/>
              </a:rPr>
              <a:t>Follow instructions. </a:t>
            </a:r>
            <a:br>
              <a:rPr lang="en">
                <a:latin typeface="Roboto"/>
                <a:ea typeface="Roboto"/>
                <a:cs typeface="Roboto"/>
                <a:sym typeface="Roboto"/>
              </a:rPr>
            </a:br>
            <a:r>
              <a:rPr lang="en">
                <a:latin typeface="Roboto"/>
                <a:ea typeface="Roboto"/>
                <a:cs typeface="Roboto"/>
                <a:sym typeface="Roboto"/>
              </a:rPr>
              <a:t>Don’t taste things. </a:t>
            </a:r>
            <a:br>
              <a:rPr lang="en">
                <a:latin typeface="Roboto"/>
                <a:ea typeface="Roboto"/>
                <a:cs typeface="Roboto"/>
                <a:sym typeface="Roboto"/>
              </a:rPr>
            </a:br>
            <a:r>
              <a:rPr lang="en">
                <a:latin typeface="Roboto"/>
                <a:ea typeface="Roboto"/>
                <a:cs typeface="Roboto"/>
                <a:sym typeface="Roboto"/>
              </a:rPr>
              <a:t>Smell substances like a chemist. </a:t>
            </a:r>
            <a:br>
              <a:rPr lang="en">
                <a:latin typeface="Roboto"/>
                <a:ea typeface="Roboto"/>
                <a:cs typeface="Roboto"/>
                <a:sym typeface="Roboto"/>
              </a:rPr>
            </a:br>
            <a:r>
              <a:rPr lang="en">
                <a:latin typeface="Roboto"/>
                <a:ea typeface="Roboto"/>
                <a:cs typeface="Roboto"/>
                <a:sym typeface="Roboto"/>
              </a:rPr>
              <a:t>Protect your eyes. </a:t>
            </a:r>
            <a:br>
              <a:rPr lang="en">
                <a:latin typeface="Roboto"/>
                <a:ea typeface="Roboto"/>
                <a:cs typeface="Roboto"/>
                <a:sym typeface="Roboto"/>
              </a:rPr>
            </a:br>
            <a:r>
              <a:rPr lang="en">
                <a:latin typeface="Roboto"/>
                <a:ea typeface="Roboto"/>
                <a:cs typeface="Roboto"/>
                <a:sym typeface="Roboto"/>
              </a:rPr>
              <a:t>Protect your hands. </a:t>
            </a:r>
            <a:br>
              <a:rPr lang="en">
                <a:latin typeface="Roboto"/>
                <a:ea typeface="Roboto"/>
                <a:cs typeface="Roboto"/>
                <a:sym typeface="Roboto"/>
              </a:rPr>
            </a:br>
            <a:r>
              <a:rPr lang="en">
                <a:latin typeface="Roboto"/>
                <a:ea typeface="Roboto"/>
                <a:cs typeface="Roboto"/>
                <a:sym typeface="Roboto"/>
              </a:rPr>
              <a:t>Keep your hands away from your face. </a:t>
            </a:r>
            <a:br>
              <a:rPr lang="en">
                <a:latin typeface="Roboto"/>
                <a:ea typeface="Roboto"/>
                <a:cs typeface="Roboto"/>
                <a:sym typeface="Roboto"/>
              </a:rPr>
            </a:br>
            <a:r>
              <a:rPr lang="en">
                <a:latin typeface="Roboto"/>
                <a:ea typeface="Roboto"/>
                <a:cs typeface="Roboto"/>
                <a:sym typeface="Roboto"/>
              </a:rPr>
              <a:t>Tell your teacher if you have allergies. </a:t>
            </a:r>
            <a:br>
              <a:rPr lang="en">
                <a:latin typeface="Roboto"/>
                <a:ea typeface="Roboto"/>
                <a:cs typeface="Roboto"/>
                <a:sym typeface="Roboto"/>
              </a:rPr>
            </a:br>
            <a:r>
              <a:rPr lang="en">
                <a:latin typeface="Roboto"/>
                <a:ea typeface="Roboto"/>
                <a:cs typeface="Roboto"/>
                <a:sym typeface="Roboto"/>
              </a:rPr>
              <a:t>Be calm and careful. </a:t>
            </a:r>
            <a:br>
              <a:rPr lang="en">
                <a:latin typeface="Roboto"/>
                <a:ea typeface="Roboto"/>
                <a:cs typeface="Roboto"/>
                <a:sym typeface="Roboto"/>
              </a:rPr>
            </a:br>
            <a:r>
              <a:rPr lang="en">
                <a:latin typeface="Roboto"/>
                <a:ea typeface="Roboto"/>
                <a:cs typeface="Roboto"/>
                <a:sym typeface="Roboto"/>
              </a:rPr>
              <a:t>Report all spills, accidents, and injuries to your teacher. </a:t>
            </a:r>
            <a:br>
              <a:rPr lang="en">
                <a:latin typeface="Roboto"/>
                <a:ea typeface="Roboto"/>
                <a:cs typeface="Roboto"/>
                <a:sym typeface="Roboto"/>
              </a:rPr>
            </a:br>
            <a:r>
              <a:rPr lang="en">
                <a:latin typeface="Roboto"/>
                <a:ea typeface="Roboto"/>
                <a:cs typeface="Roboto"/>
                <a:sym typeface="Roboto"/>
              </a:rPr>
              <a:t>Avoid anything that could cause a burn. </a:t>
            </a:r>
            <a:br>
              <a:rPr lang="en">
                <a:latin typeface="Roboto"/>
                <a:ea typeface="Roboto"/>
                <a:cs typeface="Roboto"/>
                <a:sym typeface="Roboto"/>
              </a:rPr>
            </a:br>
            <a:r>
              <a:rPr lang="en">
                <a:latin typeface="Roboto"/>
                <a:ea typeface="Roboto"/>
                <a:cs typeface="Roboto"/>
                <a:sym typeface="Roboto"/>
              </a:rPr>
              <a:t>Wash your hands after class.</a:t>
            </a:r>
            <a:endParaRPr sz="1600">
              <a:latin typeface="Roboto"/>
              <a:ea typeface="Roboto"/>
              <a:cs typeface="Roboto"/>
              <a:sym typeface="Roboto"/>
            </a:endParaRPr>
          </a:p>
        </p:txBody>
      </p:sp>
      <p:sp>
        <p:nvSpPr>
          <p:cNvPr id="686" name="Google Shape;686;p94"/>
          <p:cNvSpPr txBox="1"/>
          <p:nvPr/>
        </p:nvSpPr>
        <p:spPr>
          <a:xfrm>
            <a:off x="676656" y="333093"/>
            <a:ext cx="7503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Medium"/>
                <a:ea typeface="Roboto Medium"/>
                <a:cs typeface="Roboto Medium"/>
                <a:sym typeface="Roboto Medium"/>
              </a:rPr>
              <a:t>Safety Guidelines for Science Investigations</a:t>
            </a:r>
            <a:endParaRPr sz="2400">
              <a:latin typeface="Roboto Medium"/>
              <a:ea typeface="Roboto Medium"/>
              <a:cs typeface="Roboto Medium"/>
              <a:sym typeface="Roboto Medium"/>
            </a:endParaRPr>
          </a:p>
        </p:txBody>
      </p:sp>
      <p:sp>
        <p:nvSpPr>
          <p:cNvPr id="687" name="Google Shape;687;p94"/>
          <p:cNvSpPr txBox="1"/>
          <p:nvPr/>
        </p:nvSpPr>
        <p:spPr>
          <a:xfrm>
            <a:off x="582875" y="991450"/>
            <a:ext cx="374100" cy="3624600"/>
          </a:xfrm>
          <a:prstGeom prst="rect">
            <a:avLst/>
          </a:prstGeom>
          <a:noFill/>
          <a:ln>
            <a:noFill/>
          </a:ln>
        </p:spPr>
        <p:txBody>
          <a:bodyPr anchorCtr="0" anchor="t" bIns="91425" lIns="91425" spcFirstLastPara="1" rIns="18275" wrap="square" tIns="91425">
            <a:noAutofit/>
          </a:bodyPr>
          <a:lstStyle/>
          <a:p>
            <a:pPr indent="0" lvl="0" marL="0" rtl="0" algn="r">
              <a:lnSpc>
                <a:spcPct val="150000"/>
              </a:lnSpc>
              <a:spcBef>
                <a:spcPts val="0"/>
              </a:spcBef>
              <a:spcAft>
                <a:spcPts val="2000"/>
              </a:spcAft>
              <a:buNone/>
            </a:pPr>
            <a:r>
              <a:rPr b="1" lang="en">
                <a:solidFill>
                  <a:srgbClr val="767676"/>
                </a:solidFill>
                <a:latin typeface="Roboto"/>
                <a:ea typeface="Roboto"/>
                <a:cs typeface="Roboto"/>
                <a:sym typeface="Roboto"/>
              </a:rPr>
              <a:t>1.</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2.</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3.</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4.</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5.</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6.</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7.</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8.</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9.</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10.</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11.</a:t>
            </a:r>
            <a:endParaRPr b="1" sz="1600">
              <a:solidFill>
                <a:srgbClr val="767676"/>
              </a:solidFill>
              <a:latin typeface="Roboto"/>
              <a:ea typeface="Roboto"/>
              <a:cs typeface="Roboto"/>
              <a:sym typeface="Roboto"/>
            </a:endParaRPr>
          </a:p>
        </p:txBody>
      </p:sp>
      <p:sp>
        <p:nvSpPr>
          <p:cNvPr id="688" name="Google Shape;688;p9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7.xml"/><Relationship Id="rId42" Type="http://schemas.openxmlformats.org/officeDocument/2006/relationships/slideLayout" Target="../slideLayouts/slideLayout69.xml"/><Relationship Id="rId41" Type="http://schemas.openxmlformats.org/officeDocument/2006/relationships/slideLayout" Target="../slideLayouts/slideLayout68.xml"/><Relationship Id="rId44" Type="http://schemas.openxmlformats.org/officeDocument/2006/relationships/slideLayout" Target="../slideLayouts/slideLayout71.xml"/><Relationship Id="rId43" Type="http://schemas.openxmlformats.org/officeDocument/2006/relationships/slideLayout" Target="../slideLayouts/slideLayout70.xml"/><Relationship Id="rId46" Type="http://schemas.openxmlformats.org/officeDocument/2006/relationships/slideLayout" Target="../slideLayouts/slideLayout73.xml"/><Relationship Id="rId45" Type="http://schemas.openxmlformats.org/officeDocument/2006/relationships/slideLayout" Target="../slideLayouts/slideLayout7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48" Type="http://schemas.openxmlformats.org/officeDocument/2006/relationships/slideLayout" Target="../slideLayouts/slideLayout75.xml"/><Relationship Id="rId47" Type="http://schemas.openxmlformats.org/officeDocument/2006/relationships/slideLayout" Target="../slideLayouts/slideLayout74.xml"/><Relationship Id="rId49" Type="http://schemas.openxmlformats.org/officeDocument/2006/relationships/slideLayout" Target="../slideLayouts/slideLayout7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33" Type="http://schemas.openxmlformats.org/officeDocument/2006/relationships/slideLayout" Target="../slideLayouts/slideLayout60.xml"/><Relationship Id="rId32" Type="http://schemas.openxmlformats.org/officeDocument/2006/relationships/slideLayout" Target="../slideLayouts/slideLayout59.xml"/><Relationship Id="rId35" Type="http://schemas.openxmlformats.org/officeDocument/2006/relationships/slideLayout" Target="../slideLayouts/slideLayout62.xml"/><Relationship Id="rId34" Type="http://schemas.openxmlformats.org/officeDocument/2006/relationships/slideLayout" Target="../slideLayouts/slideLayout61.xml"/><Relationship Id="rId37" Type="http://schemas.openxmlformats.org/officeDocument/2006/relationships/slideLayout" Target="../slideLayouts/slideLayout64.xml"/><Relationship Id="rId36" Type="http://schemas.openxmlformats.org/officeDocument/2006/relationships/slideLayout" Target="../slideLayouts/slideLayout63.xml"/><Relationship Id="rId39" Type="http://schemas.openxmlformats.org/officeDocument/2006/relationships/slideLayout" Target="../slideLayouts/slideLayout66.xml"/><Relationship Id="rId38" Type="http://schemas.openxmlformats.org/officeDocument/2006/relationships/slideLayout" Target="../slideLayouts/slideLayout65.xml"/><Relationship Id="rId62" Type="http://schemas.openxmlformats.org/officeDocument/2006/relationships/slideLayout" Target="../slideLayouts/slideLayout89.xml"/><Relationship Id="rId61" Type="http://schemas.openxmlformats.org/officeDocument/2006/relationships/slideLayout" Target="../slideLayouts/slideLayout88.xml"/><Relationship Id="rId20" Type="http://schemas.openxmlformats.org/officeDocument/2006/relationships/slideLayout" Target="../slideLayouts/slideLayout47.xml"/><Relationship Id="rId64" Type="http://schemas.openxmlformats.org/officeDocument/2006/relationships/slideLayout" Target="../slideLayouts/slideLayout91.xml"/><Relationship Id="rId63" Type="http://schemas.openxmlformats.org/officeDocument/2006/relationships/slideLayout" Target="../slideLayouts/slideLayout90.xml"/><Relationship Id="rId22" Type="http://schemas.openxmlformats.org/officeDocument/2006/relationships/slideLayout" Target="../slideLayouts/slideLayout49.xml"/><Relationship Id="rId66" Type="http://schemas.openxmlformats.org/officeDocument/2006/relationships/theme" Target="../theme/theme1.xml"/><Relationship Id="rId21" Type="http://schemas.openxmlformats.org/officeDocument/2006/relationships/slideLayout" Target="../slideLayouts/slideLayout48.xml"/><Relationship Id="rId65" Type="http://schemas.openxmlformats.org/officeDocument/2006/relationships/slideLayout" Target="../slideLayouts/slideLayout92.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60" Type="http://schemas.openxmlformats.org/officeDocument/2006/relationships/slideLayout" Target="../slideLayouts/slideLayout87.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29" Type="http://schemas.openxmlformats.org/officeDocument/2006/relationships/slideLayout" Target="../slideLayouts/slideLayout56.xml"/><Relationship Id="rId51" Type="http://schemas.openxmlformats.org/officeDocument/2006/relationships/slideLayout" Target="../slideLayouts/slideLayout78.xml"/><Relationship Id="rId50" Type="http://schemas.openxmlformats.org/officeDocument/2006/relationships/slideLayout" Target="../slideLayouts/slideLayout77.xml"/><Relationship Id="rId53" Type="http://schemas.openxmlformats.org/officeDocument/2006/relationships/slideLayout" Target="../slideLayouts/slideLayout80.xml"/><Relationship Id="rId52" Type="http://schemas.openxmlformats.org/officeDocument/2006/relationships/slideLayout" Target="../slideLayouts/slideLayout79.xml"/><Relationship Id="rId11" Type="http://schemas.openxmlformats.org/officeDocument/2006/relationships/slideLayout" Target="../slideLayouts/slideLayout38.xml"/><Relationship Id="rId55" Type="http://schemas.openxmlformats.org/officeDocument/2006/relationships/slideLayout" Target="../slideLayouts/slideLayout82.xml"/><Relationship Id="rId10" Type="http://schemas.openxmlformats.org/officeDocument/2006/relationships/slideLayout" Target="../slideLayouts/slideLayout37.xml"/><Relationship Id="rId54" Type="http://schemas.openxmlformats.org/officeDocument/2006/relationships/slideLayout" Target="../slideLayouts/slideLayout81.xml"/><Relationship Id="rId13" Type="http://schemas.openxmlformats.org/officeDocument/2006/relationships/slideLayout" Target="../slideLayouts/slideLayout40.xml"/><Relationship Id="rId57" Type="http://schemas.openxmlformats.org/officeDocument/2006/relationships/slideLayout" Target="../slideLayouts/slideLayout84.xml"/><Relationship Id="rId12" Type="http://schemas.openxmlformats.org/officeDocument/2006/relationships/slideLayout" Target="../slideLayouts/slideLayout39.xml"/><Relationship Id="rId56" Type="http://schemas.openxmlformats.org/officeDocument/2006/relationships/slideLayout" Target="../slideLayouts/slideLayout83.xml"/><Relationship Id="rId15" Type="http://schemas.openxmlformats.org/officeDocument/2006/relationships/slideLayout" Target="../slideLayouts/slideLayout42.xml"/><Relationship Id="rId59" Type="http://schemas.openxmlformats.org/officeDocument/2006/relationships/slideLayout" Target="../slideLayouts/slideLayout86.xml"/><Relationship Id="rId14" Type="http://schemas.openxmlformats.org/officeDocument/2006/relationships/slideLayout" Target="../slideLayouts/slideLayout41.xml"/><Relationship Id="rId58" Type="http://schemas.openxmlformats.org/officeDocument/2006/relationships/slideLayout" Target="../slideLayouts/slideLayout85.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6375" y="358385"/>
            <a:ext cx="56262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1pPr>
            <a:lvl2pPr lvl="1">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2pPr>
            <a:lvl3pPr lvl="2">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3pPr>
            <a:lvl4pPr lvl="3">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4pPr>
            <a:lvl5pPr lvl="4">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5pPr>
            <a:lvl6pPr lvl="5">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6pPr>
            <a:lvl7pPr lvl="6">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7pPr>
            <a:lvl8pPr lvl="7">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8pPr>
            <a:lvl9pPr lvl="8">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9pPr>
          </a:lstStyle>
          <a:p/>
        </p:txBody>
      </p:sp>
      <p:sp>
        <p:nvSpPr>
          <p:cNvPr id="7" name="Google Shape;7;p1"/>
          <p:cNvSpPr txBox="1"/>
          <p:nvPr>
            <p:ph idx="1" type="body"/>
          </p:nvPr>
        </p:nvSpPr>
        <p:spPr>
          <a:xfrm>
            <a:off x="866375" y="1304543"/>
            <a:ext cx="5626200" cy="3063000"/>
          </a:xfrm>
          <a:prstGeom prst="rect">
            <a:avLst/>
          </a:prstGeom>
          <a:noFill/>
          <a:ln>
            <a:noFill/>
          </a:ln>
        </p:spPr>
        <p:txBody>
          <a:bodyPr anchorCtr="0" anchor="t" bIns="91425" lIns="91425" spcFirstLastPara="1" rIns="91425" wrap="square" tIns="91425">
            <a:noAutofit/>
          </a:bodyPr>
          <a:lstStyle>
            <a:lvl1pPr indent="-317500" lvl="0" marL="4572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1pPr>
            <a:lvl2pPr indent="-317500" lvl="1" marL="9144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2pPr>
            <a:lvl3pPr indent="-317500" lvl="2" marL="13716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3pPr>
            <a:lvl4pPr indent="-317500" lvl="3" marL="18288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4pPr>
            <a:lvl5pPr indent="-342900" lvl="4" marL="22860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5pPr>
            <a:lvl6pPr indent="-342900" lvl="5" marL="27432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6pPr>
            <a:lvl7pPr indent="-342900" lvl="6" marL="32004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7pPr>
            <a:lvl8pPr indent="-342900" lvl="7" marL="36576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8pPr>
            <a:lvl9pPr indent="-342900" lvl="8" marL="41148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9pPr>
          </a:lstStyle>
          <a:p/>
        </p:txBody>
      </p:sp>
      <p:sp>
        <p:nvSpPr>
          <p:cNvPr id="8" name="Google Shape;8;p1"/>
          <p:cNvSpPr txBox="1"/>
          <p:nvPr>
            <p:ph idx="12" type="sldNum"/>
          </p:nvPr>
        </p:nvSpPr>
        <p:spPr>
          <a:xfrm>
            <a:off x="8716025" y="4676375"/>
            <a:ext cx="428100" cy="467100"/>
          </a:xfrm>
          <a:prstGeom prst="rect">
            <a:avLst/>
          </a:prstGeom>
          <a:noFill/>
          <a:ln>
            <a:noFill/>
          </a:ln>
        </p:spPr>
        <p:txBody>
          <a:bodyPr anchorCtr="0" anchor="ctr" bIns="91425" lIns="91425" spcFirstLastPara="1" rIns="91425" wrap="square" tIns="91425">
            <a:noAutofit/>
          </a:bodyPr>
          <a:lstStyle>
            <a:lvl1pPr lvl="0" algn="ctr">
              <a:buNone/>
              <a:defRPr sz="1300">
                <a:solidFill>
                  <a:srgbClr val="7F6000"/>
                </a:solidFill>
                <a:latin typeface="Inconsolata"/>
                <a:ea typeface="Inconsolata"/>
                <a:cs typeface="Inconsolata"/>
                <a:sym typeface="Inconsolata"/>
              </a:defRPr>
            </a:lvl1pPr>
            <a:lvl2pPr lvl="1" algn="ctr">
              <a:buNone/>
              <a:defRPr sz="1300">
                <a:solidFill>
                  <a:srgbClr val="7F6000"/>
                </a:solidFill>
                <a:latin typeface="Inconsolata"/>
                <a:ea typeface="Inconsolata"/>
                <a:cs typeface="Inconsolata"/>
                <a:sym typeface="Inconsolata"/>
              </a:defRPr>
            </a:lvl2pPr>
            <a:lvl3pPr lvl="2" algn="ctr">
              <a:buNone/>
              <a:defRPr sz="1300">
                <a:solidFill>
                  <a:srgbClr val="7F6000"/>
                </a:solidFill>
                <a:latin typeface="Inconsolata"/>
                <a:ea typeface="Inconsolata"/>
                <a:cs typeface="Inconsolata"/>
                <a:sym typeface="Inconsolata"/>
              </a:defRPr>
            </a:lvl3pPr>
            <a:lvl4pPr lvl="3" algn="ctr">
              <a:buNone/>
              <a:defRPr sz="1300">
                <a:solidFill>
                  <a:srgbClr val="7F6000"/>
                </a:solidFill>
                <a:latin typeface="Inconsolata"/>
                <a:ea typeface="Inconsolata"/>
                <a:cs typeface="Inconsolata"/>
                <a:sym typeface="Inconsolata"/>
              </a:defRPr>
            </a:lvl4pPr>
            <a:lvl5pPr lvl="4" algn="ctr">
              <a:buNone/>
              <a:defRPr sz="1300">
                <a:solidFill>
                  <a:srgbClr val="7F6000"/>
                </a:solidFill>
                <a:latin typeface="Inconsolata"/>
                <a:ea typeface="Inconsolata"/>
                <a:cs typeface="Inconsolata"/>
                <a:sym typeface="Inconsolata"/>
              </a:defRPr>
            </a:lvl5pPr>
            <a:lvl6pPr lvl="5" algn="ctr">
              <a:buNone/>
              <a:defRPr sz="1300">
                <a:solidFill>
                  <a:srgbClr val="7F6000"/>
                </a:solidFill>
                <a:latin typeface="Inconsolata"/>
                <a:ea typeface="Inconsolata"/>
                <a:cs typeface="Inconsolata"/>
                <a:sym typeface="Inconsolata"/>
              </a:defRPr>
            </a:lvl6pPr>
            <a:lvl7pPr lvl="6" algn="ctr">
              <a:buNone/>
              <a:defRPr sz="1300">
                <a:solidFill>
                  <a:srgbClr val="7F6000"/>
                </a:solidFill>
                <a:latin typeface="Inconsolata"/>
                <a:ea typeface="Inconsolata"/>
                <a:cs typeface="Inconsolata"/>
                <a:sym typeface="Inconsolata"/>
              </a:defRPr>
            </a:lvl7pPr>
            <a:lvl8pPr lvl="7" algn="ctr">
              <a:buNone/>
              <a:defRPr sz="1300">
                <a:solidFill>
                  <a:srgbClr val="7F6000"/>
                </a:solidFill>
                <a:latin typeface="Inconsolata"/>
                <a:ea typeface="Inconsolata"/>
                <a:cs typeface="Inconsolata"/>
                <a:sym typeface="Inconsolata"/>
              </a:defRPr>
            </a:lvl8pPr>
            <a:lvl9pPr lvl="8" algn="ctr">
              <a:buNone/>
              <a:defRPr sz="1300">
                <a:solidFill>
                  <a:srgbClr val="7F6000"/>
                </a:solidFill>
                <a:latin typeface="Inconsolata"/>
                <a:ea typeface="Inconsolata"/>
                <a:cs typeface="Inconsolata"/>
                <a:sym typeface="Inconsolat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FBF"/>
              </a:buClr>
              <a:buSzPts val="3000"/>
              <a:buFont typeface="Roboto"/>
              <a:buNone/>
              <a:defRPr sz="3000">
                <a:solidFill>
                  <a:srgbClr val="333FBF"/>
                </a:solidFill>
                <a:latin typeface="Roboto"/>
                <a:ea typeface="Roboto"/>
                <a:cs typeface="Roboto"/>
                <a:sym typeface="Roboto"/>
              </a:defRPr>
            </a:lvl1pPr>
            <a:lvl2pPr lvl="1">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2pPr>
            <a:lvl3pPr lvl="2">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3pPr>
            <a:lvl4pPr lvl="3">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4pPr>
            <a:lvl5pPr lvl="4">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5pPr>
            <a:lvl6pPr lvl="5">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6pPr>
            <a:lvl7pPr lvl="6">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7pPr>
            <a:lvl8pPr lvl="7">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8pPr>
            <a:lvl9pPr lvl="8">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9pPr>
          </a:lstStyle>
          <a:p/>
        </p:txBody>
      </p:sp>
      <p:sp>
        <p:nvSpPr>
          <p:cNvPr id="148" name="Google Shape;148;p29"/>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Font typeface="Roboto"/>
              <a:buChar char="●"/>
              <a:defRPr sz="24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9" name="Google Shape;149;p29"/>
          <p:cNvSpPr txBox="1"/>
          <p:nvPr/>
        </p:nvSpPr>
        <p:spPr>
          <a:xfrm>
            <a:off x="237744" y="4846320"/>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400">
                <a:solidFill>
                  <a:srgbClr val="767676"/>
                </a:solidFill>
                <a:latin typeface="Roboto"/>
                <a:ea typeface="Roboto"/>
                <a:cs typeface="Roboto"/>
                <a:sym typeface="Roboto"/>
              </a:rPr>
              <a:t>© The Regents of the University of California. All rights reserved.</a:t>
            </a:r>
            <a:endParaRPr i="1" sz="400">
              <a:solidFill>
                <a:srgbClr val="76767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xml"/><Relationship Id="rId3" Type="http://schemas.openxmlformats.org/officeDocument/2006/relationships/image" Target="../media/image3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apps.learning.amplify.com/modelingtool/#/tool/73/level/12_Molecules_in_a_Cell_id_468" TargetMode="Externa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drive.google.com/file/d/1gOvYrPo_U_JR347d0IK0YoN4y64WB05e/view" TargetMode="Externa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4.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apps.learning.amplify.com/curriculum/#/unit/8a80818e4e066ab2014e31c9bfb66f5f:2019-2020/cardstack/8a80818e4e066ab2014e31c9c0ae749f/8a80818e4e066ab2014e31c9bfec7095/8a80818e4e066ab2014e31c9c04a72ab?cardKey=8a80818e4e066ab2014e31c9c0af74aa" TargetMode="Externa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95"/>
          <p:cNvPicPr preferRelativeResize="0"/>
          <p:nvPr/>
        </p:nvPicPr>
        <p:blipFill rotWithShape="1">
          <a:blip r:embed="rId3">
            <a:alphaModFix/>
          </a:blip>
          <a:srcRect b="0" l="0" r="180" t="0"/>
          <a:stretch/>
        </p:blipFill>
        <p:spPr>
          <a:xfrm>
            <a:off x="0" y="0"/>
            <a:ext cx="9144000" cy="5148071"/>
          </a:xfrm>
          <a:prstGeom prst="rect">
            <a:avLst/>
          </a:prstGeom>
          <a:noFill/>
          <a:ln>
            <a:noFill/>
          </a:ln>
        </p:spPr>
      </p:pic>
      <p:sp>
        <p:nvSpPr>
          <p:cNvPr id="694" name="Google Shape;694;p9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
                <a:solidFill>
                  <a:schemeClr val="lt1"/>
                </a:solidFill>
                <a:latin typeface="McLaren"/>
                <a:ea typeface="McLaren"/>
                <a:cs typeface="McLaren"/>
                <a:sym typeface="McLaren"/>
              </a:rPr>
              <a:t>Metabolism</a:t>
            </a:r>
            <a:endParaRPr>
              <a:latin typeface="McLaren"/>
              <a:ea typeface="McLaren"/>
              <a:cs typeface="McLaren"/>
              <a:sym typeface="McLaren"/>
            </a:endParaRPr>
          </a:p>
        </p:txBody>
      </p:sp>
      <p:sp>
        <p:nvSpPr>
          <p:cNvPr id="695" name="Google Shape;695;p9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a:solidFill>
                  <a:schemeClr val="lt1"/>
                </a:solidFill>
                <a:latin typeface="McLaren"/>
                <a:ea typeface="McLaren"/>
                <a:cs typeface="McLaren"/>
                <a:sym typeface="McLaren"/>
              </a:rPr>
              <a:t>Lesson 1.3: </a:t>
            </a:r>
            <a:r>
              <a:rPr lang="en">
                <a:solidFill>
                  <a:schemeClr val="lt1"/>
                </a:solidFill>
                <a:latin typeface="McLaren"/>
                <a:ea typeface="McLaren"/>
                <a:cs typeface="McLaren"/>
                <a:sym typeface="McLaren"/>
              </a:rPr>
              <a:t>Evaluating Initial Claims About Elisa</a:t>
            </a:r>
            <a:endParaRPr>
              <a:latin typeface="McLaren"/>
              <a:ea typeface="McLaren"/>
              <a:cs typeface="McLaren"/>
              <a:sym typeface="McLare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1" name="Google Shape;701;p96"/>
          <p:cNvSpPr txBox="1"/>
          <p:nvPr/>
        </p:nvSpPr>
        <p:spPr>
          <a:xfrm>
            <a:off x="929889" y="494008"/>
            <a:ext cx="752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latin typeface="McLaren"/>
                <a:ea typeface="McLaren"/>
                <a:cs typeface="McLaren"/>
                <a:sym typeface="McLaren"/>
              </a:rPr>
              <a:t>Reading "Molecules Cells Need"</a:t>
            </a:r>
            <a:endParaRPr b="1" sz="3600">
              <a:latin typeface="McLaren"/>
              <a:ea typeface="McLaren"/>
              <a:cs typeface="McLaren"/>
              <a:sym typeface="McLaren"/>
            </a:endParaRPr>
          </a:p>
        </p:txBody>
      </p:sp>
      <p:sp>
        <p:nvSpPr>
          <p:cNvPr id="702" name="Google Shape;702;p96"/>
          <p:cNvSpPr txBox="1"/>
          <p:nvPr/>
        </p:nvSpPr>
        <p:spPr>
          <a:xfrm>
            <a:off x="907948" y="1188972"/>
            <a:ext cx="42801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2000"/>
              </a:spcAft>
              <a:buNone/>
            </a:pPr>
            <a:r>
              <a:rPr lang="en" sz="2500">
                <a:solidFill>
                  <a:srgbClr val="2F2F2F"/>
                </a:solidFill>
                <a:latin typeface="McLaren"/>
                <a:ea typeface="McLaren"/>
                <a:cs typeface="McLaren"/>
                <a:sym typeface="McLaren"/>
              </a:rPr>
              <a:t>In the Sim, we observed that in a healthy body, cells get certain </a:t>
            </a:r>
            <a:r>
              <a:rPr b="1" lang="en" sz="2500">
                <a:solidFill>
                  <a:srgbClr val="2F2F2F"/>
                </a:solidFill>
                <a:latin typeface="McLaren"/>
                <a:ea typeface="McLaren"/>
                <a:cs typeface="McLaren"/>
                <a:sym typeface="McLaren"/>
              </a:rPr>
              <a:t>molecules</a:t>
            </a:r>
            <a:r>
              <a:rPr lang="en" sz="2500">
                <a:solidFill>
                  <a:srgbClr val="2F2F2F"/>
                </a:solidFill>
                <a:latin typeface="McLaren"/>
                <a:ea typeface="McLaren"/>
                <a:cs typeface="McLaren"/>
                <a:sym typeface="McLaren"/>
              </a:rPr>
              <a:t> from food and air. Let’s review some of the words we saw in the Sim and their definitions.</a:t>
            </a:r>
            <a:endParaRPr sz="2500">
              <a:latin typeface="McLaren"/>
              <a:ea typeface="McLaren"/>
              <a:cs typeface="McLaren"/>
              <a:sym typeface="McLaren"/>
            </a:endParaRPr>
          </a:p>
        </p:txBody>
      </p:sp>
      <p:pic>
        <p:nvPicPr>
          <p:cNvPr descr="Screenshot of Metabolism SIM in Healthy Body Mode" id="703" name="Google Shape;703;p96"/>
          <p:cNvPicPr preferRelativeResize="0"/>
          <p:nvPr/>
        </p:nvPicPr>
        <p:blipFill rotWithShape="1">
          <a:blip r:embed="rId3">
            <a:alphaModFix/>
          </a:blip>
          <a:srcRect b="0" l="0" r="26330" t="0"/>
          <a:stretch/>
        </p:blipFill>
        <p:spPr>
          <a:xfrm>
            <a:off x="5515757" y="1270392"/>
            <a:ext cx="3043149" cy="30980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7"/>
          <p:cNvSpPr txBox="1"/>
          <p:nvPr>
            <p:ph idx="4294967295" type="body"/>
          </p:nvPr>
        </p:nvSpPr>
        <p:spPr>
          <a:xfrm>
            <a:off x="3011400" y="1295750"/>
            <a:ext cx="2978700" cy="23091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4200">
                <a:solidFill>
                  <a:srgbClr val="2F2F2F"/>
                </a:solidFill>
                <a:latin typeface="McLaren"/>
                <a:ea typeface="McLaren"/>
                <a:cs typeface="McLaren"/>
                <a:sym typeface="McLaren"/>
              </a:rPr>
              <a:t>molecule</a:t>
            </a:r>
            <a:endParaRPr b="1" sz="2200">
              <a:solidFill>
                <a:srgbClr val="434343"/>
              </a:solidFill>
              <a:latin typeface="McLaren"/>
              <a:ea typeface="McLaren"/>
              <a:cs typeface="McLaren"/>
              <a:sym typeface="McLaren"/>
            </a:endParaRPr>
          </a:p>
          <a:p>
            <a:pPr indent="0" lvl="0" marL="0" rtl="0" algn="ctr">
              <a:lnSpc>
                <a:spcPct val="100000"/>
              </a:lnSpc>
              <a:spcBef>
                <a:spcPts val="0"/>
              </a:spcBef>
              <a:spcAft>
                <a:spcPts val="0"/>
              </a:spcAft>
              <a:buNone/>
            </a:pPr>
            <a:r>
              <a:rPr lang="en" sz="3100">
                <a:solidFill>
                  <a:srgbClr val="000000"/>
                </a:solidFill>
                <a:latin typeface="Loved by the King"/>
                <a:ea typeface="Loved by the King"/>
                <a:cs typeface="Loved by the King"/>
                <a:sym typeface="Loved by the King"/>
              </a:rPr>
              <a:t>a group of atoms joined together in a particular way</a:t>
            </a:r>
            <a:endParaRPr sz="4100">
              <a:solidFill>
                <a:srgbClr val="434343"/>
              </a:solidFill>
              <a:latin typeface="Loved by the King"/>
              <a:ea typeface="Loved by the King"/>
              <a:cs typeface="Loved by the King"/>
              <a:sym typeface="Loved by the King"/>
            </a:endParaRPr>
          </a:p>
          <a:p>
            <a:pPr indent="0" lvl="0" marL="0" rtl="0" algn="l">
              <a:lnSpc>
                <a:spcPct val="100000"/>
              </a:lnSpc>
              <a:spcBef>
                <a:spcPts val="1600"/>
              </a:spcBef>
              <a:spcAft>
                <a:spcPts val="0"/>
              </a:spcAft>
              <a:buNone/>
            </a:pPr>
            <a:r>
              <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8"/>
          <p:cNvSpPr txBox="1"/>
          <p:nvPr>
            <p:ph idx="4294967295" type="body"/>
          </p:nvPr>
        </p:nvSpPr>
        <p:spPr>
          <a:xfrm>
            <a:off x="3011400" y="1310300"/>
            <a:ext cx="2978700" cy="2294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3200">
                <a:solidFill>
                  <a:srgbClr val="2F2F2F"/>
                </a:solidFill>
                <a:latin typeface="McLaren"/>
                <a:ea typeface="McLaren"/>
                <a:cs typeface="McLaren"/>
                <a:sym typeface="McLaren"/>
              </a:rPr>
              <a:t>glucose</a:t>
            </a:r>
            <a:endParaRPr b="1" sz="1200">
              <a:solidFill>
                <a:srgbClr val="434343"/>
              </a:solidFill>
              <a:latin typeface="McLaren"/>
              <a:ea typeface="McLaren"/>
              <a:cs typeface="McLaren"/>
              <a:sym typeface="McLaren"/>
            </a:endParaRPr>
          </a:p>
          <a:p>
            <a:pPr indent="0" lvl="0" marL="0" rtl="0" algn="ctr">
              <a:lnSpc>
                <a:spcPct val="100000"/>
              </a:lnSpc>
              <a:spcBef>
                <a:spcPts val="0"/>
              </a:spcBef>
              <a:spcAft>
                <a:spcPts val="0"/>
              </a:spcAft>
              <a:buNone/>
            </a:pPr>
            <a:r>
              <a:rPr lang="en" sz="2400">
                <a:solidFill>
                  <a:srgbClr val="000000"/>
                </a:solidFill>
                <a:latin typeface="Loved by the King"/>
                <a:ea typeface="Loved by the King"/>
                <a:cs typeface="Loved by the King"/>
                <a:sym typeface="Loved by the King"/>
              </a:rPr>
              <a:t>a molecule that organisms can use to release energy, and that is made of carbon, hydrogen, and oxygen atoms</a:t>
            </a:r>
            <a:endParaRPr sz="3400">
              <a:solidFill>
                <a:srgbClr val="434343"/>
              </a:solidFill>
              <a:latin typeface="Loved by the King"/>
              <a:ea typeface="Loved by the King"/>
              <a:cs typeface="Loved by the King"/>
              <a:sym typeface="Loved by the King"/>
            </a:endParaRPr>
          </a:p>
          <a:p>
            <a:pPr indent="0" lvl="0" marL="0" rtl="0" algn="l">
              <a:lnSpc>
                <a:spcPct val="100000"/>
              </a:lnSpc>
              <a:spcBef>
                <a:spcPts val="1600"/>
              </a:spcBef>
              <a:spcAft>
                <a:spcPts val="0"/>
              </a:spcAft>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9"/>
          <p:cNvSpPr txBox="1"/>
          <p:nvPr>
            <p:ph idx="4294967295" type="body"/>
          </p:nvPr>
        </p:nvSpPr>
        <p:spPr>
          <a:xfrm>
            <a:off x="3011400" y="1237642"/>
            <a:ext cx="2978700" cy="2265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3400">
                <a:solidFill>
                  <a:srgbClr val="2F2F2F"/>
                </a:solidFill>
                <a:latin typeface="McLaren"/>
                <a:ea typeface="McLaren"/>
                <a:cs typeface="McLaren"/>
                <a:sym typeface="McLaren"/>
              </a:rPr>
              <a:t>oxygen</a:t>
            </a:r>
            <a:endParaRPr b="1" sz="1400">
              <a:solidFill>
                <a:srgbClr val="434343"/>
              </a:solidFill>
              <a:latin typeface="McLaren"/>
              <a:ea typeface="McLaren"/>
              <a:cs typeface="McLaren"/>
              <a:sym typeface="McLaren"/>
            </a:endParaRPr>
          </a:p>
          <a:p>
            <a:pPr indent="0" lvl="0" marL="0" rtl="0" algn="ctr">
              <a:lnSpc>
                <a:spcPct val="100000"/>
              </a:lnSpc>
              <a:spcBef>
                <a:spcPts val="0"/>
              </a:spcBef>
              <a:spcAft>
                <a:spcPts val="0"/>
              </a:spcAft>
              <a:buNone/>
            </a:pPr>
            <a:r>
              <a:rPr lang="en" sz="2600">
                <a:solidFill>
                  <a:srgbClr val="000000"/>
                </a:solidFill>
                <a:latin typeface="Loved by the King"/>
                <a:ea typeface="Loved by the King"/>
                <a:cs typeface="Loved by the King"/>
                <a:sym typeface="Loved by the King"/>
              </a:rPr>
              <a:t>a molecule that organisms get from the air or water around them and use to release energy</a:t>
            </a:r>
            <a:endParaRPr sz="26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3600">
              <a:solidFill>
                <a:srgbClr val="434343"/>
              </a:solidFill>
              <a:latin typeface="Loved by the King"/>
              <a:ea typeface="Loved by the King"/>
              <a:cs typeface="Loved by the King"/>
              <a:sym typeface="Loved by the King"/>
            </a:endParaRPr>
          </a:p>
          <a:p>
            <a:pPr indent="0" lvl="0" marL="0" rtl="0" algn="l">
              <a:lnSpc>
                <a:spcPct val="100000"/>
              </a:lnSpc>
              <a:spcBef>
                <a:spcPts val="0"/>
              </a:spcBef>
              <a:spcAft>
                <a:spcPts val="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00"/>
          <p:cNvSpPr txBox="1"/>
          <p:nvPr>
            <p:ph idx="4294967295" type="body"/>
          </p:nvPr>
        </p:nvSpPr>
        <p:spPr>
          <a:xfrm>
            <a:off x="3011400" y="1237642"/>
            <a:ext cx="2978700" cy="2265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3700">
                <a:solidFill>
                  <a:srgbClr val="2F2F2F"/>
                </a:solidFill>
                <a:latin typeface="McLaren"/>
                <a:ea typeface="McLaren"/>
                <a:cs typeface="McLaren"/>
                <a:sym typeface="McLaren"/>
              </a:rPr>
              <a:t>amino acid</a:t>
            </a:r>
            <a:endParaRPr b="1" sz="3700">
              <a:solidFill>
                <a:srgbClr val="2F2F2F"/>
              </a:solidFill>
              <a:latin typeface="McLaren"/>
              <a:ea typeface="McLaren"/>
              <a:cs typeface="McLaren"/>
              <a:sym typeface="McLaren"/>
            </a:endParaRPr>
          </a:p>
          <a:p>
            <a:pPr indent="0" lvl="0" marL="0" rtl="0" algn="ctr">
              <a:lnSpc>
                <a:spcPct val="100000"/>
              </a:lnSpc>
              <a:spcBef>
                <a:spcPts val="0"/>
              </a:spcBef>
              <a:spcAft>
                <a:spcPts val="0"/>
              </a:spcAft>
              <a:buNone/>
            </a:pPr>
            <a:r>
              <a:rPr lang="en" sz="3100">
                <a:solidFill>
                  <a:srgbClr val="000000"/>
                </a:solidFill>
                <a:latin typeface="Loved by the King"/>
                <a:ea typeface="Loved by the King"/>
                <a:cs typeface="Loved by the King"/>
                <a:sym typeface="Loved by the King"/>
              </a:rPr>
              <a:t>molecules that are the building blocks of proteins</a:t>
            </a:r>
            <a:endParaRPr sz="37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4700">
              <a:solidFill>
                <a:srgbClr val="434343"/>
              </a:solidFill>
              <a:latin typeface="Loved by the King"/>
              <a:ea typeface="Loved by the King"/>
              <a:cs typeface="Loved by the King"/>
              <a:sym typeface="Loved by the King"/>
            </a:endParaRPr>
          </a:p>
          <a:p>
            <a:pPr indent="0" lvl="0" marL="0" rtl="0" algn="l">
              <a:lnSpc>
                <a:spcPct val="100000"/>
              </a:lnSpc>
              <a:spcBef>
                <a:spcPts val="0"/>
              </a:spcBef>
              <a:spcAft>
                <a:spcPts val="0"/>
              </a:spcAft>
              <a:buNone/>
            </a:pPr>
            <a:r>
              <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0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9" name="Google Shape;729;p101"/>
          <p:cNvSpPr txBox="1"/>
          <p:nvPr/>
        </p:nvSpPr>
        <p:spPr>
          <a:xfrm>
            <a:off x="929889" y="494008"/>
            <a:ext cx="752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latin typeface="McLaren"/>
                <a:ea typeface="McLaren"/>
                <a:cs typeface="McLaren"/>
                <a:sym typeface="McLaren"/>
              </a:rPr>
              <a:t>Reading "Molecules Cells Need"</a:t>
            </a:r>
            <a:endParaRPr b="1" sz="3600">
              <a:latin typeface="McLaren"/>
              <a:ea typeface="McLaren"/>
              <a:cs typeface="McLaren"/>
              <a:sym typeface="McLaren"/>
            </a:endParaRPr>
          </a:p>
        </p:txBody>
      </p:sp>
      <p:sp>
        <p:nvSpPr>
          <p:cNvPr id="730" name="Google Shape;730;p101"/>
          <p:cNvSpPr txBox="1"/>
          <p:nvPr/>
        </p:nvSpPr>
        <p:spPr>
          <a:xfrm>
            <a:off x="907950" y="1188975"/>
            <a:ext cx="4643400" cy="319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McLaren"/>
                <a:ea typeface="McLaren"/>
                <a:cs typeface="McLaren"/>
                <a:sym typeface="McLaren"/>
              </a:rPr>
              <a:t>Today, we’ll learn more about these </a:t>
            </a:r>
            <a:r>
              <a:rPr b="1" lang="en" sz="1600">
                <a:latin typeface="McLaren"/>
                <a:ea typeface="McLaren"/>
                <a:cs typeface="McLaren"/>
                <a:sym typeface="McLaren"/>
              </a:rPr>
              <a:t>molecules</a:t>
            </a:r>
            <a:r>
              <a:rPr lang="en" sz="1600">
                <a:latin typeface="McLaren"/>
                <a:ea typeface="McLaren"/>
                <a:cs typeface="McLaren"/>
                <a:sym typeface="McLaren"/>
              </a:rPr>
              <a:t> by actively reading an article.</a:t>
            </a:r>
            <a:endParaRPr sz="1600">
              <a:latin typeface="McLaren"/>
              <a:ea typeface="McLaren"/>
              <a:cs typeface="McLaren"/>
              <a:sym typeface="McLaren"/>
            </a:endParaRPr>
          </a:p>
          <a:p>
            <a:pPr indent="0" lvl="0" marL="0" rtl="0" algn="l">
              <a:spcBef>
                <a:spcPts val="1600"/>
              </a:spcBef>
              <a:spcAft>
                <a:spcPts val="0"/>
              </a:spcAft>
              <a:buNone/>
            </a:pPr>
            <a:r>
              <a:rPr b="1" lang="en" sz="1600">
                <a:latin typeface="McLaren"/>
                <a:ea typeface="McLaren"/>
                <a:cs typeface="McLaren"/>
                <a:sym typeface="McLaren"/>
              </a:rPr>
              <a:t>Annotating</a:t>
            </a:r>
            <a:r>
              <a:rPr lang="en" sz="1600">
                <a:latin typeface="McLaren"/>
                <a:ea typeface="McLaren"/>
                <a:cs typeface="McLaren"/>
                <a:sym typeface="McLaren"/>
              </a:rPr>
              <a:t> a text means recording your own thinking as you read</a:t>
            </a:r>
            <a:endParaRPr sz="1600">
              <a:latin typeface="McLaren"/>
              <a:ea typeface="McLaren"/>
              <a:cs typeface="McLaren"/>
              <a:sym typeface="McLaren"/>
            </a:endParaRPr>
          </a:p>
          <a:p>
            <a:pPr indent="0" lvl="0" marL="0" rtl="0" algn="l">
              <a:spcBef>
                <a:spcPts val="3000"/>
              </a:spcBef>
              <a:spcAft>
                <a:spcPts val="0"/>
              </a:spcAft>
              <a:buNone/>
            </a:pPr>
            <a:r>
              <a:rPr lang="en" sz="1600">
                <a:latin typeface="McLaren"/>
                <a:ea typeface="McLaren"/>
                <a:cs typeface="McLaren"/>
                <a:sym typeface="McLaren"/>
              </a:rPr>
              <a:t>You will now </a:t>
            </a:r>
            <a:r>
              <a:rPr b="1" lang="en" sz="1600">
                <a:latin typeface="McLaren"/>
                <a:ea typeface="McLaren"/>
                <a:cs typeface="McLaren"/>
                <a:sym typeface="McLaren"/>
              </a:rPr>
              <a:t>read and</a:t>
            </a:r>
            <a:r>
              <a:rPr lang="en" sz="1600">
                <a:latin typeface="McLaren"/>
                <a:ea typeface="McLaren"/>
                <a:cs typeface="McLaren"/>
                <a:sym typeface="McLaren"/>
              </a:rPr>
              <a:t> </a:t>
            </a:r>
            <a:r>
              <a:rPr b="1" lang="en" sz="1600">
                <a:latin typeface="McLaren"/>
                <a:ea typeface="McLaren"/>
                <a:cs typeface="McLaren"/>
                <a:sym typeface="McLaren"/>
              </a:rPr>
              <a:t>an</a:t>
            </a:r>
            <a:r>
              <a:rPr b="1" lang="en" sz="1600">
                <a:latin typeface="McLaren"/>
                <a:ea typeface="McLaren"/>
                <a:cs typeface="McLaren"/>
                <a:sym typeface="McLaren"/>
              </a:rPr>
              <a:t>notate</a:t>
            </a:r>
            <a:r>
              <a:rPr b="1" lang="en" sz="1600">
                <a:latin typeface="McLaren"/>
                <a:ea typeface="McLaren"/>
                <a:cs typeface="McLaren"/>
                <a:sym typeface="McLaren"/>
              </a:rPr>
              <a:t> </a:t>
            </a:r>
            <a:r>
              <a:rPr lang="en" sz="1600">
                <a:latin typeface="McLaren"/>
                <a:ea typeface="McLaren"/>
                <a:cs typeface="McLaren"/>
                <a:sym typeface="McLaren"/>
              </a:rPr>
              <a:t>the article “Molecules Cells Need.” </a:t>
            </a:r>
            <a:r>
              <a:rPr lang="en" sz="1600">
                <a:latin typeface="McLaren"/>
                <a:ea typeface="McLaren"/>
                <a:cs typeface="McLaren"/>
                <a:sym typeface="McLaren"/>
              </a:rPr>
              <a:t>then </a:t>
            </a:r>
            <a:r>
              <a:rPr b="1" lang="en" sz="1600">
                <a:latin typeface="McLaren"/>
                <a:ea typeface="McLaren"/>
                <a:cs typeface="McLaren"/>
                <a:sym typeface="McLaren"/>
              </a:rPr>
              <a:t>answer</a:t>
            </a:r>
            <a:r>
              <a:rPr lang="en" sz="1600">
                <a:latin typeface="McLaren"/>
                <a:ea typeface="McLaren"/>
                <a:cs typeface="McLaren"/>
                <a:sym typeface="McLaren"/>
              </a:rPr>
              <a:t> the article questions on the handout.</a:t>
            </a:r>
            <a:endParaRPr sz="1600">
              <a:latin typeface="McLaren"/>
              <a:ea typeface="McLaren"/>
              <a:cs typeface="McLaren"/>
              <a:sym typeface="McLaren"/>
            </a:endParaRPr>
          </a:p>
          <a:p>
            <a:pPr indent="0" lvl="0" marL="0" rtl="0" algn="l">
              <a:spcBef>
                <a:spcPts val="1600"/>
              </a:spcBef>
              <a:spcAft>
                <a:spcPts val="1600"/>
              </a:spcAft>
              <a:buNone/>
            </a:pPr>
            <a:r>
              <a:rPr lang="en" sz="1600">
                <a:latin typeface="McLaren"/>
                <a:ea typeface="McLaren"/>
                <a:cs typeface="McLaren"/>
                <a:sym typeface="McLaren"/>
              </a:rPr>
              <a:t>Reading this article will help us investigate why Elisa is feeling so tired all the time.</a:t>
            </a:r>
            <a:endParaRPr sz="1600">
              <a:latin typeface="McLaren"/>
              <a:ea typeface="McLaren"/>
              <a:cs typeface="McLaren"/>
              <a:sym typeface="McLaren"/>
            </a:endParaRPr>
          </a:p>
        </p:txBody>
      </p:sp>
      <p:pic>
        <p:nvPicPr>
          <p:cNvPr id="731" name="Google Shape;731;p101"/>
          <p:cNvPicPr preferRelativeResize="0"/>
          <p:nvPr/>
        </p:nvPicPr>
        <p:blipFill>
          <a:blip r:embed="rId3">
            <a:alphaModFix/>
          </a:blip>
          <a:stretch>
            <a:fillRect/>
          </a:stretch>
        </p:blipFill>
        <p:spPr>
          <a:xfrm>
            <a:off x="5638575" y="1189311"/>
            <a:ext cx="2673127" cy="3360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0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800">
                <a:solidFill>
                  <a:srgbClr val="000000"/>
                </a:solidFill>
                <a:latin typeface="McLaren"/>
                <a:ea typeface="McLaren"/>
                <a:cs typeface="McLaren"/>
                <a:sym typeface="McLaren"/>
              </a:rPr>
              <a:t>‹#›</a:t>
            </a:fld>
            <a:endParaRPr sz="1800">
              <a:solidFill>
                <a:srgbClr val="000000"/>
              </a:solidFill>
              <a:latin typeface="McLaren"/>
              <a:ea typeface="McLaren"/>
              <a:cs typeface="McLaren"/>
              <a:sym typeface="McLaren"/>
            </a:endParaRPr>
          </a:p>
        </p:txBody>
      </p:sp>
      <p:sp>
        <p:nvSpPr>
          <p:cNvPr id="737" name="Google Shape;737;p102"/>
          <p:cNvSpPr txBox="1"/>
          <p:nvPr/>
        </p:nvSpPr>
        <p:spPr>
          <a:xfrm>
            <a:off x="865175" y="1028700"/>
            <a:ext cx="4744500" cy="3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McLaren"/>
                <a:ea typeface="McLaren"/>
                <a:cs typeface="McLaren"/>
                <a:sym typeface="McLaren"/>
              </a:rPr>
              <a:t>Where does the body get each of these molecules?</a:t>
            </a:r>
            <a:endParaRPr sz="2000">
              <a:latin typeface="McLaren"/>
              <a:ea typeface="McLaren"/>
              <a:cs typeface="McLaren"/>
              <a:sym typeface="McLaren"/>
            </a:endParaRPr>
          </a:p>
          <a:p>
            <a:pPr indent="-218440" lvl="0" marL="320040" rtl="0" algn="l">
              <a:spcBef>
                <a:spcPts val="2000"/>
              </a:spcBef>
              <a:spcAft>
                <a:spcPts val="0"/>
              </a:spcAft>
              <a:buClr>
                <a:srgbClr val="000000"/>
              </a:buClr>
              <a:buSzPts val="2000"/>
              <a:buFont typeface="Roboto"/>
              <a:buChar char="●"/>
            </a:pPr>
            <a:r>
              <a:rPr b="1" lang="en" sz="2000">
                <a:latin typeface="McLaren"/>
                <a:ea typeface="McLaren"/>
                <a:cs typeface="McLaren"/>
                <a:sym typeface="McLaren"/>
              </a:rPr>
              <a:t>glucose</a:t>
            </a:r>
            <a:r>
              <a:rPr lang="en" sz="2000">
                <a:latin typeface="McLaren"/>
                <a:ea typeface="McLaren"/>
                <a:cs typeface="McLaren"/>
                <a:sym typeface="McLaren"/>
              </a:rPr>
              <a:t> molecules</a:t>
            </a:r>
            <a:endParaRPr sz="2000">
              <a:latin typeface="McLaren"/>
              <a:ea typeface="McLaren"/>
              <a:cs typeface="McLaren"/>
              <a:sym typeface="McLaren"/>
            </a:endParaRPr>
          </a:p>
          <a:p>
            <a:pPr indent="-218440" lvl="0" marL="320040" rtl="0" algn="l">
              <a:spcBef>
                <a:spcPts val="0"/>
              </a:spcBef>
              <a:spcAft>
                <a:spcPts val="0"/>
              </a:spcAft>
              <a:buClr>
                <a:srgbClr val="000000"/>
              </a:buClr>
              <a:buSzPts val="2000"/>
              <a:buFont typeface="Roboto"/>
              <a:buChar char="●"/>
            </a:pPr>
            <a:r>
              <a:rPr b="1" lang="en" sz="2000">
                <a:latin typeface="McLaren"/>
                <a:ea typeface="McLaren"/>
                <a:cs typeface="McLaren"/>
                <a:sym typeface="McLaren"/>
              </a:rPr>
              <a:t>amino acid</a:t>
            </a:r>
            <a:r>
              <a:rPr lang="en" sz="2000">
                <a:latin typeface="McLaren"/>
                <a:ea typeface="McLaren"/>
                <a:cs typeface="McLaren"/>
                <a:sym typeface="McLaren"/>
              </a:rPr>
              <a:t> molecules</a:t>
            </a:r>
            <a:endParaRPr sz="2000">
              <a:latin typeface="McLaren"/>
              <a:ea typeface="McLaren"/>
              <a:cs typeface="McLaren"/>
              <a:sym typeface="McLaren"/>
            </a:endParaRPr>
          </a:p>
          <a:p>
            <a:pPr indent="-218440" lvl="0" marL="320040" rtl="0" algn="l">
              <a:spcBef>
                <a:spcPts val="0"/>
              </a:spcBef>
              <a:spcAft>
                <a:spcPts val="0"/>
              </a:spcAft>
              <a:buClr>
                <a:srgbClr val="000000"/>
              </a:buClr>
              <a:buSzPts val="2000"/>
              <a:buFont typeface="Roboto"/>
              <a:buChar char="●"/>
            </a:pPr>
            <a:r>
              <a:rPr b="1" lang="en" sz="2000">
                <a:latin typeface="McLaren"/>
                <a:ea typeface="McLaren"/>
                <a:cs typeface="McLaren"/>
                <a:sym typeface="McLaren"/>
              </a:rPr>
              <a:t>oxygen </a:t>
            </a:r>
            <a:r>
              <a:rPr lang="en" sz="2000">
                <a:latin typeface="McLaren"/>
                <a:ea typeface="McLaren"/>
                <a:cs typeface="McLaren"/>
                <a:sym typeface="McLaren"/>
              </a:rPr>
              <a:t>molecules</a:t>
            </a:r>
            <a:endParaRPr sz="2000">
              <a:latin typeface="McLaren"/>
              <a:ea typeface="McLaren"/>
              <a:cs typeface="McLaren"/>
              <a:sym typeface="McLaren"/>
            </a:endParaRPr>
          </a:p>
          <a:p>
            <a:pPr indent="0" lvl="0" marL="0" rtl="0" algn="l">
              <a:spcBef>
                <a:spcPts val="2000"/>
              </a:spcBef>
              <a:spcAft>
                <a:spcPts val="2000"/>
              </a:spcAft>
              <a:buNone/>
            </a:pPr>
            <a:r>
              <a:rPr lang="en" sz="2000">
                <a:latin typeface="McLaren"/>
                <a:ea typeface="McLaren"/>
                <a:cs typeface="McLaren"/>
                <a:sym typeface="McLaren"/>
              </a:rPr>
              <a:t>What do you think </a:t>
            </a:r>
            <a:r>
              <a:rPr lang="en" sz="2000">
                <a:latin typeface="McLaren"/>
                <a:ea typeface="McLaren"/>
                <a:cs typeface="McLaren"/>
                <a:sym typeface="McLaren"/>
              </a:rPr>
              <a:t>would</a:t>
            </a:r>
            <a:r>
              <a:rPr lang="en" sz="2000">
                <a:latin typeface="McLaren"/>
                <a:ea typeface="McLaren"/>
                <a:cs typeface="McLaren"/>
                <a:sym typeface="McLaren"/>
              </a:rPr>
              <a:t> happen if the human body doesn’t take in one or all of these </a:t>
            </a:r>
            <a:r>
              <a:rPr b="1" lang="en" sz="2000">
                <a:latin typeface="McLaren"/>
                <a:ea typeface="McLaren"/>
                <a:cs typeface="McLaren"/>
                <a:sym typeface="McLaren"/>
              </a:rPr>
              <a:t>molecules? Why</a:t>
            </a:r>
            <a:r>
              <a:rPr lang="en" sz="2000">
                <a:latin typeface="McLaren"/>
                <a:ea typeface="McLaren"/>
                <a:cs typeface="McLaren"/>
                <a:sym typeface="McLaren"/>
              </a:rPr>
              <a:t> do you think this?</a:t>
            </a:r>
            <a:endParaRPr sz="2000">
              <a:latin typeface="McLaren"/>
              <a:ea typeface="McLaren"/>
              <a:cs typeface="McLaren"/>
              <a:sym typeface="McLaren"/>
            </a:endParaRPr>
          </a:p>
        </p:txBody>
      </p:sp>
      <p:pic>
        <p:nvPicPr>
          <p:cNvPr id="738" name="Google Shape;738;p102"/>
          <p:cNvPicPr preferRelativeResize="0"/>
          <p:nvPr/>
        </p:nvPicPr>
        <p:blipFill>
          <a:blip r:embed="rId3">
            <a:alphaModFix/>
          </a:blip>
          <a:stretch>
            <a:fillRect/>
          </a:stretch>
        </p:blipFill>
        <p:spPr>
          <a:xfrm>
            <a:off x="5682175" y="1203407"/>
            <a:ext cx="2673450" cy="3360725"/>
          </a:xfrm>
          <a:prstGeom prst="rect">
            <a:avLst/>
          </a:prstGeom>
          <a:noFill/>
          <a:ln>
            <a:noFill/>
          </a:ln>
        </p:spPr>
      </p:pic>
      <p:sp>
        <p:nvSpPr>
          <p:cNvPr id="739" name="Google Shape;739;p102"/>
          <p:cNvSpPr txBox="1"/>
          <p:nvPr/>
        </p:nvSpPr>
        <p:spPr>
          <a:xfrm>
            <a:off x="929889" y="494008"/>
            <a:ext cx="752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latin typeface="McLaren"/>
                <a:ea typeface="McLaren"/>
                <a:cs typeface="McLaren"/>
                <a:sym typeface="McLaren"/>
              </a:rPr>
              <a:t>Reading "Molecules Cells Need"</a:t>
            </a:r>
            <a:endParaRPr b="1" sz="3600">
              <a:latin typeface="McLaren"/>
              <a:ea typeface="McLaren"/>
              <a:cs typeface="McLaren"/>
              <a:sym typeface="McLare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3" name="Shape 743"/>
        <p:cNvGrpSpPr/>
        <p:nvPr/>
      </p:nvGrpSpPr>
      <p:grpSpPr>
        <a:xfrm>
          <a:off x="0" y="0"/>
          <a:ext cx="0" cy="0"/>
          <a:chOff x="0" y="0"/>
          <a:chExt cx="0" cy="0"/>
        </a:xfrm>
      </p:grpSpPr>
      <p:sp>
        <p:nvSpPr>
          <p:cNvPr id="744" name="Google Shape;744;p10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45" name="Google Shape;745;p103"/>
          <p:cNvSpPr txBox="1"/>
          <p:nvPr/>
        </p:nvSpPr>
        <p:spPr>
          <a:xfrm>
            <a:off x="770083" y="624794"/>
            <a:ext cx="5580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latin typeface="McLaren"/>
                <a:ea typeface="McLaren"/>
                <a:cs typeface="McLaren"/>
                <a:sym typeface="McLaren"/>
              </a:rPr>
              <a:t>Modeling Molecules in a Healthy Cell</a:t>
            </a:r>
            <a:endParaRPr b="1" sz="2300">
              <a:latin typeface="McLaren"/>
              <a:ea typeface="McLaren"/>
              <a:cs typeface="McLaren"/>
              <a:sym typeface="McLaren"/>
            </a:endParaRPr>
          </a:p>
        </p:txBody>
      </p:sp>
      <p:sp>
        <p:nvSpPr>
          <p:cNvPr id="746" name="Google Shape;746;p103"/>
          <p:cNvSpPr txBox="1"/>
          <p:nvPr/>
        </p:nvSpPr>
        <p:spPr>
          <a:xfrm>
            <a:off x="839075" y="1067775"/>
            <a:ext cx="5798100" cy="360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McLaren"/>
                <a:ea typeface="McLaren"/>
                <a:cs typeface="McLaren"/>
                <a:sym typeface="McLaren"/>
              </a:rPr>
              <a:t>Before we can diagnose Elisa, we need to understand more about what’s happening in a healthy body. We’ll make </a:t>
            </a:r>
            <a:r>
              <a:rPr b="1" lang="en" sz="2100">
                <a:latin typeface="McLaren"/>
                <a:ea typeface="McLaren"/>
                <a:cs typeface="McLaren"/>
                <a:sym typeface="McLaren"/>
              </a:rPr>
              <a:t>models</a:t>
            </a:r>
            <a:r>
              <a:rPr lang="en" sz="2100">
                <a:latin typeface="McLaren"/>
                <a:ea typeface="McLaren"/>
                <a:cs typeface="McLaren"/>
                <a:sym typeface="McLaren"/>
              </a:rPr>
              <a:t> to show which molecules are found in a healthy cell.</a:t>
            </a:r>
            <a:endParaRPr sz="2100">
              <a:latin typeface="McLaren"/>
              <a:ea typeface="McLaren"/>
              <a:cs typeface="McLaren"/>
              <a:sym typeface="McLaren"/>
            </a:endParaRPr>
          </a:p>
          <a:p>
            <a:pPr indent="0" lvl="0" marL="0" rtl="0" algn="l">
              <a:spcBef>
                <a:spcPts val="2000"/>
              </a:spcBef>
              <a:spcAft>
                <a:spcPts val="0"/>
              </a:spcAft>
              <a:buNone/>
            </a:pPr>
            <a:r>
              <a:rPr lang="en" sz="2100">
                <a:latin typeface="McLaren"/>
                <a:ea typeface="McLaren"/>
                <a:cs typeface="McLaren"/>
                <a:sym typeface="McLaren"/>
              </a:rPr>
              <a:t>We’ll use a </a:t>
            </a:r>
            <a:r>
              <a:rPr b="1" lang="en" sz="2100">
                <a:latin typeface="McLaren"/>
                <a:ea typeface="McLaren"/>
                <a:cs typeface="McLaren"/>
                <a:sym typeface="McLaren"/>
              </a:rPr>
              <a:t>digital tool</a:t>
            </a:r>
            <a:r>
              <a:rPr lang="en" sz="2100">
                <a:latin typeface="McLaren"/>
                <a:ea typeface="McLaren"/>
                <a:cs typeface="McLaren"/>
                <a:sym typeface="McLaren"/>
              </a:rPr>
              <a:t> called the </a:t>
            </a:r>
            <a:r>
              <a:rPr i="1" lang="en" sz="2100">
                <a:latin typeface="McLaren"/>
                <a:ea typeface="McLaren"/>
                <a:cs typeface="McLaren"/>
                <a:sym typeface="McLaren"/>
              </a:rPr>
              <a:t>Metabolism</a:t>
            </a:r>
            <a:r>
              <a:rPr lang="en" sz="2100">
                <a:latin typeface="McLaren"/>
                <a:ea typeface="McLaren"/>
                <a:cs typeface="McLaren"/>
                <a:sym typeface="McLaren"/>
              </a:rPr>
              <a:t> Modeling Tool.</a:t>
            </a:r>
            <a:endParaRPr sz="2100">
              <a:latin typeface="McLaren"/>
              <a:ea typeface="McLaren"/>
              <a:cs typeface="McLaren"/>
              <a:sym typeface="McLaren"/>
            </a:endParaRPr>
          </a:p>
          <a:p>
            <a:pPr indent="0" lvl="0" marL="0" rtl="0" algn="l">
              <a:spcBef>
                <a:spcPts val="2000"/>
              </a:spcBef>
              <a:spcAft>
                <a:spcPts val="2000"/>
              </a:spcAft>
              <a:buNone/>
            </a:pPr>
            <a:r>
              <a:rPr lang="en" sz="2100">
                <a:latin typeface="McLaren"/>
                <a:ea typeface="McLaren"/>
                <a:cs typeface="McLaren"/>
                <a:sym typeface="McLaren"/>
              </a:rPr>
              <a:t>Scientists often use </a:t>
            </a:r>
            <a:r>
              <a:rPr b="1" lang="en" sz="2100">
                <a:latin typeface="McLaren"/>
                <a:ea typeface="McLaren"/>
                <a:cs typeface="McLaren"/>
                <a:sym typeface="McLaren"/>
              </a:rPr>
              <a:t>models</a:t>
            </a:r>
            <a:r>
              <a:rPr lang="en" sz="2100">
                <a:latin typeface="McLaren"/>
                <a:ea typeface="McLaren"/>
                <a:cs typeface="McLaren"/>
                <a:sym typeface="McLaren"/>
              </a:rPr>
              <a:t> to work out their ideas and share them with others.</a:t>
            </a:r>
            <a:endParaRPr sz="2100">
              <a:latin typeface="McLaren"/>
              <a:ea typeface="McLaren"/>
              <a:cs typeface="McLaren"/>
              <a:sym typeface="McLaren"/>
            </a:endParaRPr>
          </a:p>
        </p:txBody>
      </p:sp>
      <p:pic>
        <p:nvPicPr>
          <p:cNvPr descr="Screenshot of Metabolism Modeling Tool. " id="747" name="Google Shape;747;p103">
            <a:hlinkClick r:id="rId3"/>
          </p:cNvPr>
          <p:cNvPicPr preferRelativeResize="0"/>
          <p:nvPr/>
        </p:nvPicPr>
        <p:blipFill>
          <a:blip r:embed="rId4">
            <a:alphaModFix/>
          </a:blip>
          <a:stretch>
            <a:fillRect/>
          </a:stretch>
        </p:blipFill>
        <p:spPr>
          <a:xfrm>
            <a:off x="6637120" y="824200"/>
            <a:ext cx="2168924" cy="16284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10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descr="Video demonstrating how to use the modeling tool" id="753" name="Google Shape;753;p104" title="MSSCI_MET_NA_CS_20102.mp4">
            <a:hlinkClick r:id="rId3"/>
          </p:cNvPr>
          <p:cNvPicPr preferRelativeResize="0"/>
          <p:nvPr/>
        </p:nvPicPr>
        <p:blipFill>
          <a:blip r:embed="rId4">
            <a:alphaModFix/>
          </a:blip>
          <a:stretch>
            <a:fillRect/>
          </a:stretch>
        </p:blipFill>
        <p:spPr>
          <a:xfrm>
            <a:off x="929698" y="467575"/>
            <a:ext cx="7482322" cy="4208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05"/>
          <p:cNvSpPr txBox="1"/>
          <p:nvPr>
            <p:ph idx="4294967295" type="body"/>
          </p:nvPr>
        </p:nvSpPr>
        <p:spPr>
          <a:xfrm>
            <a:off x="2938752" y="1241550"/>
            <a:ext cx="3106800" cy="20727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100">
                <a:solidFill>
                  <a:srgbClr val="000000"/>
                </a:solidFill>
                <a:latin typeface="McLaren"/>
                <a:ea typeface="McLaren"/>
                <a:cs typeface="McLaren"/>
                <a:sym typeface="McLaren"/>
              </a:rPr>
              <a:t>Key Concept #1:</a:t>
            </a:r>
            <a:endParaRPr b="1" sz="21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400">
                <a:solidFill>
                  <a:srgbClr val="2F2F2F"/>
                </a:solidFill>
                <a:latin typeface="Loved by the King"/>
                <a:ea typeface="Loved by the King"/>
                <a:cs typeface="Loved by the King"/>
                <a:sym typeface="Loved by the King"/>
              </a:rPr>
              <a:t>A functioning human body has molecules from food (glucose and amino acids) and molecules from air (oxygen) in its cells.</a:t>
            </a:r>
            <a:endParaRPr sz="2800">
              <a:solidFill>
                <a:srgbClr val="434343"/>
              </a:solidFill>
              <a:latin typeface="Loved by the King"/>
              <a:ea typeface="Loved by the King"/>
              <a:cs typeface="Loved by the King"/>
              <a:sym typeface="Loved by the King"/>
            </a:endParaRPr>
          </a:p>
          <a:p>
            <a:pPr indent="0" lvl="0" marL="0" rtl="0" algn="l">
              <a:lnSpc>
                <a:spcPct val="100000"/>
              </a:lnSpc>
              <a:spcBef>
                <a:spcPts val="0"/>
              </a:spcBef>
              <a:spcAft>
                <a:spcPts val="0"/>
              </a:spcAft>
              <a:buNone/>
            </a:pPr>
            <a:r>
              <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0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64" name="Google Shape;764;p106"/>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65" name="Google Shape;765;p106"/>
          <p:cNvSpPr txBox="1"/>
          <p:nvPr/>
        </p:nvSpPr>
        <p:spPr>
          <a:xfrm>
            <a:off x="829254" y="552127"/>
            <a:ext cx="8133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latin typeface="McLaren"/>
                <a:ea typeface="McLaren"/>
                <a:cs typeface="McLaren"/>
                <a:sym typeface="McLaren"/>
              </a:rPr>
              <a:t>Evaluating New Evidence About Elisa</a:t>
            </a:r>
            <a:endParaRPr b="1" sz="3100">
              <a:latin typeface="McLaren"/>
              <a:ea typeface="McLaren"/>
              <a:cs typeface="McLaren"/>
              <a:sym typeface="McLaren"/>
            </a:endParaRPr>
          </a:p>
        </p:txBody>
      </p:sp>
      <p:pic>
        <p:nvPicPr>
          <p:cNvPr descr="Screenshot of email.&#10;To: Medical Students&#10;From: Dr. Walker, MD&#10;Subject: Elisa Rodriguez&#10;As you know, we are trying to diagnose why Elisa Rodriguez is so tired. We are running some tests on her, and we also asked her to keep journals to record her eating and sleeping patterns. We want to know if the cause of her problems may be lack of sleep or not eating the right foods.&#10;We've just received the first set of evidence from Elisa's journals. We need you to evaluate the quality of this evidence to see if it can help us understand what is wrong with Elisa. If the evidence is not high enough quality, we may not be able to use it. " id="766" name="Google Shape;766;p106"/>
          <p:cNvPicPr preferRelativeResize="0"/>
          <p:nvPr/>
        </p:nvPicPr>
        <p:blipFill rotWithShape="1">
          <a:blip r:embed="rId3">
            <a:alphaModFix/>
          </a:blip>
          <a:srcRect b="7944" l="4843" r="5462" t="9220"/>
          <a:stretch/>
        </p:blipFill>
        <p:spPr>
          <a:xfrm>
            <a:off x="989100" y="1141277"/>
            <a:ext cx="7333961" cy="34624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0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72" name="Google Shape;772;p107"/>
          <p:cNvSpPr txBox="1"/>
          <p:nvPr/>
        </p:nvSpPr>
        <p:spPr>
          <a:xfrm>
            <a:off x="5406775" y="1104225"/>
            <a:ext cx="2896200" cy="250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latin typeface="Loved by the King"/>
                <a:ea typeface="Loved by the King"/>
                <a:cs typeface="Loved by the King"/>
                <a:sym typeface="Loved by the King"/>
              </a:rPr>
              <a:t>Evidence is higher quality when it is based on more data because there can be more confidence in the patterns seen in the data.</a:t>
            </a:r>
            <a:endParaRPr sz="2700">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4500">
              <a:solidFill>
                <a:srgbClr val="434343"/>
              </a:solidFill>
              <a:latin typeface="Loved by the King"/>
              <a:ea typeface="Loved by the King"/>
              <a:cs typeface="Loved by the King"/>
              <a:sym typeface="Loved by the King"/>
            </a:endParaRPr>
          </a:p>
        </p:txBody>
      </p:sp>
      <p:sp>
        <p:nvSpPr>
          <p:cNvPr id="773" name="Google Shape;773;p107"/>
          <p:cNvSpPr txBox="1"/>
          <p:nvPr/>
        </p:nvSpPr>
        <p:spPr>
          <a:xfrm>
            <a:off x="883250" y="1731650"/>
            <a:ext cx="3990900" cy="2746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McLaren"/>
              <a:buChar char="➔"/>
            </a:pPr>
            <a:r>
              <a:rPr lang="en" sz="2200">
                <a:latin typeface="McLaren"/>
                <a:ea typeface="McLaren"/>
                <a:cs typeface="McLaren"/>
                <a:sym typeface="McLaren"/>
              </a:rPr>
              <a:t>With </a:t>
            </a:r>
            <a:r>
              <a:rPr b="1" lang="en" sz="2200">
                <a:latin typeface="McLaren"/>
                <a:ea typeface="McLaren"/>
                <a:cs typeface="McLaren"/>
                <a:sym typeface="McLaren"/>
              </a:rPr>
              <a:t>more data</a:t>
            </a:r>
            <a:r>
              <a:rPr lang="en" sz="2200">
                <a:latin typeface="McLaren"/>
                <a:ea typeface="McLaren"/>
                <a:cs typeface="McLaren"/>
                <a:sym typeface="McLaren"/>
              </a:rPr>
              <a:t>, you can trust the patterns that you see.</a:t>
            </a:r>
            <a:endParaRPr sz="2200">
              <a:latin typeface="McLaren"/>
              <a:ea typeface="McLaren"/>
              <a:cs typeface="McLaren"/>
              <a:sym typeface="McLaren"/>
            </a:endParaRPr>
          </a:p>
          <a:p>
            <a:pPr indent="-298450" lvl="0" marL="457200" rtl="0" algn="l">
              <a:spcBef>
                <a:spcPts val="2000"/>
              </a:spcBef>
              <a:spcAft>
                <a:spcPts val="2000"/>
              </a:spcAft>
              <a:buSzPts val="1100"/>
              <a:buFont typeface="McLaren"/>
              <a:buChar char="➔"/>
            </a:pPr>
            <a:r>
              <a:rPr lang="en" sz="2200">
                <a:latin typeface="McLaren"/>
                <a:ea typeface="McLaren"/>
                <a:cs typeface="McLaren"/>
                <a:sym typeface="McLaren"/>
              </a:rPr>
              <a:t>We will use this criterion to </a:t>
            </a:r>
            <a:r>
              <a:rPr b="1" lang="en" sz="2200">
                <a:latin typeface="McLaren"/>
                <a:ea typeface="McLaren"/>
                <a:cs typeface="McLaren"/>
                <a:sym typeface="McLaren"/>
              </a:rPr>
              <a:t>evaluate evidence.</a:t>
            </a:r>
            <a:endParaRPr sz="1100">
              <a:latin typeface="McLaren"/>
              <a:ea typeface="McLaren"/>
              <a:cs typeface="McLaren"/>
              <a:sym typeface="McLaren"/>
            </a:endParaRPr>
          </a:p>
        </p:txBody>
      </p:sp>
      <p:sp>
        <p:nvSpPr>
          <p:cNvPr id="774" name="Google Shape;774;p107"/>
          <p:cNvSpPr txBox="1"/>
          <p:nvPr/>
        </p:nvSpPr>
        <p:spPr>
          <a:xfrm>
            <a:off x="916431" y="711950"/>
            <a:ext cx="4132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McLaren"/>
                <a:ea typeface="McLaren"/>
                <a:cs typeface="McLaren"/>
                <a:sym typeface="McLaren"/>
              </a:rPr>
              <a:t>Evaluating New </a:t>
            </a:r>
            <a:endParaRPr b="1" sz="2800">
              <a:latin typeface="McLaren"/>
              <a:ea typeface="McLaren"/>
              <a:cs typeface="McLaren"/>
              <a:sym typeface="McLaren"/>
            </a:endParaRPr>
          </a:p>
          <a:p>
            <a:pPr indent="0" lvl="0" marL="0" rtl="0" algn="l">
              <a:spcBef>
                <a:spcPts val="0"/>
              </a:spcBef>
              <a:spcAft>
                <a:spcPts val="0"/>
              </a:spcAft>
              <a:buNone/>
            </a:pPr>
            <a:r>
              <a:rPr b="1" lang="en" sz="2800">
                <a:latin typeface="McLaren"/>
                <a:ea typeface="McLaren"/>
                <a:cs typeface="McLaren"/>
                <a:sym typeface="McLaren"/>
              </a:rPr>
              <a:t>Evidence About Elisa</a:t>
            </a:r>
            <a:endParaRPr b="1" sz="2800">
              <a:latin typeface="McLaren"/>
              <a:ea typeface="McLaren"/>
              <a:cs typeface="McLaren"/>
              <a:sym typeface="McLare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0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80" name="Google Shape;780;p108"/>
          <p:cNvSpPr txBox="1"/>
          <p:nvPr/>
        </p:nvSpPr>
        <p:spPr>
          <a:xfrm>
            <a:off x="915375" y="1156600"/>
            <a:ext cx="4345500" cy="313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McLaren"/>
                <a:ea typeface="McLaren"/>
                <a:cs typeface="McLaren"/>
                <a:sym typeface="McLaren"/>
              </a:rPr>
              <a:t>If a piece of evidence is </a:t>
            </a:r>
            <a:r>
              <a:rPr b="1" lang="en" sz="2500">
                <a:latin typeface="McLaren"/>
                <a:ea typeface="McLaren"/>
                <a:cs typeface="McLaren"/>
                <a:sym typeface="McLaren"/>
              </a:rPr>
              <a:t>high-quality</a:t>
            </a:r>
            <a:r>
              <a:rPr lang="en" sz="2500">
                <a:latin typeface="McLaren"/>
                <a:ea typeface="McLaren"/>
                <a:cs typeface="McLaren"/>
                <a:sym typeface="McLaren"/>
              </a:rPr>
              <a:t> (enough data), you’ll place it at the top. </a:t>
            </a:r>
            <a:endParaRPr sz="2500">
              <a:latin typeface="McLaren"/>
              <a:ea typeface="McLaren"/>
              <a:cs typeface="McLaren"/>
              <a:sym typeface="McLaren"/>
            </a:endParaRPr>
          </a:p>
          <a:p>
            <a:pPr indent="0" lvl="0" marL="0" rtl="0" algn="l">
              <a:spcBef>
                <a:spcPts val="2000"/>
              </a:spcBef>
              <a:spcAft>
                <a:spcPts val="2000"/>
              </a:spcAft>
              <a:buNone/>
            </a:pPr>
            <a:r>
              <a:rPr lang="en" sz="2500">
                <a:latin typeface="McLaren"/>
                <a:ea typeface="McLaren"/>
                <a:cs typeface="McLaren"/>
                <a:sym typeface="McLaren"/>
              </a:rPr>
              <a:t>If it is </a:t>
            </a:r>
            <a:r>
              <a:rPr b="1" lang="en" sz="2500">
                <a:latin typeface="McLaren"/>
                <a:ea typeface="McLaren"/>
                <a:cs typeface="McLaren"/>
                <a:sym typeface="McLaren"/>
              </a:rPr>
              <a:t>low-quality</a:t>
            </a:r>
            <a:r>
              <a:rPr lang="en" sz="2500">
                <a:latin typeface="McLaren"/>
                <a:ea typeface="McLaren"/>
                <a:cs typeface="McLaren"/>
                <a:sym typeface="McLaren"/>
              </a:rPr>
              <a:t> (not enough data), you’ll place it at the bottom.</a:t>
            </a:r>
            <a:endParaRPr sz="2500">
              <a:latin typeface="McLaren"/>
              <a:ea typeface="McLaren"/>
              <a:cs typeface="McLaren"/>
              <a:sym typeface="McLaren"/>
            </a:endParaRPr>
          </a:p>
        </p:txBody>
      </p:sp>
      <p:pic>
        <p:nvPicPr>
          <p:cNvPr descr="Screenshot of Evidence Gradient. One arrow points to top dark gray box. Another arrow points to the bottom light gray box." id="781" name="Google Shape;781;p108"/>
          <p:cNvPicPr preferRelativeResize="0"/>
          <p:nvPr/>
        </p:nvPicPr>
        <p:blipFill rotWithShape="1">
          <a:blip r:embed="rId3">
            <a:alphaModFix/>
          </a:blip>
          <a:srcRect b="1615" l="0" r="0" t="1654"/>
          <a:stretch/>
        </p:blipFill>
        <p:spPr>
          <a:xfrm>
            <a:off x="5489675" y="1075768"/>
            <a:ext cx="2434658" cy="3600763"/>
          </a:xfrm>
          <a:prstGeom prst="rect">
            <a:avLst/>
          </a:prstGeom>
          <a:noFill/>
          <a:ln>
            <a:noFill/>
          </a:ln>
        </p:spPr>
      </p:pic>
      <p:pic>
        <p:nvPicPr>
          <p:cNvPr id="782" name="Google Shape;782;p108"/>
          <p:cNvPicPr preferRelativeResize="0"/>
          <p:nvPr/>
        </p:nvPicPr>
        <p:blipFill rotWithShape="1">
          <a:blip r:embed="rId4">
            <a:alphaModFix/>
          </a:blip>
          <a:srcRect b="3541" l="1574" r="1873" t="3513"/>
          <a:stretch/>
        </p:blipFill>
        <p:spPr>
          <a:xfrm rot="4106621">
            <a:off x="7684857" y="1372447"/>
            <a:ext cx="737104" cy="515843"/>
          </a:xfrm>
          <a:prstGeom prst="rect">
            <a:avLst/>
          </a:prstGeom>
          <a:noFill/>
          <a:ln>
            <a:noFill/>
          </a:ln>
        </p:spPr>
      </p:pic>
      <p:pic>
        <p:nvPicPr>
          <p:cNvPr id="783" name="Google Shape;783;p108"/>
          <p:cNvPicPr preferRelativeResize="0"/>
          <p:nvPr/>
        </p:nvPicPr>
        <p:blipFill rotWithShape="1">
          <a:blip r:embed="rId4">
            <a:alphaModFix/>
          </a:blip>
          <a:srcRect b="3541" l="1574" r="1873" t="3513"/>
          <a:stretch/>
        </p:blipFill>
        <p:spPr>
          <a:xfrm flipH="1" rot="6693379">
            <a:off x="7684857" y="3908535"/>
            <a:ext cx="737104" cy="515843"/>
          </a:xfrm>
          <a:prstGeom prst="rect">
            <a:avLst/>
          </a:prstGeom>
          <a:noFill/>
          <a:ln>
            <a:noFill/>
          </a:ln>
        </p:spPr>
      </p:pic>
      <p:sp>
        <p:nvSpPr>
          <p:cNvPr id="784" name="Google Shape;784;p108"/>
          <p:cNvSpPr txBox="1"/>
          <p:nvPr/>
        </p:nvSpPr>
        <p:spPr>
          <a:xfrm>
            <a:off x="829254" y="552127"/>
            <a:ext cx="8133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latin typeface="McLaren"/>
                <a:ea typeface="McLaren"/>
                <a:cs typeface="McLaren"/>
                <a:sym typeface="McLaren"/>
              </a:rPr>
              <a:t>Evaluating New Evidence About Elisa</a:t>
            </a:r>
            <a:endParaRPr b="1" sz="3100">
              <a:latin typeface="McLaren"/>
              <a:ea typeface="McLaren"/>
              <a:cs typeface="McLaren"/>
              <a:sym typeface="McLare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0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90" name="Google Shape;790;p109"/>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Screenshot of Evidence from Elisa.&#10;Title is Evidence from Elisa.&#10;Below are Evidence Cards A through E." id="791" name="Google Shape;791;p109"/>
          <p:cNvPicPr preferRelativeResize="0"/>
          <p:nvPr/>
        </p:nvPicPr>
        <p:blipFill rotWithShape="1">
          <a:blip r:embed="rId3">
            <a:alphaModFix/>
          </a:blip>
          <a:srcRect b="7098" l="3032" r="8307" t="22345"/>
          <a:stretch/>
        </p:blipFill>
        <p:spPr>
          <a:xfrm>
            <a:off x="625856" y="1011294"/>
            <a:ext cx="8107545" cy="3632397"/>
          </a:xfrm>
          <a:prstGeom prst="rect">
            <a:avLst/>
          </a:prstGeom>
          <a:noFill/>
          <a:ln>
            <a:noFill/>
          </a:ln>
        </p:spPr>
      </p:pic>
      <p:sp>
        <p:nvSpPr>
          <p:cNvPr id="792" name="Google Shape;792;p109"/>
          <p:cNvSpPr txBox="1"/>
          <p:nvPr/>
        </p:nvSpPr>
        <p:spPr>
          <a:xfrm>
            <a:off x="829254" y="552127"/>
            <a:ext cx="81336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latin typeface="McLaren"/>
                <a:ea typeface="McLaren"/>
                <a:cs typeface="McLaren"/>
                <a:sym typeface="McLaren"/>
              </a:rPr>
              <a:t>Evidence About Elisa</a:t>
            </a:r>
            <a:endParaRPr b="1" sz="3100">
              <a:latin typeface="McLaren"/>
              <a:ea typeface="McLaren"/>
              <a:cs typeface="McLaren"/>
              <a:sym typeface="McLare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98" name="Google Shape;798;p110"/>
          <p:cNvSpPr txBox="1"/>
          <p:nvPr/>
        </p:nvSpPr>
        <p:spPr>
          <a:xfrm>
            <a:off x="5334125" y="990650"/>
            <a:ext cx="3065100" cy="262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Loved by the King"/>
                <a:ea typeface="Loved by the King"/>
                <a:cs typeface="Loved by the King"/>
                <a:sym typeface="Loved by the King"/>
              </a:rPr>
              <a:t>Claims</a:t>
            </a:r>
            <a:endParaRPr b="1" sz="3000">
              <a:latin typeface="Loved by the King"/>
              <a:ea typeface="Loved by the King"/>
              <a:cs typeface="Loved by the King"/>
              <a:sym typeface="Loved by the King"/>
            </a:endParaRPr>
          </a:p>
          <a:p>
            <a:pPr indent="0" lvl="0" marL="0" rtl="0" algn="l">
              <a:spcBef>
                <a:spcPts val="1600"/>
              </a:spcBef>
              <a:spcAft>
                <a:spcPts val="0"/>
              </a:spcAft>
              <a:buNone/>
            </a:pPr>
            <a:r>
              <a:rPr lang="en" sz="2100">
                <a:latin typeface="Loved by the King"/>
                <a:ea typeface="Loved by the King"/>
                <a:cs typeface="Loved by the King"/>
                <a:sym typeface="Loved by the King"/>
              </a:rPr>
              <a:t>Elisa is feeling tired because she:</a:t>
            </a:r>
            <a:endParaRPr sz="2100">
              <a:latin typeface="Loved by the King"/>
              <a:ea typeface="Loved by the King"/>
              <a:cs typeface="Loved by the King"/>
              <a:sym typeface="Loved by the King"/>
            </a:endParaRPr>
          </a:p>
          <a:p>
            <a:pPr indent="-224790" lvl="0" marL="320040" rtl="0" algn="l">
              <a:spcBef>
                <a:spcPts val="1600"/>
              </a:spcBef>
              <a:spcAft>
                <a:spcPts val="0"/>
              </a:spcAft>
              <a:buSzPts val="2100"/>
              <a:buFont typeface="Loved by the King"/>
              <a:buChar char="●"/>
            </a:pPr>
            <a:r>
              <a:rPr lang="en" sz="2100">
                <a:latin typeface="Loved by the King"/>
                <a:ea typeface="Loved by the King"/>
                <a:cs typeface="Loved by the King"/>
                <a:sym typeface="Loved by the King"/>
              </a:rPr>
              <a:t>is not getting enough sleep.</a:t>
            </a:r>
            <a:endParaRPr sz="2100">
              <a:latin typeface="Loved by the King"/>
              <a:ea typeface="Loved by the King"/>
              <a:cs typeface="Loved by the King"/>
              <a:sym typeface="Loved by the King"/>
            </a:endParaRPr>
          </a:p>
          <a:p>
            <a:pPr indent="-224790" lvl="0" marL="320040" rtl="0" algn="l">
              <a:spcBef>
                <a:spcPts val="0"/>
              </a:spcBef>
              <a:spcAft>
                <a:spcPts val="0"/>
              </a:spcAft>
              <a:buSzPts val="2100"/>
              <a:buFont typeface="Loved by the King"/>
              <a:buChar char="●"/>
            </a:pPr>
            <a:r>
              <a:rPr lang="en" sz="2100">
                <a:latin typeface="Loved by the King"/>
                <a:ea typeface="Loved by the King"/>
                <a:cs typeface="Loved by the King"/>
                <a:sym typeface="Loved by the King"/>
              </a:rPr>
              <a:t>is not eating enough food or not eating the right foods.</a:t>
            </a:r>
            <a:endParaRPr sz="2100">
              <a:latin typeface="Loved by the King"/>
              <a:ea typeface="Loved by the King"/>
              <a:cs typeface="Loved by the King"/>
              <a:sym typeface="Loved by the King"/>
            </a:endParaRPr>
          </a:p>
          <a:p>
            <a:pPr indent="-224790" lvl="0" marL="320040" rtl="0" algn="l">
              <a:spcBef>
                <a:spcPts val="0"/>
              </a:spcBef>
              <a:spcAft>
                <a:spcPts val="0"/>
              </a:spcAft>
              <a:buSzPts val="2100"/>
              <a:buFont typeface="Loved by the King"/>
              <a:buChar char="●"/>
            </a:pPr>
            <a:r>
              <a:rPr lang="en" sz="2100">
                <a:latin typeface="Loved by the King"/>
                <a:ea typeface="Loved by the King"/>
                <a:cs typeface="Loved by the King"/>
                <a:sym typeface="Loved by the King"/>
              </a:rPr>
              <a:t>has a medical condition.</a:t>
            </a:r>
            <a:endParaRPr sz="3400">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5200">
              <a:solidFill>
                <a:srgbClr val="434343"/>
              </a:solidFill>
              <a:latin typeface="Loved by the King"/>
              <a:ea typeface="Loved by the King"/>
              <a:cs typeface="Loved by the King"/>
              <a:sym typeface="Loved by the King"/>
            </a:endParaRPr>
          </a:p>
        </p:txBody>
      </p:sp>
      <p:sp>
        <p:nvSpPr>
          <p:cNvPr id="799" name="Google Shape;799;p110"/>
          <p:cNvSpPr txBox="1"/>
          <p:nvPr/>
        </p:nvSpPr>
        <p:spPr>
          <a:xfrm>
            <a:off x="679835" y="1194050"/>
            <a:ext cx="4246800" cy="2746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2000"/>
              </a:spcAft>
              <a:buSzPts val="1800"/>
              <a:buFont typeface="McLaren"/>
              <a:buChar char="➔"/>
            </a:pPr>
            <a:r>
              <a:rPr lang="en" sz="2500">
                <a:latin typeface="McLaren"/>
                <a:ea typeface="McLaren"/>
                <a:cs typeface="McLaren"/>
                <a:sym typeface="McLaren"/>
              </a:rPr>
              <a:t>Let’s use what we’ve learned about healthy bodies and the evidence from Elisa’s journals to </a:t>
            </a:r>
            <a:r>
              <a:rPr b="1" lang="en" sz="2500">
                <a:latin typeface="McLaren"/>
                <a:ea typeface="McLaren"/>
                <a:cs typeface="McLaren"/>
                <a:sym typeface="McLaren"/>
              </a:rPr>
              <a:t>reconsider the claims</a:t>
            </a:r>
            <a:r>
              <a:rPr lang="en" sz="2500">
                <a:latin typeface="McLaren"/>
                <a:ea typeface="McLaren"/>
                <a:cs typeface="McLaren"/>
                <a:sym typeface="McLaren"/>
              </a:rPr>
              <a:t> about why Elisa feels tired.</a:t>
            </a:r>
            <a:endParaRPr sz="1900">
              <a:latin typeface="McLaren"/>
              <a:ea typeface="McLaren"/>
              <a:cs typeface="McLaren"/>
              <a:sym typeface="McLaren"/>
            </a:endParaRPr>
          </a:p>
        </p:txBody>
      </p:sp>
      <p:sp>
        <p:nvSpPr>
          <p:cNvPr id="800" name="Google Shape;800;p110"/>
          <p:cNvSpPr txBox="1"/>
          <p:nvPr/>
        </p:nvSpPr>
        <p:spPr>
          <a:xfrm>
            <a:off x="916431" y="711950"/>
            <a:ext cx="413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cLaren"/>
                <a:ea typeface="McLaren"/>
                <a:cs typeface="McLaren"/>
                <a:sym typeface="McLaren"/>
              </a:rPr>
              <a:t>Evaluating Claims About Elisa</a:t>
            </a:r>
            <a:endParaRPr b="1" sz="600">
              <a:latin typeface="McLaren"/>
              <a:ea typeface="McLaren"/>
              <a:cs typeface="McLaren"/>
              <a:sym typeface="McLare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06" name="Google Shape;806;p111"/>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807" name="Google Shape;807;p111"/>
          <p:cNvSpPr txBox="1"/>
          <p:nvPr/>
        </p:nvSpPr>
        <p:spPr>
          <a:xfrm>
            <a:off x="829254" y="552127"/>
            <a:ext cx="8133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latin typeface="McLaren"/>
                <a:ea typeface="McLaren"/>
                <a:cs typeface="McLaren"/>
                <a:sym typeface="McLaren"/>
              </a:rPr>
              <a:t>Evaluating Claims About Elisa</a:t>
            </a:r>
            <a:endParaRPr b="1" sz="2400">
              <a:latin typeface="McLaren"/>
              <a:ea typeface="McLaren"/>
              <a:cs typeface="McLaren"/>
              <a:sym typeface="McLaren"/>
            </a:endParaRPr>
          </a:p>
        </p:txBody>
      </p:sp>
      <p:pic>
        <p:nvPicPr>
          <p:cNvPr descr="Screenshot of student view for Evaluating Claims About Elisa" id="808" name="Google Shape;808;p111">
            <a:hlinkClick r:id="rId3"/>
          </p:cNvPr>
          <p:cNvPicPr preferRelativeResize="0"/>
          <p:nvPr/>
        </p:nvPicPr>
        <p:blipFill rotWithShape="1">
          <a:blip r:embed="rId4">
            <a:alphaModFix/>
          </a:blip>
          <a:srcRect b="-2493" l="14632" r="15759" t="17704"/>
          <a:stretch/>
        </p:blipFill>
        <p:spPr>
          <a:xfrm>
            <a:off x="1337801" y="1172177"/>
            <a:ext cx="6363970" cy="34734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14" name="Google Shape;814;p112"/>
          <p:cNvSpPr txBox="1"/>
          <p:nvPr/>
        </p:nvSpPr>
        <p:spPr>
          <a:xfrm>
            <a:off x="829254" y="552127"/>
            <a:ext cx="8133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latin typeface="McLaren"/>
                <a:ea typeface="McLaren"/>
                <a:cs typeface="McLaren"/>
                <a:sym typeface="McLaren"/>
              </a:rPr>
              <a:t>Evaluating Claims About Elisa</a:t>
            </a:r>
            <a:endParaRPr b="1" sz="2400">
              <a:latin typeface="McLaren"/>
              <a:ea typeface="McLaren"/>
              <a:cs typeface="McLaren"/>
              <a:sym typeface="McLaren"/>
            </a:endParaRPr>
          </a:p>
        </p:txBody>
      </p:sp>
      <p:pic>
        <p:nvPicPr>
          <p:cNvPr id="815" name="Google Shape;815;p112"/>
          <p:cNvPicPr preferRelativeResize="0"/>
          <p:nvPr/>
        </p:nvPicPr>
        <p:blipFill rotWithShape="1">
          <a:blip r:embed="rId3">
            <a:alphaModFix/>
          </a:blip>
          <a:srcRect b="11878" l="0" r="0" t="15161"/>
          <a:stretch/>
        </p:blipFill>
        <p:spPr>
          <a:xfrm>
            <a:off x="961250" y="1252170"/>
            <a:ext cx="7250277" cy="33272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21" name="Google Shape;821;p113"/>
          <p:cNvSpPr txBox="1"/>
          <p:nvPr/>
        </p:nvSpPr>
        <p:spPr>
          <a:xfrm>
            <a:off x="829254" y="552127"/>
            <a:ext cx="8133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latin typeface="McLaren"/>
                <a:ea typeface="McLaren"/>
                <a:cs typeface="McLaren"/>
                <a:sym typeface="McLaren"/>
              </a:rPr>
              <a:t>Evaluating Claims About Elisa</a:t>
            </a:r>
            <a:endParaRPr b="1" sz="2400">
              <a:latin typeface="McLaren"/>
              <a:ea typeface="McLaren"/>
              <a:cs typeface="McLaren"/>
              <a:sym typeface="McLaren"/>
            </a:endParaRPr>
          </a:p>
        </p:txBody>
      </p:sp>
      <p:sp>
        <p:nvSpPr>
          <p:cNvPr id="822" name="Google Shape;822;p113"/>
          <p:cNvSpPr txBox="1"/>
          <p:nvPr/>
        </p:nvSpPr>
        <p:spPr>
          <a:xfrm>
            <a:off x="960025" y="1191425"/>
            <a:ext cx="7526400" cy="324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McLaren"/>
                <a:ea typeface="McLaren"/>
                <a:cs typeface="McLaren"/>
                <a:sym typeface="McLaren"/>
              </a:rPr>
              <a:t>It looks like </a:t>
            </a:r>
            <a:r>
              <a:rPr b="1" lang="en" sz="2600">
                <a:latin typeface="McLaren"/>
                <a:ea typeface="McLaren"/>
                <a:cs typeface="McLaren"/>
                <a:sym typeface="McLaren"/>
              </a:rPr>
              <a:t>lack of</a:t>
            </a:r>
            <a:r>
              <a:rPr lang="en" sz="2600">
                <a:latin typeface="McLaren"/>
                <a:ea typeface="McLaren"/>
                <a:cs typeface="McLaren"/>
                <a:sym typeface="McLaren"/>
              </a:rPr>
              <a:t> </a:t>
            </a:r>
            <a:r>
              <a:rPr b="1" lang="en" sz="2600">
                <a:latin typeface="McLaren"/>
                <a:ea typeface="McLaren"/>
                <a:cs typeface="McLaren"/>
                <a:sym typeface="McLaren"/>
              </a:rPr>
              <a:t>sleep</a:t>
            </a:r>
            <a:r>
              <a:rPr lang="en" sz="2600">
                <a:latin typeface="McLaren"/>
                <a:ea typeface="McLaren"/>
                <a:cs typeface="McLaren"/>
                <a:sym typeface="McLaren"/>
              </a:rPr>
              <a:t> and </a:t>
            </a:r>
            <a:r>
              <a:rPr b="1" lang="en" sz="2600">
                <a:latin typeface="McLaren"/>
                <a:ea typeface="McLaren"/>
                <a:cs typeface="McLaren"/>
                <a:sym typeface="McLaren"/>
              </a:rPr>
              <a:t>poor</a:t>
            </a:r>
            <a:r>
              <a:rPr lang="en" sz="2600">
                <a:latin typeface="McLaren"/>
                <a:ea typeface="McLaren"/>
                <a:cs typeface="McLaren"/>
                <a:sym typeface="McLaren"/>
              </a:rPr>
              <a:t> </a:t>
            </a:r>
            <a:r>
              <a:rPr b="1" lang="en" sz="2600">
                <a:latin typeface="McLaren"/>
                <a:ea typeface="McLaren"/>
                <a:cs typeface="McLaren"/>
                <a:sym typeface="McLaren"/>
              </a:rPr>
              <a:t>eating</a:t>
            </a:r>
            <a:r>
              <a:rPr lang="en" sz="2600">
                <a:latin typeface="McLaren"/>
                <a:ea typeface="McLaren"/>
                <a:cs typeface="McLaren"/>
                <a:sym typeface="McLaren"/>
              </a:rPr>
              <a:t> </a:t>
            </a:r>
            <a:r>
              <a:rPr b="1" lang="en" sz="2600">
                <a:latin typeface="McLaren"/>
                <a:ea typeface="McLaren"/>
                <a:cs typeface="McLaren"/>
                <a:sym typeface="McLaren"/>
              </a:rPr>
              <a:t>habits</a:t>
            </a:r>
            <a:r>
              <a:rPr lang="en" sz="2600">
                <a:latin typeface="McLaren"/>
                <a:ea typeface="McLaren"/>
                <a:cs typeface="McLaren"/>
                <a:sym typeface="McLaren"/>
              </a:rPr>
              <a:t> do not explain Elisa’s tiredness.</a:t>
            </a:r>
            <a:endParaRPr sz="2600">
              <a:latin typeface="McLaren"/>
              <a:ea typeface="McLaren"/>
              <a:cs typeface="McLaren"/>
              <a:sym typeface="McLaren"/>
            </a:endParaRPr>
          </a:p>
          <a:p>
            <a:pPr indent="0" lvl="0" marL="0" rtl="0" algn="l">
              <a:spcBef>
                <a:spcPts val="2000"/>
              </a:spcBef>
              <a:spcAft>
                <a:spcPts val="2000"/>
              </a:spcAft>
              <a:buNone/>
            </a:pPr>
            <a:r>
              <a:rPr lang="en" sz="2600">
                <a:latin typeface="McLaren"/>
                <a:ea typeface="McLaren"/>
                <a:cs typeface="McLaren"/>
                <a:sym typeface="McLaren"/>
              </a:rPr>
              <a:t>Going forward, we’ll focus on whether Elisa has a </a:t>
            </a:r>
            <a:r>
              <a:rPr b="1" lang="en" sz="2600">
                <a:latin typeface="McLaren"/>
                <a:ea typeface="McLaren"/>
                <a:cs typeface="McLaren"/>
                <a:sym typeface="McLaren"/>
              </a:rPr>
              <a:t>medical condition</a:t>
            </a:r>
            <a:r>
              <a:rPr lang="en" sz="2600">
                <a:latin typeface="McLaren"/>
                <a:ea typeface="McLaren"/>
                <a:cs typeface="McLaren"/>
                <a:sym typeface="McLaren"/>
              </a:rPr>
              <a:t> that could be preventing the necessary molecules from getting to her cells. This might explain why she feels so tired.</a:t>
            </a:r>
            <a:endParaRPr sz="2600">
              <a:latin typeface="McLaren"/>
              <a:ea typeface="McLaren"/>
              <a:cs typeface="McLaren"/>
              <a:sym typeface="McLare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descr="Screenshot of Metabolism SIM in Healthy Body Mode" id="828" name="Google Shape;828;p114"/>
          <p:cNvPicPr preferRelativeResize="0"/>
          <p:nvPr/>
        </p:nvPicPr>
        <p:blipFill rotWithShape="1">
          <a:blip r:embed="rId3">
            <a:alphaModFix/>
          </a:blip>
          <a:srcRect b="0" l="0" r="26330" t="84325"/>
          <a:stretch/>
        </p:blipFill>
        <p:spPr>
          <a:xfrm>
            <a:off x="121200" y="1603500"/>
            <a:ext cx="8720077" cy="13915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34" name="Google Shape;834;p115"/>
          <p:cNvSpPr txBox="1"/>
          <p:nvPr/>
        </p:nvSpPr>
        <p:spPr>
          <a:xfrm>
            <a:off x="650775" y="1382950"/>
            <a:ext cx="4398000" cy="2746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2000"/>
              </a:spcAft>
              <a:buSzPts val="1100"/>
              <a:buFont typeface="McLaren"/>
              <a:buChar char="➔"/>
            </a:pPr>
            <a:r>
              <a:rPr lang="en" sz="2800">
                <a:latin typeface="McLaren"/>
                <a:ea typeface="McLaren"/>
                <a:cs typeface="McLaren"/>
                <a:sym typeface="McLaren"/>
              </a:rPr>
              <a:t>For this activity, you will </a:t>
            </a:r>
            <a:r>
              <a:rPr b="1" lang="en" sz="2800">
                <a:latin typeface="McLaren"/>
                <a:ea typeface="McLaren"/>
                <a:cs typeface="McLaren"/>
                <a:sym typeface="McLaren"/>
              </a:rPr>
              <a:t>think </a:t>
            </a:r>
            <a:r>
              <a:rPr lang="en" sz="2800">
                <a:latin typeface="McLaren"/>
                <a:ea typeface="McLaren"/>
                <a:cs typeface="McLaren"/>
                <a:sym typeface="McLaren"/>
              </a:rPr>
              <a:t>about the size of different molecules in the body and </a:t>
            </a:r>
            <a:r>
              <a:rPr b="1" lang="en" sz="2800">
                <a:latin typeface="McLaren"/>
                <a:ea typeface="McLaren"/>
                <a:cs typeface="McLaren"/>
                <a:sym typeface="McLaren"/>
              </a:rPr>
              <a:t>respond </a:t>
            </a:r>
            <a:r>
              <a:rPr lang="en" sz="2800">
                <a:latin typeface="McLaren"/>
                <a:ea typeface="McLaren"/>
                <a:cs typeface="McLaren"/>
                <a:sym typeface="McLaren"/>
              </a:rPr>
              <a:t>to some questions.</a:t>
            </a:r>
            <a:endParaRPr sz="1100">
              <a:latin typeface="McLaren"/>
              <a:ea typeface="McLaren"/>
              <a:cs typeface="McLaren"/>
              <a:sym typeface="McLaren"/>
            </a:endParaRPr>
          </a:p>
        </p:txBody>
      </p:sp>
      <p:sp>
        <p:nvSpPr>
          <p:cNvPr id="835" name="Google Shape;835;p115"/>
          <p:cNvSpPr txBox="1"/>
          <p:nvPr/>
        </p:nvSpPr>
        <p:spPr>
          <a:xfrm>
            <a:off x="916431" y="711950"/>
            <a:ext cx="413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latin typeface="McLaren"/>
                <a:ea typeface="McLaren"/>
                <a:cs typeface="McLaren"/>
                <a:sym typeface="McLaren"/>
              </a:rPr>
              <a:t>Homework pg 16</a:t>
            </a:r>
            <a:endParaRPr b="1" sz="2400">
              <a:latin typeface="McLaren"/>
              <a:ea typeface="McLaren"/>
              <a:cs typeface="McLaren"/>
              <a:sym typeface="McLaren"/>
            </a:endParaRPr>
          </a:p>
        </p:txBody>
      </p:sp>
      <p:pic>
        <p:nvPicPr>
          <p:cNvPr descr="Screenshot of Molecules key from Modeling Tool." id="836" name="Google Shape;836;p115"/>
          <p:cNvPicPr preferRelativeResize="0"/>
          <p:nvPr/>
        </p:nvPicPr>
        <p:blipFill rotWithShape="1">
          <a:blip r:embed="rId3">
            <a:alphaModFix/>
          </a:blip>
          <a:srcRect b="4535" l="15646" r="14223" t="5835"/>
          <a:stretch/>
        </p:blipFill>
        <p:spPr>
          <a:xfrm>
            <a:off x="6045400" y="881325"/>
            <a:ext cx="1903375" cy="30017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42" name="Google Shape;842;p116"/>
          <p:cNvSpPr txBox="1"/>
          <p:nvPr/>
        </p:nvSpPr>
        <p:spPr>
          <a:xfrm>
            <a:off x="650775" y="1382950"/>
            <a:ext cx="4398000" cy="27468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SzPts val="800"/>
              <a:buFont typeface="McLaren"/>
              <a:buChar char="➔"/>
            </a:pPr>
            <a:r>
              <a:rPr lang="en" sz="2500">
                <a:latin typeface="McLaren"/>
                <a:ea typeface="McLaren"/>
                <a:cs typeface="McLaren"/>
                <a:sym typeface="McLaren"/>
              </a:rPr>
              <a:t>For this activity, you will have a chance to </a:t>
            </a:r>
            <a:r>
              <a:rPr b="1" lang="en" sz="2500">
                <a:latin typeface="McLaren"/>
                <a:ea typeface="McLaren"/>
                <a:cs typeface="McLaren"/>
                <a:sym typeface="McLaren"/>
              </a:rPr>
              <a:t>reflect</a:t>
            </a:r>
            <a:r>
              <a:rPr lang="en" sz="2500">
                <a:latin typeface="McLaren"/>
                <a:ea typeface="McLaren"/>
                <a:cs typeface="McLaren"/>
                <a:sym typeface="McLaren"/>
              </a:rPr>
              <a:t> on your learning so far.</a:t>
            </a:r>
            <a:endParaRPr sz="2500">
              <a:latin typeface="McLaren"/>
              <a:ea typeface="McLaren"/>
              <a:cs typeface="McLaren"/>
              <a:sym typeface="McLaren"/>
            </a:endParaRPr>
          </a:p>
          <a:p>
            <a:pPr indent="-279400" lvl="0" marL="457200" rtl="0" algn="l">
              <a:spcBef>
                <a:spcPts val="2000"/>
              </a:spcBef>
              <a:spcAft>
                <a:spcPts val="2000"/>
              </a:spcAft>
              <a:buSzPts val="800"/>
              <a:buFont typeface="McLaren"/>
              <a:buChar char="➔"/>
            </a:pPr>
            <a:r>
              <a:rPr lang="en" sz="2500">
                <a:latin typeface="McLaren"/>
                <a:ea typeface="McLaren"/>
                <a:cs typeface="McLaren"/>
                <a:sym typeface="McLaren"/>
              </a:rPr>
              <a:t>You will revisit these questions at the end of every chapter.</a:t>
            </a:r>
            <a:endParaRPr sz="2500">
              <a:latin typeface="McLaren"/>
              <a:ea typeface="McLaren"/>
              <a:cs typeface="McLaren"/>
              <a:sym typeface="McLaren"/>
            </a:endParaRPr>
          </a:p>
        </p:txBody>
      </p:sp>
      <p:sp>
        <p:nvSpPr>
          <p:cNvPr id="843" name="Google Shape;843;p116"/>
          <p:cNvSpPr txBox="1"/>
          <p:nvPr/>
        </p:nvSpPr>
        <p:spPr>
          <a:xfrm>
            <a:off x="916431" y="711950"/>
            <a:ext cx="4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McLaren"/>
                <a:ea typeface="McLaren"/>
                <a:cs typeface="McLaren"/>
                <a:sym typeface="McLaren"/>
              </a:rPr>
              <a:t>Self-Assessment pg 17-18</a:t>
            </a:r>
            <a:endParaRPr b="1" sz="1600">
              <a:latin typeface="McLaren"/>
              <a:ea typeface="McLaren"/>
              <a:cs typeface="McLaren"/>
              <a:sym typeface="McLaren"/>
            </a:endParaRPr>
          </a:p>
        </p:txBody>
      </p:sp>
      <p:pic>
        <p:nvPicPr>
          <p:cNvPr descr="Photo of Elisa in hospital bed hugging a plush rabbit." id="844" name="Google Shape;844;p116"/>
          <p:cNvPicPr preferRelativeResize="0"/>
          <p:nvPr/>
        </p:nvPicPr>
        <p:blipFill rotWithShape="1">
          <a:blip r:embed="rId3">
            <a:alphaModFix/>
          </a:blip>
          <a:srcRect b="11271" l="0" r="0" t="13890"/>
          <a:stretch/>
        </p:blipFill>
        <p:spPr>
          <a:xfrm>
            <a:off x="5307756" y="990645"/>
            <a:ext cx="3076924" cy="28413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S Slides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aques template">
  <a:themeElements>
    <a:clrScheme name="Custom 347">
      <a:dk1>
        <a:srgbClr val="434343"/>
      </a:dk1>
      <a:lt1>
        <a:srgbClr val="FFFFFF"/>
      </a:lt1>
      <a:dk2>
        <a:srgbClr val="0B5394"/>
      </a:dk2>
      <a:lt2>
        <a:srgbClr val="D5DDE4"/>
      </a:lt2>
      <a:accent1>
        <a:srgbClr val="55AAEE"/>
      </a:accent1>
      <a:accent2>
        <a:srgbClr val="FFBA3F"/>
      </a:accent2>
      <a:accent3>
        <a:srgbClr val="BDE06C"/>
      </a:accent3>
      <a:accent4>
        <a:srgbClr val="6AD8D6"/>
      </a:accent4>
      <a:accent5>
        <a:srgbClr val="AE98E4"/>
      </a:accent5>
      <a:accent6>
        <a:srgbClr val="F55A5A"/>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