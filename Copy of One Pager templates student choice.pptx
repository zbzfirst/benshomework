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168" orient="horz"/>
        <p:guide pos="244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2ff3e505c5f_0_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2ff3e505c5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ff3e505c5f_0_5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2ff3e505c5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ff3e505c5f_0_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ff3e505c5f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ff3e505c5f_0_1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ff3e505c5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ff3e505c5f_0_1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ff3e505c5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2ff3e505c5f_0_1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2ff3e505c5f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2ff3e505c5f_0_20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2ff3e505c5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ff3e505c5f_0_2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ff3e505c5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ff3e505c5f_0_2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ff3e505c5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2ff3e505c5f_0_29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2ff3e505c5f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ff3e505c5f_0_32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ff3e505c5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2ff3e505c5f_0_35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2ff3e505c5f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ff3e505c5f_0_38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ff3e505c5f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ff3e505c5f_0_41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ff3e505c5f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ff3e505c5f_0_44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ff3e505c5f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259" y="277906"/>
            <a:ext cx="7386249" cy="967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460701" cy="95869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292150" cy="9571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41175" cy="961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436901" cy="966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421149" cy="97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429050" cy="972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418350" cy="961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48826" cy="9647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78400" cy="9647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78625" cy="963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53324" cy="9586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66025" cy="9632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43900" cy="949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449601" cy="967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336525" cy="961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