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0" r:id="rId4"/>
    <p:sldMasterId id="214748374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Black"/>
      <p:bold r:id="rId30"/>
      <p:boldItalic r:id="rId31"/>
    </p:embeddedFont>
    <p:embeddedFont>
      <p:font typeface="Roboto"/>
      <p:regular r:id="rId32"/>
      <p:bold r:id="rId33"/>
      <p:italic r:id="rId34"/>
      <p:boldItalic r:id="rId35"/>
    </p:embeddedFont>
    <p:embeddedFont>
      <p:font typeface="Roboto Medium"/>
      <p:regular r:id="rId36"/>
      <p:bold r:id="rId37"/>
      <p:italic r:id="rId38"/>
      <p:boldItalic r:id="rId39"/>
    </p:embeddedFont>
    <p:embeddedFont>
      <p:font typeface="Inconsolata"/>
      <p:regular r:id="rId40"/>
      <p:bold r:id="rId41"/>
    </p:embeddedFont>
    <p:embeddedFont>
      <p:font typeface="Pangolin"/>
      <p:regular r:id="rId42"/>
    </p:embeddedFont>
    <p:embeddedFont>
      <p:font typeface="Loved by the King"/>
      <p:regular r:id="rId43"/>
    </p:embeddedFont>
    <p:embeddedFont>
      <p:font typeface="Give You Glory"/>
      <p:regular r:id="rId44"/>
    </p:embeddedFont>
    <p:embeddedFont>
      <p:font typeface="McLaren"/>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consolata-regular.fntdata"/><Relationship Id="rId42" Type="http://schemas.openxmlformats.org/officeDocument/2006/relationships/font" Target="fonts/Pangolin-regular.fntdata"/><Relationship Id="rId41" Type="http://schemas.openxmlformats.org/officeDocument/2006/relationships/font" Target="fonts/Inconsolata-bold.fntdata"/><Relationship Id="rId44" Type="http://schemas.openxmlformats.org/officeDocument/2006/relationships/font" Target="fonts/GiveYouGlory-regular.fntdata"/><Relationship Id="rId43" Type="http://schemas.openxmlformats.org/officeDocument/2006/relationships/font" Target="fonts/LovedbytheKing-regular.fntdata"/><Relationship Id="rId45" Type="http://schemas.openxmlformats.org/officeDocument/2006/relationships/font" Target="fonts/McLaren-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lack-boldItalic.fntdata"/><Relationship Id="rId30" Type="http://schemas.openxmlformats.org/officeDocument/2006/relationships/font" Target="fonts/RobotoBlack-bold.fntdata"/><Relationship Id="rId33" Type="http://schemas.openxmlformats.org/officeDocument/2006/relationships/font" Target="fonts/Roboto-bold.fntdata"/><Relationship Id="rId32" Type="http://schemas.openxmlformats.org/officeDocument/2006/relationships/font" Target="fonts/Roboto-regular.fntdata"/><Relationship Id="rId35" Type="http://schemas.openxmlformats.org/officeDocument/2006/relationships/font" Target="fonts/Roboto-boldItalic.fntdata"/><Relationship Id="rId34" Type="http://schemas.openxmlformats.org/officeDocument/2006/relationships/font" Target="fonts/Roboto-italic.fntdata"/><Relationship Id="rId37" Type="http://schemas.openxmlformats.org/officeDocument/2006/relationships/font" Target="fonts/RobotoMedium-bold.fntdata"/><Relationship Id="rId36" Type="http://schemas.openxmlformats.org/officeDocument/2006/relationships/font" Target="fonts/RobotoMedium-regular.fntdata"/><Relationship Id="rId39" Type="http://schemas.openxmlformats.org/officeDocument/2006/relationships/font" Target="fonts/RobotoMedium-boldItalic.fntdata"/><Relationship Id="rId38" Type="http://schemas.openxmlformats.org/officeDocument/2006/relationships/font" Target="fonts/RobotoMedium-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dc7b81f31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bdc7b81f31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a:solidFill>
                <a:schemeClr val="dk1"/>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69694836b9_0_1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69694836b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69694836b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69694836b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69694836b9_0_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69694836b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dc7b81f31_0_1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bdc7b81f31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bdc7b81f31_0_1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bdc7b81f31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bdc7b81f31_0_1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bdc7b81f31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bdc7b81f31_0_11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bdc7b81f31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69694836b9_0_1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69694836b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dc7b81f31_0_11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bdc7b81f31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bdc7b81f31_0_11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bdc7b81f31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bdc7b81f31_0_1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bdc7b81f31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bdc7b81f31_0_11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bdc7b81f31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bdc7b81f31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bdc7b81f31_0_1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bdc7b81f31_0_12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bdc7b81f31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bdc7b81f31_0_12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bdc7b81f31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bdc7b81f31_0_12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bdc7b81f31_0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bdc7b81f31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bdc7b81f31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dc7b81f31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bdc7b81f31_0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bdc7b81f31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bdc7b81f31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bdc7b81f31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bdc7b81f31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bdc7b81f31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bdc7b81f31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6bd9ec98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6bd9ec98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7.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45450" y="1197750"/>
            <a:ext cx="3434100" cy="2748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1pPr>
            <a:lvl2pPr lvl="1"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2pPr>
            <a:lvl3pPr lvl="2"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3pPr>
            <a:lvl4pPr lvl="3"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4pPr>
            <a:lvl5pPr lvl="4"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5pPr>
            <a:lvl6pPr lvl="5"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6pPr>
            <a:lvl7pPr lvl="6"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7pPr>
            <a:lvl8pPr lvl="7"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8pPr>
            <a:lvl9pPr lvl="8"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703525" y="1735750"/>
            <a:ext cx="3486300" cy="115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1pPr>
            <a:lvl2pPr lvl="1"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2pPr>
            <a:lvl3pPr lvl="2"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3pPr>
            <a:lvl4pPr lvl="3"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4pPr>
            <a:lvl5pPr lvl="4"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5pPr>
            <a:lvl6pPr lvl="5"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6pPr>
            <a:lvl7pPr lvl="6"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7pPr>
            <a:lvl8pPr lvl="7"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8pPr>
            <a:lvl9pPr lvl="8"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9pPr>
          </a:lstStyle>
          <a:p/>
        </p:txBody>
      </p:sp>
      <p:sp>
        <p:nvSpPr>
          <p:cNvPr id="13" name="Google Shape;13;p3"/>
          <p:cNvSpPr txBox="1"/>
          <p:nvPr>
            <p:ph idx="1" type="subTitle"/>
          </p:nvPr>
        </p:nvSpPr>
        <p:spPr>
          <a:xfrm>
            <a:off x="2703525" y="2763852"/>
            <a:ext cx="34863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400"/>
              <a:buFont typeface="Inconsolata"/>
              <a:buNone/>
              <a:defRPr>
                <a:solidFill>
                  <a:srgbClr val="434343"/>
                </a:solidFill>
                <a:latin typeface="Inconsolata"/>
                <a:ea typeface="Inconsolata"/>
                <a:cs typeface="Inconsolata"/>
                <a:sym typeface="Inconsolata"/>
              </a:defRPr>
            </a:lvl1pPr>
            <a:lvl2pPr lvl="1"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2pPr>
            <a:lvl3pPr lvl="2"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3pPr>
            <a:lvl4pPr lvl="3"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4pPr>
            <a:lvl5pPr lvl="4"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5pPr>
            <a:lvl6pPr lvl="5"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6pPr>
            <a:lvl7pPr lvl="6"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7pPr>
            <a:lvl8pPr lvl="7"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8pPr>
            <a:lvl9pPr lvl="8"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4"/>
          <p:cNvSpPr txBox="1"/>
          <p:nvPr>
            <p:ph idx="1" type="body"/>
          </p:nvPr>
        </p:nvSpPr>
        <p:spPr>
          <a:xfrm>
            <a:off x="962850" y="876850"/>
            <a:ext cx="4955700" cy="819900"/>
          </a:xfrm>
          <a:prstGeom prst="rect">
            <a:avLst/>
          </a:prstGeom>
        </p:spPr>
        <p:txBody>
          <a:bodyPr anchorCtr="0" anchor="t" bIns="91425" lIns="91425" spcFirstLastPara="1" rIns="91425" wrap="square" tIns="91425">
            <a:noAutofit/>
          </a:bodyPr>
          <a:lstStyle>
            <a:lvl1pPr indent="-419100" lvl="0" marL="457200">
              <a:lnSpc>
                <a:spcPct val="130000"/>
              </a:lnSpc>
              <a:spcBef>
                <a:spcPts val="0"/>
              </a:spcBef>
              <a:spcAft>
                <a:spcPts val="0"/>
              </a:spcAft>
              <a:buSzPts val="3000"/>
              <a:buChar char="✗"/>
              <a:defRPr i="1" sz="3000"/>
            </a:lvl1pPr>
            <a:lvl2pPr indent="-419100" lvl="1" marL="914400">
              <a:lnSpc>
                <a:spcPct val="130000"/>
              </a:lnSpc>
              <a:spcBef>
                <a:spcPts val="0"/>
              </a:spcBef>
              <a:spcAft>
                <a:spcPts val="0"/>
              </a:spcAft>
              <a:buSzPts val="3000"/>
              <a:buChar char="✗"/>
              <a:defRPr i="1" sz="3000"/>
            </a:lvl2pPr>
            <a:lvl3pPr indent="-419100" lvl="2" marL="1371600">
              <a:lnSpc>
                <a:spcPct val="130000"/>
              </a:lnSpc>
              <a:spcBef>
                <a:spcPts val="0"/>
              </a:spcBef>
              <a:spcAft>
                <a:spcPts val="0"/>
              </a:spcAft>
              <a:buSzPts val="3000"/>
              <a:buChar char="✗"/>
              <a:defRPr i="1" sz="3000"/>
            </a:lvl3pPr>
            <a:lvl4pPr indent="-419100" lvl="3" marL="1828800">
              <a:lnSpc>
                <a:spcPct val="130000"/>
              </a:lnSpc>
              <a:spcBef>
                <a:spcPts val="0"/>
              </a:spcBef>
              <a:spcAft>
                <a:spcPts val="0"/>
              </a:spcAft>
              <a:buSzPts val="3000"/>
              <a:buChar char="✗"/>
              <a:defRPr i="1" sz="3000"/>
            </a:lvl4pPr>
            <a:lvl5pPr indent="-419100" lvl="4" marL="2286000">
              <a:lnSpc>
                <a:spcPct val="130000"/>
              </a:lnSpc>
              <a:spcBef>
                <a:spcPts val="0"/>
              </a:spcBef>
              <a:spcAft>
                <a:spcPts val="0"/>
              </a:spcAft>
              <a:buSzPts val="3000"/>
              <a:buChar char="✗"/>
              <a:defRPr i="1" sz="3000"/>
            </a:lvl5pPr>
            <a:lvl6pPr indent="-419100" lvl="5" marL="2743200">
              <a:lnSpc>
                <a:spcPct val="130000"/>
              </a:lnSpc>
              <a:spcBef>
                <a:spcPts val="0"/>
              </a:spcBef>
              <a:spcAft>
                <a:spcPts val="0"/>
              </a:spcAft>
              <a:buSzPts val="3000"/>
              <a:buChar char="✗"/>
              <a:defRPr i="1" sz="3000"/>
            </a:lvl6pPr>
            <a:lvl7pPr indent="-419100" lvl="6" marL="3200400">
              <a:lnSpc>
                <a:spcPct val="130000"/>
              </a:lnSpc>
              <a:spcBef>
                <a:spcPts val="0"/>
              </a:spcBef>
              <a:spcAft>
                <a:spcPts val="0"/>
              </a:spcAft>
              <a:buSzPts val="3000"/>
              <a:buChar char="✗"/>
              <a:defRPr i="1" sz="3000"/>
            </a:lvl7pPr>
            <a:lvl8pPr indent="-419100" lvl="7" marL="3657600">
              <a:lnSpc>
                <a:spcPct val="130000"/>
              </a:lnSpc>
              <a:spcBef>
                <a:spcPts val="0"/>
              </a:spcBef>
              <a:spcAft>
                <a:spcPts val="0"/>
              </a:spcAft>
              <a:buSzPts val="3000"/>
              <a:buChar char="✗"/>
              <a:defRPr i="1" sz="3000"/>
            </a:lvl8pPr>
            <a:lvl9pPr indent="-419100" lvl="8" marL="4114800">
              <a:lnSpc>
                <a:spcPct val="130000"/>
              </a:lnSpc>
              <a:spcBef>
                <a:spcPts val="0"/>
              </a:spcBef>
              <a:spcAft>
                <a:spcPts val="0"/>
              </a:spcAft>
              <a:buSzPts val="3000"/>
              <a:buChar char="✗"/>
              <a:defRPr i="1" sz="3000"/>
            </a:lvl9pPr>
          </a:lstStyle>
          <a:p/>
        </p:txBody>
      </p:sp>
      <p:sp>
        <p:nvSpPr>
          <p:cNvPr id="16" name="Google Shape;16;p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866375" y="1304543"/>
            <a:ext cx="5626200" cy="30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6"/>
          <p:cNvSpPr txBox="1"/>
          <p:nvPr>
            <p:ph type="title"/>
          </p:nvPr>
        </p:nvSpPr>
        <p:spPr>
          <a:xfrm>
            <a:off x="866375" y="642310"/>
            <a:ext cx="3966600" cy="8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 name="Google Shape;23;p6"/>
          <p:cNvSpPr txBox="1"/>
          <p:nvPr>
            <p:ph idx="1" type="body"/>
          </p:nvPr>
        </p:nvSpPr>
        <p:spPr>
          <a:xfrm>
            <a:off x="866375" y="1609350"/>
            <a:ext cx="3966600" cy="283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7"/>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7"/>
          <p:cNvSpPr txBox="1"/>
          <p:nvPr>
            <p:ph idx="1" type="body"/>
          </p:nvPr>
        </p:nvSpPr>
        <p:spPr>
          <a:xfrm>
            <a:off x="866375"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 name="Google Shape;28;p7"/>
          <p:cNvSpPr txBox="1"/>
          <p:nvPr>
            <p:ph idx="2" type="body"/>
          </p:nvPr>
        </p:nvSpPr>
        <p:spPr>
          <a:xfrm>
            <a:off x="3761704"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 name="Google Shape;29;p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66375" y="358375"/>
            <a:ext cx="75678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8"/>
          <p:cNvSpPr txBox="1"/>
          <p:nvPr>
            <p:ph idx="1" type="body"/>
          </p:nvPr>
        </p:nvSpPr>
        <p:spPr>
          <a:xfrm>
            <a:off x="866375"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3" name="Google Shape;33;p8"/>
          <p:cNvSpPr txBox="1"/>
          <p:nvPr>
            <p:ph idx="2" type="body"/>
          </p:nvPr>
        </p:nvSpPr>
        <p:spPr>
          <a:xfrm>
            <a:off x="3430687"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4" name="Google Shape;34;p8"/>
          <p:cNvSpPr txBox="1"/>
          <p:nvPr>
            <p:ph idx="3" type="body"/>
          </p:nvPr>
        </p:nvSpPr>
        <p:spPr>
          <a:xfrm>
            <a:off x="5994999"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5" name="Google Shape;35;p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0"/>
          <p:cNvSpPr txBox="1"/>
          <p:nvPr>
            <p:ph idx="1" type="body"/>
          </p:nvPr>
        </p:nvSpPr>
        <p:spPr>
          <a:xfrm>
            <a:off x="924850" y="3872900"/>
            <a:ext cx="75990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41" name="Google Shape;41;p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laroid"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stit">
  <p:cSld name="BLANK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ig postit">
  <p:cSld name="BLANK_1_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2_1">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_1">
    <p:bg>
      <p:bgPr>
        <a:noFill/>
      </p:bgPr>
    </p:bg>
    <p:spTree>
      <p:nvGrpSpPr>
        <p:cNvPr id="50" name="Shape 50"/>
        <p:cNvGrpSpPr/>
        <p:nvPr/>
      </p:nvGrpSpPr>
      <p:grpSpPr>
        <a:xfrm>
          <a:off x="0" y="0"/>
          <a:ext cx="0" cy="0"/>
          <a:chOff x="0" y="0"/>
          <a:chExt cx="0" cy="0"/>
        </a:xfrm>
      </p:grpSpPr>
      <p:pic>
        <p:nvPicPr>
          <p:cNvPr descr="notepad4.png" id="51" name="Google Shape;51;p15"/>
          <p:cNvPicPr preferRelativeResize="0"/>
          <p:nvPr/>
        </p:nvPicPr>
        <p:blipFill>
          <a:blip r:embed="rId2">
            <a:alphaModFix/>
          </a:blip>
          <a:stretch>
            <a:fillRect/>
          </a:stretch>
        </p:blipFill>
        <p:spPr>
          <a:xfrm>
            <a:off x="0" y="0"/>
            <a:ext cx="9144000" cy="5143516"/>
          </a:xfrm>
          <a:prstGeom prst="rect">
            <a:avLst/>
          </a:prstGeom>
          <a:noFill/>
          <a:ln>
            <a:noFill/>
          </a:ln>
        </p:spPr>
      </p:pic>
      <p:sp>
        <p:nvSpPr>
          <p:cNvPr id="52" name="Google Shape;52;p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5" name="Google Shape;55;p16"/>
          <p:cNvSpPr txBox="1"/>
          <p:nvPr>
            <p:ph type="title"/>
          </p:nvPr>
        </p:nvSpPr>
        <p:spPr>
          <a:xfrm>
            <a:off x="808850" y="2596896"/>
            <a:ext cx="7439700" cy="553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56" name="Google Shape;56;p16"/>
          <p:cNvSpPr txBox="1"/>
          <p:nvPr>
            <p:ph idx="2" type="title"/>
          </p:nvPr>
        </p:nvSpPr>
        <p:spPr>
          <a:xfrm>
            <a:off x="808850" y="3109821"/>
            <a:ext cx="7439700" cy="865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57" name="Shape 57"/>
        <p:cNvGrpSpPr/>
        <p:nvPr/>
      </p:nvGrpSpPr>
      <p:grpSpPr>
        <a:xfrm>
          <a:off x="0" y="0"/>
          <a:ext cx="0" cy="0"/>
          <a:chOff x="0" y="0"/>
          <a:chExt cx="0" cy="0"/>
        </a:xfrm>
      </p:grpSpPr>
      <p:sp>
        <p:nvSpPr>
          <p:cNvPr id="58" name="Google Shape;58;p17"/>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7"/>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7"/>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61" name="Shape 61"/>
        <p:cNvGrpSpPr/>
        <p:nvPr/>
      </p:nvGrpSpPr>
      <p:grpSpPr>
        <a:xfrm>
          <a:off x="0" y="0"/>
          <a:ext cx="0" cy="0"/>
          <a:chOff x="0" y="0"/>
          <a:chExt cx="0" cy="0"/>
        </a:xfrm>
      </p:grpSpPr>
      <p:sp>
        <p:nvSpPr>
          <p:cNvPr id="62" name="Google Shape;62;p18"/>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3" name="Google Shape;63;p18"/>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5" name="Google Shape;65;p1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6" name="Google Shape;66;p18"/>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67" name="Shape 67"/>
        <p:cNvGrpSpPr/>
        <p:nvPr/>
      </p:nvGrpSpPr>
      <p:grpSpPr>
        <a:xfrm>
          <a:off x="0" y="0"/>
          <a:ext cx="0" cy="0"/>
          <a:chOff x="0" y="0"/>
          <a:chExt cx="0" cy="0"/>
        </a:xfrm>
      </p:grpSpPr>
      <p:sp>
        <p:nvSpPr>
          <p:cNvPr id="68" name="Google Shape;68;p19"/>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9" name="Google Shape;69;p19"/>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70" name="Google Shape;70;p19"/>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 name="Google Shape;71;p19"/>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2" name="Google Shape;72;p19"/>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73" name="Shape 73"/>
        <p:cNvGrpSpPr/>
        <p:nvPr/>
      </p:nvGrpSpPr>
      <p:grpSpPr>
        <a:xfrm>
          <a:off x="0" y="0"/>
          <a:ext cx="0" cy="0"/>
          <a:chOff x="0" y="0"/>
          <a:chExt cx="0" cy="0"/>
        </a:xfrm>
      </p:grpSpPr>
      <p:sp>
        <p:nvSpPr>
          <p:cNvPr id="74" name="Google Shape;7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2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76" name="Shape 76"/>
        <p:cNvGrpSpPr/>
        <p:nvPr/>
      </p:nvGrpSpPr>
      <p:grpSpPr>
        <a:xfrm>
          <a:off x="0" y="0"/>
          <a:ext cx="0" cy="0"/>
          <a:chOff x="0" y="0"/>
          <a:chExt cx="0" cy="0"/>
        </a:xfrm>
      </p:grpSpPr>
      <p:sp>
        <p:nvSpPr>
          <p:cNvPr id="77" name="Google Shape;77;p2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2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 name="Google Shape;79;p21"/>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0" name="Google Shape;80;p2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82" name="Shape 82"/>
        <p:cNvGrpSpPr/>
        <p:nvPr/>
      </p:nvGrpSpPr>
      <p:grpSpPr>
        <a:xfrm>
          <a:off x="0" y="0"/>
          <a:ext cx="0" cy="0"/>
          <a:chOff x="0" y="0"/>
          <a:chExt cx="0" cy="0"/>
        </a:xfrm>
      </p:grpSpPr>
      <p:pic>
        <p:nvPicPr>
          <p:cNvPr id="83" name="Google Shape;83;p22"/>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84" name="Google Shape;84;p22"/>
          <p:cNvSpPr txBox="1"/>
          <p:nvPr>
            <p:ph type="title"/>
          </p:nvPr>
        </p:nvSpPr>
        <p:spPr>
          <a:xfrm>
            <a:off x="1229950" y="1739144"/>
            <a:ext cx="7011900" cy="572700"/>
          </a:xfrm>
          <a:prstGeom prst="rect">
            <a:avLst/>
          </a:prstGeom>
        </p:spPr>
        <p:txBody>
          <a:bodyPr anchorCtr="0" anchor="b" bIns="91425" lIns="91425" spcFirstLastPara="1" rIns="91425" wrap="square" tIns="91425">
            <a:noAutofit/>
          </a:bodyPr>
          <a:lstStyle>
            <a:lvl1pPr lvl="0">
              <a:spcBef>
                <a:spcPts val="0"/>
              </a:spcBef>
              <a:spcAft>
                <a:spcPts val="0"/>
              </a:spcAft>
              <a:buClr>
                <a:srgbClr val="2F2F2F"/>
              </a:buClr>
              <a:buSzPts val="2800"/>
              <a:buFont typeface="Roboto Black"/>
              <a:buNone/>
              <a:defRPr sz="2800">
                <a:solidFill>
                  <a:srgbClr val="2F2F2F"/>
                </a:solidFill>
                <a:latin typeface="Roboto Black"/>
                <a:ea typeface="Roboto Black"/>
                <a:cs typeface="Roboto Black"/>
                <a:sym typeface="Roboto Black"/>
              </a:defRPr>
            </a:lvl1pPr>
            <a:lvl2pPr lvl="1">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2pPr>
            <a:lvl3pPr lvl="2">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3pPr>
            <a:lvl4pPr lvl="3">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4pPr>
            <a:lvl5pPr lvl="4">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5pPr>
            <a:lvl6pPr lvl="5">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6pPr>
            <a:lvl7pPr lvl="6">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7pPr>
            <a:lvl8pPr lvl="7">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8pPr>
            <a:lvl9pPr lvl="8">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9pPr>
          </a:lstStyle>
          <a:p/>
        </p:txBody>
      </p:sp>
      <p:sp>
        <p:nvSpPr>
          <p:cNvPr id="85" name="Google Shape;85;p2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6" name="Google Shape;86;p2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 name="Google Shape;87;p22"/>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81000" lvl="1" marL="914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2pPr>
            <a:lvl3pPr indent="-381000" lvl="2" marL="1371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3pPr>
            <a:lvl4pPr indent="-381000" lvl="3" marL="1828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4pPr>
            <a:lvl5pPr indent="-381000" lvl="4" marL="22860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5pPr>
            <a:lvl6pPr indent="-381000" lvl="5" marL="27432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6pPr>
            <a:lvl7pPr indent="-381000" lvl="6" marL="3200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7pPr>
            <a:lvl8pPr indent="-381000" lvl="7" marL="3657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8pPr>
            <a:lvl9pPr indent="-381000" lvl="8" marL="4114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88" name="Shape 88"/>
        <p:cNvGrpSpPr/>
        <p:nvPr/>
      </p:nvGrpSpPr>
      <p:grpSpPr>
        <a:xfrm>
          <a:off x="0" y="0"/>
          <a:ext cx="0" cy="0"/>
          <a:chOff x="0" y="0"/>
          <a:chExt cx="0" cy="0"/>
        </a:xfrm>
      </p:grpSpPr>
      <p:sp>
        <p:nvSpPr>
          <p:cNvPr id="89" name="Google Shape;89;p2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0" name="Google Shape;90;p2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 name="Google Shape;91;p2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2" name="Google Shape;92;p2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93" name="Google Shape;93;p23"/>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23"/>
          <p:cNvGrpSpPr/>
          <p:nvPr/>
        </p:nvGrpSpPr>
        <p:grpSpPr>
          <a:xfrm>
            <a:off x="256025" y="1280050"/>
            <a:ext cx="3657600" cy="164700"/>
            <a:chOff x="256025" y="1280050"/>
            <a:chExt cx="3657600" cy="164700"/>
          </a:xfrm>
        </p:grpSpPr>
        <p:sp>
          <p:nvSpPr>
            <p:cNvPr id="95" name="Google Shape;95;p23"/>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23"/>
            <p:cNvGrpSpPr/>
            <p:nvPr/>
          </p:nvGrpSpPr>
          <p:grpSpPr>
            <a:xfrm>
              <a:off x="323020" y="1326935"/>
              <a:ext cx="264664" cy="61800"/>
              <a:chOff x="322595" y="642846"/>
              <a:chExt cx="264664" cy="61800"/>
            </a:xfrm>
          </p:grpSpPr>
          <p:sp>
            <p:nvSpPr>
              <p:cNvPr id="97" name="Google Shape;97;p2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100" name="Shape 100"/>
        <p:cNvGrpSpPr/>
        <p:nvPr/>
      </p:nvGrpSpPr>
      <p:grpSpPr>
        <a:xfrm>
          <a:off x="0" y="0"/>
          <a:ext cx="0" cy="0"/>
          <a:chOff x="0" y="0"/>
          <a:chExt cx="0" cy="0"/>
        </a:xfrm>
      </p:grpSpPr>
      <p:sp>
        <p:nvSpPr>
          <p:cNvPr id="101" name="Google Shape;101;p2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02" name="Google Shape;102;p24"/>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03" name="Google Shape;103;p2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4" name="Google Shape;104;p24"/>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5" name="Google Shape;105;p24"/>
          <p:cNvSpPr/>
          <p:nvPr/>
        </p:nvSpPr>
        <p:spPr>
          <a:xfrm>
            <a:off x="246888" y="594360"/>
            <a:ext cx="3447300" cy="426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4"/>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107" name="Shape 107"/>
        <p:cNvGrpSpPr/>
        <p:nvPr/>
      </p:nvGrpSpPr>
      <p:grpSpPr>
        <a:xfrm>
          <a:off x="0" y="0"/>
          <a:ext cx="0" cy="0"/>
          <a:chOff x="0" y="0"/>
          <a:chExt cx="0" cy="0"/>
        </a:xfrm>
      </p:grpSpPr>
      <p:sp>
        <p:nvSpPr>
          <p:cNvPr id="108" name="Google Shape;108;p2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9" name="Google Shape;109;p2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 name="Google Shape;111;p2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12" name="Google Shape;112;p2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
        <p:nvSpPr>
          <p:cNvPr id="113" name="Google Shape;113;p2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5"/>
          <p:cNvGrpSpPr/>
          <p:nvPr/>
        </p:nvGrpSpPr>
        <p:grpSpPr>
          <a:xfrm>
            <a:off x="256025" y="1280050"/>
            <a:ext cx="3657600" cy="164700"/>
            <a:chOff x="256025" y="1280050"/>
            <a:chExt cx="3657600" cy="164700"/>
          </a:xfrm>
        </p:grpSpPr>
        <p:sp>
          <p:nvSpPr>
            <p:cNvPr id="115" name="Google Shape;115;p2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25"/>
            <p:cNvGrpSpPr/>
            <p:nvPr/>
          </p:nvGrpSpPr>
          <p:grpSpPr>
            <a:xfrm>
              <a:off x="323020" y="1326935"/>
              <a:ext cx="264664" cy="61800"/>
              <a:chOff x="322595" y="642846"/>
              <a:chExt cx="264664" cy="61800"/>
            </a:xfrm>
          </p:grpSpPr>
          <p:sp>
            <p:nvSpPr>
              <p:cNvPr id="117" name="Google Shape;117;p2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20" name="Shape 120"/>
        <p:cNvGrpSpPr/>
        <p:nvPr/>
      </p:nvGrpSpPr>
      <p:grpSpPr>
        <a:xfrm>
          <a:off x="0" y="0"/>
          <a:ext cx="0" cy="0"/>
          <a:chOff x="0" y="0"/>
          <a:chExt cx="0" cy="0"/>
        </a:xfrm>
      </p:grpSpPr>
      <p:pic>
        <p:nvPicPr>
          <p:cNvPr id="121" name="Google Shape;121;p26"/>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22" name="Google Shape;122;p26"/>
          <p:cNvSpPr txBox="1"/>
          <p:nvPr>
            <p:ph type="title"/>
          </p:nvPr>
        </p:nvSpPr>
        <p:spPr>
          <a:xfrm>
            <a:off x="820200" y="1184699"/>
            <a:ext cx="75036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23" name="Google Shape;123;p26"/>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4" name="Google Shape;124;p26"/>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5" name="Google Shape;125;p26"/>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0"/>
              </a:spcBef>
              <a:spcAft>
                <a:spcPts val="0"/>
              </a:spcAft>
              <a:buSzPts val="2000"/>
              <a:buFont typeface="Roboto Medium"/>
              <a:buChar char="✗"/>
              <a:defRPr sz="2000">
                <a:latin typeface="Roboto Medium"/>
                <a:ea typeface="Roboto Medium"/>
                <a:cs typeface="Roboto Medium"/>
                <a:sym typeface="Roboto Medium"/>
              </a:defRPr>
            </a:lvl9pPr>
          </a:lstStyle>
          <a:p/>
        </p:txBody>
      </p:sp>
      <p:sp>
        <p:nvSpPr>
          <p:cNvPr id="126" name="Google Shape;126;p26"/>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Black"/>
              <a:buChar char="✗"/>
              <a:defRPr sz="4000">
                <a:latin typeface="Roboto Black"/>
                <a:ea typeface="Roboto Black"/>
                <a:cs typeface="Roboto Black"/>
                <a:sym typeface="Roboto Black"/>
              </a:defRPr>
            </a:lvl1pPr>
            <a:lvl2pPr indent="-482600" lvl="1" marL="914400" algn="ctr">
              <a:spcBef>
                <a:spcPts val="0"/>
              </a:spcBef>
              <a:spcAft>
                <a:spcPts val="0"/>
              </a:spcAft>
              <a:buSzPts val="4000"/>
              <a:buFont typeface="Roboto Black"/>
              <a:buChar char="✗"/>
              <a:defRPr sz="4000">
                <a:latin typeface="Roboto Black"/>
                <a:ea typeface="Roboto Black"/>
                <a:cs typeface="Roboto Black"/>
                <a:sym typeface="Roboto Black"/>
              </a:defRPr>
            </a:lvl2pPr>
            <a:lvl3pPr indent="-482600" lvl="2" marL="1371600" algn="ctr">
              <a:spcBef>
                <a:spcPts val="0"/>
              </a:spcBef>
              <a:spcAft>
                <a:spcPts val="0"/>
              </a:spcAft>
              <a:buSzPts val="4000"/>
              <a:buFont typeface="Roboto Black"/>
              <a:buChar char="✗"/>
              <a:defRPr sz="4000">
                <a:latin typeface="Roboto Black"/>
                <a:ea typeface="Roboto Black"/>
                <a:cs typeface="Roboto Black"/>
                <a:sym typeface="Roboto Black"/>
              </a:defRPr>
            </a:lvl3pPr>
            <a:lvl4pPr indent="-482600" lvl="3" marL="1828800" algn="ctr">
              <a:spcBef>
                <a:spcPts val="0"/>
              </a:spcBef>
              <a:spcAft>
                <a:spcPts val="0"/>
              </a:spcAft>
              <a:buSzPts val="4000"/>
              <a:buFont typeface="Roboto Black"/>
              <a:buChar char="✗"/>
              <a:defRPr sz="4000">
                <a:latin typeface="Roboto Black"/>
                <a:ea typeface="Roboto Black"/>
                <a:cs typeface="Roboto Black"/>
                <a:sym typeface="Roboto Black"/>
              </a:defRPr>
            </a:lvl4pPr>
            <a:lvl5pPr indent="-482600" lvl="4" marL="2286000" algn="ctr">
              <a:spcBef>
                <a:spcPts val="0"/>
              </a:spcBef>
              <a:spcAft>
                <a:spcPts val="0"/>
              </a:spcAft>
              <a:buSzPts val="4000"/>
              <a:buFont typeface="Roboto Black"/>
              <a:buChar char="✗"/>
              <a:defRPr sz="4000">
                <a:latin typeface="Roboto Black"/>
                <a:ea typeface="Roboto Black"/>
                <a:cs typeface="Roboto Black"/>
                <a:sym typeface="Roboto Black"/>
              </a:defRPr>
            </a:lvl5pPr>
            <a:lvl6pPr indent="-482600" lvl="5" marL="2743200" algn="ctr">
              <a:spcBef>
                <a:spcPts val="0"/>
              </a:spcBef>
              <a:spcAft>
                <a:spcPts val="0"/>
              </a:spcAft>
              <a:buSzPts val="4000"/>
              <a:buFont typeface="Roboto Black"/>
              <a:buChar char="✗"/>
              <a:defRPr sz="4000">
                <a:latin typeface="Roboto Black"/>
                <a:ea typeface="Roboto Black"/>
                <a:cs typeface="Roboto Black"/>
                <a:sym typeface="Roboto Black"/>
              </a:defRPr>
            </a:lvl6pPr>
            <a:lvl7pPr indent="-482600" lvl="6" marL="3200400" algn="ctr">
              <a:spcBef>
                <a:spcPts val="0"/>
              </a:spcBef>
              <a:spcAft>
                <a:spcPts val="0"/>
              </a:spcAft>
              <a:buSzPts val="4000"/>
              <a:buFont typeface="Roboto Black"/>
              <a:buChar char="✗"/>
              <a:defRPr sz="4000">
                <a:latin typeface="Roboto Black"/>
                <a:ea typeface="Roboto Black"/>
                <a:cs typeface="Roboto Black"/>
                <a:sym typeface="Roboto Black"/>
              </a:defRPr>
            </a:lvl7pPr>
            <a:lvl8pPr indent="-482600" lvl="7" marL="3657600" algn="ctr">
              <a:spcBef>
                <a:spcPts val="0"/>
              </a:spcBef>
              <a:spcAft>
                <a:spcPts val="0"/>
              </a:spcAft>
              <a:buSzPts val="4000"/>
              <a:buFont typeface="Roboto Black"/>
              <a:buChar char="✗"/>
              <a:defRPr sz="4000">
                <a:latin typeface="Roboto Black"/>
                <a:ea typeface="Roboto Black"/>
                <a:cs typeface="Roboto Black"/>
                <a:sym typeface="Roboto Black"/>
              </a:defRPr>
            </a:lvl8pPr>
            <a:lvl9pPr indent="-482600" lvl="8" marL="4114800" algn="ctr">
              <a:spcBef>
                <a:spcPts val="0"/>
              </a:spcBef>
              <a:spcAft>
                <a:spcPts val="0"/>
              </a:spcAft>
              <a:buSzPts val="4000"/>
              <a:buFont typeface="Roboto Black"/>
              <a:buChar char="✗"/>
              <a:defRPr sz="4000">
                <a:latin typeface="Roboto Black"/>
                <a:ea typeface="Roboto Black"/>
                <a:cs typeface="Roboto Black"/>
                <a:sym typeface="Roboto Black"/>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127" name="Shape 127"/>
        <p:cNvGrpSpPr/>
        <p:nvPr/>
      </p:nvGrpSpPr>
      <p:grpSpPr>
        <a:xfrm>
          <a:off x="0" y="0"/>
          <a:ext cx="0" cy="0"/>
          <a:chOff x="0" y="0"/>
          <a:chExt cx="0" cy="0"/>
        </a:xfrm>
      </p:grpSpPr>
      <p:sp>
        <p:nvSpPr>
          <p:cNvPr id="128" name="Google Shape;128;p2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29" name="Google Shape;129;p2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0" name="Google Shape;130;p2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1" name="Google Shape;131;p2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132" name="Google Shape;132;p27"/>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27"/>
          <p:cNvGrpSpPr/>
          <p:nvPr/>
        </p:nvGrpSpPr>
        <p:grpSpPr>
          <a:xfrm>
            <a:off x="248150" y="722275"/>
            <a:ext cx="3447300" cy="164700"/>
            <a:chOff x="248150" y="722275"/>
            <a:chExt cx="3447300" cy="164700"/>
          </a:xfrm>
        </p:grpSpPr>
        <p:sp>
          <p:nvSpPr>
            <p:cNvPr id="134" name="Google Shape;134;p27"/>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7"/>
            <p:cNvGrpSpPr/>
            <p:nvPr/>
          </p:nvGrpSpPr>
          <p:grpSpPr>
            <a:xfrm>
              <a:off x="322595" y="769160"/>
              <a:ext cx="264664" cy="61800"/>
              <a:chOff x="322595" y="642846"/>
              <a:chExt cx="264664" cy="61800"/>
            </a:xfrm>
          </p:grpSpPr>
          <p:sp>
            <p:nvSpPr>
              <p:cNvPr id="136" name="Google Shape;136;p27"/>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7"/>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139" name="Shape 139"/>
        <p:cNvGrpSpPr/>
        <p:nvPr/>
      </p:nvGrpSpPr>
      <p:grpSpPr>
        <a:xfrm>
          <a:off x="0" y="0"/>
          <a:ext cx="0" cy="0"/>
          <a:chOff x="0" y="0"/>
          <a:chExt cx="0" cy="0"/>
        </a:xfrm>
      </p:grpSpPr>
      <p:sp>
        <p:nvSpPr>
          <p:cNvPr id="140" name="Google Shape;140;p28"/>
          <p:cNvSpPr txBox="1"/>
          <p:nvPr/>
        </p:nvSpPr>
        <p:spPr>
          <a:xfrm>
            <a:off x="804676" y="2133000"/>
            <a:ext cx="7408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800">
                <a:solidFill>
                  <a:srgbClr val="333FBF"/>
                </a:solidFill>
                <a:latin typeface="Roboto"/>
                <a:ea typeface="Roboto"/>
                <a:cs typeface="Roboto"/>
                <a:sym typeface="Roboto"/>
              </a:rPr>
              <a:t>End of @Home Lesson </a:t>
            </a:r>
            <a:endParaRPr b="1" sz="4800">
              <a:solidFill>
                <a:srgbClr val="333FBF"/>
              </a:solidFill>
              <a:latin typeface="Roboto"/>
              <a:ea typeface="Roboto"/>
              <a:cs typeface="Roboto"/>
              <a:sym typeface="Roboto"/>
            </a:endParaRPr>
          </a:p>
        </p:txBody>
      </p:sp>
      <p:pic>
        <p:nvPicPr>
          <p:cNvPr id="141" name="Google Shape;141;p28"/>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142" name="Google Shape;142;p28"/>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8"/>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144" name="Google Shape;144;p28"/>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145" name="Google Shape;145;p28"/>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150" name="Shape 150"/>
        <p:cNvGrpSpPr/>
        <p:nvPr/>
      </p:nvGrpSpPr>
      <p:grpSpPr>
        <a:xfrm>
          <a:off x="0" y="0"/>
          <a:ext cx="0" cy="0"/>
          <a:chOff x="0" y="0"/>
          <a:chExt cx="0" cy="0"/>
        </a:xfrm>
      </p:grpSpPr>
      <p:sp>
        <p:nvSpPr>
          <p:cNvPr id="151" name="Google Shape;151;p3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52" name="Google Shape;152;p30"/>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53" name="Google Shape;153;p30"/>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Font typeface="Roboto"/>
              <a:buChar char="○"/>
              <a:defRPr sz="2800">
                <a:latin typeface="Roboto"/>
                <a:ea typeface="Roboto"/>
                <a:cs typeface="Roboto"/>
                <a:sym typeface="Roboto"/>
              </a:defRPr>
            </a:lvl2pPr>
            <a:lvl3pPr indent="-406400" lvl="2" marL="1371600">
              <a:lnSpc>
                <a:spcPct val="100000"/>
              </a:lnSpc>
              <a:spcBef>
                <a:spcPts val="1600"/>
              </a:spcBef>
              <a:spcAft>
                <a:spcPts val="0"/>
              </a:spcAft>
              <a:buSzPts val="2800"/>
              <a:buFont typeface="Roboto"/>
              <a:buChar char="■"/>
              <a:defRPr sz="2800">
                <a:latin typeface="Roboto"/>
                <a:ea typeface="Roboto"/>
                <a:cs typeface="Roboto"/>
                <a:sym typeface="Roboto"/>
              </a:defRPr>
            </a:lvl3pPr>
            <a:lvl4pPr indent="-406400" lvl="3" marL="1828800">
              <a:lnSpc>
                <a:spcPct val="100000"/>
              </a:lnSpc>
              <a:spcBef>
                <a:spcPts val="1600"/>
              </a:spcBef>
              <a:spcAft>
                <a:spcPts val="0"/>
              </a:spcAft>
              <a:buSzPts val="2800"/>
              <a:buFont typeface="Roboto"/>
              <a:buChar char="●"/>
              <a:defRPr sz="2800">
                <a:latin typeface="Roboto"/>
                <a:ea typeface="Roboto"/>
                <a:cs typeface="Roboto"/>
                <a:sym typeface="Roboto"/>
              </a:defRPr>
            </a:lvl4pPr>
            <a:lvl5pPr indent="-406400" lvl="4" marL="2286000">
              <a:lnSpc>
                <a:spcPct val="100000"/>
              </a:lnSpc>
              <a:spcBef>
                <a:spcPts val="1600"/>
              </a:spcBef>
              <a:spcAft>
                <a:spcPts val="0"/>
              </a:spcAft>
              <a:buSzPts val="2800"/>
              <a:buFont typeface="Roboto"/>
              <a:buChar char="○"/>
              <a:defRPr sz="2800">
                <a:latin typeface="Roboto"/>
                <a:ea typeface="Roboto"/>
                <a:cs typeface="Roboto"/>
                <a:sym typeface="Roboto"/>
              </a:defRPr>
            </a:lvl5pPr>
            <a:lvl6pPr indent="-406400" lvl="5" marL="2743200">
              <a:lnSpc>
                <a:spcPct val="100000"/>
              </a:lnSpc>
              <a:spcBef>
                <a:spcPts val="1600"/>
              </a:spcBef>
              <a:spcAft>
                <a:spcPts val="0"/>
              </a:spcAft>
              <a:buSzPts val="2800"/>
              <a:buFont typeface="Roboto"/>
              <a:buChar char="■"/>
              <a:defRPr sz="2800">
                <a:latin typeface="Roboto"/>
                <a:ea typeface="Roboto"/>
                <a:cs typeface="Roboto"/>
                <a:sym typeface="Roboto"/>
              </a:defRPr>
            </a:lvl6pPr>
            <a:lvl7pPr indent="-406400" lvl="6" marL="3200400">
              <a:lnSpc>
                <a:spcPct val="100000"/>
              </a:lnSpc>
              <a:spcBef>
                <a:spcPts val="1600"/>
              </a:spcBef>
              <a:spcAft>
                <a:spcPts val="0"/>
              </a:spcAft>
              <a:buSzPts val="2800"/>
              <a:buFont typeface="Roboto"/>
              <a:buChar char="●"/>
              <a:defRPr sz="2800">
                <a:latin typeface="Roboto"/>
                <a:ea typeface="Roboto"/>
                <a:cs typeface="Roboto"/>
                <a:sym typeface="Roboto"/>
              </a:defRPr>
            </a:lvl7pPr>
            <a:lvl8pPr indent="-406400" lvl="7" marL="3657600">
              <a:lnSpc>
                <a:spcPct val="100000"/>
              </a:lnSpc>
              <a:spcBef>
                <a:spcPts val="1600"/>
              </a:spcBef>
              <a:spcAft>
                <a:spcPts val="0"/>
              </a:spcAft>
              <a:buSzPts val="2800"/>
              <a:buFont typeface="Roboto"/>
              <a:buChar char="○"/>
              <a:defRPr sz="2800">
                <a:latin typeface="Roboto"/>
                <a:ea typeface="Roboto"/>
                <a:cs typeface="Roboto"/>
                <a:sym typeface="Roboto"/>
              </a:defRPr>
            </a:lvl8pPr>
            <a:lvl9pPr indent="-406400" lvl="8" marL="4114800">
              <a:lnSpc>
                <a:spcPct val="100000"/>
              </a:lnSpc>
              <a:spcBef>
                <a:spcPts val="1600"/>
              </a:spcBef>
              <a:spcAft>
                <a:spcPts val="1600"/>
              </a:spcAft>
              <a:buSzPts val="2800"/>
              <a:buFont typeface="Roboto"/>
              <a:buChar char="■"/>
              <a:defRPr sz="28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itle">
  <p:cSld name="SECTION_HEADER_1_1_2_4">
    <p:bg>
      <p:bgPr>
        <a:solidFill>
          <a:srgbClr val="FFFFFF"/>
        </a:solidFill>
      </p:bgPr>
    </p:bg>
    <p:spTree>
      <p:nvGrpSpPr>
        <p:cNvPr id="154" name="Shape 154"/>
        <p:cNvGrpSpPr/>
        <p:nvPr/>
      </p:nvGrpSpPr>
      <p:grpSpPr>
        <a:xfrm>
          <a:off x="0" y="0"/>
          <a:ext cx="0" cy="0"/>
          <a:chOff x="0" y="0"/>
          <a:chExt cx="0" cy="0"/>
        </a:xfrm>
      </p:grpSpPr>
      <p:sp>
        <p:nvSpPr>
          <p:cNvPr id="155" name="Google Shape;155;p3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
          <p:cNvSpPr txBox="1"/>
          <p:nvPr>
            <p:ph idx="1" type="subTitle"/>
          </p:nvPr>
        </p:nvSpPr>
        <p:spPr>
          <a:xfrm>
            <a:off x="804672" y="2048256"/>
            <a:ext cx="6080700" cy="5760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160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7" name="Google Shape;157;p31"/>
          <p:cNvSpPr txBox="1"/>
          <p:nvPr>
            <p:ph type="title"/>
          </p:nvPr>
        </p:nvSpPr>
        <p:spPr>
          <a:xfrm>
            <a:off x="804675" y="2477494"/>
            <a:ext cx="6080700" cy="8568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58" name="Google Shape;158;p31"/>
          <p:cNvSpPr txBox="1"/>
          <p:nvPr>
            <p:ph idx="2" type="subTitle"/>
          </p:nvPr>
        </p:nvSpPr>
        <p:spPr>
          <a:xfrm>
            <a:off x="6839700"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FFFFFF"/>
                </a:solidFill>
                <a:latin typeface="Roboto"/>
                <a:ea typeface="Roboto"/>
                <a:cs typeface="Roboto"/>
                <a:sym typeface="Roboto"/>
              </a:defRPr>
            </a:lvl1pPr>
            <a:lvl2pPr lvl="1">
              <a:spcBef>
                <a:spcPts val="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9" name="Google Shape;159;p31"/>
          <p:cNvSpPr txBox="1"/>
          <p:nvPr>
            <p:ph idx="3" type="subTitle"/>
          </p:nvPr>
        </p:nvSpPr>
        <p:spPr>
          <a:xfrm>
            <a:off x="228600" y="164600"/>
            <a:ext cx="43434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FFFFFF"/>
                </a:solidFill>
                <a:latin typeface="Roboto"/>
                <a:ea typeface="Roboto"/>
                <a:cs typeface="Roboto"/>
                <a:sym typeface="Roboto"/>
              </a:defRPr>
            </a:lvl1pPr>
            <a:lvl2pPr lvl="1">
              <a:spcBef>
                <a:spcPts val="0"/>
              </a:spcBef>
              <a:spcAft>
                <a:spcPts val="0"/>
              </a:spcAft>
              <a:buNone/>
              <a:defRPr>
                <a:solidFill>
                  <a:srgbClr val="FFFFFF"/>
                </a:solidFill>
                <a:latin typeface="Roboto"/>
                <a:ea typeface="Roboto"/>
                <a:cs typeface="Roboto"/>
                <a:sym typeface="Roboto"/>
              </a:defRPr>
            </a:lvl2pPr>
            <a:lvl3pPr lvl="2">
              <a:spcBef>
                <a:spcPts val="1600"/>
              </a:spcBef>
              <a:spcAft>
                <a:spcPts val="0"/>
              </a:spcAft>
              <a:buNone/>
              <a:defRPr>
                <a:solidFill>
                  <a:srgbClr val="FFFFFF"/>
                </a:solidFill>
                <a:latin typeface="Roboto"/>
                <a:ea typeface="Roboto"/>
                <a:cs typeface="Roboto"/>
                <a:sym typeface="Roboto"/>
              </a:defRPr>
            </a:lvl3pPr>
            <a:lvl4pPr lvl="3">
              <a:spcBef>
                <a:spcPts val="1600"/>
              </a:spcBef>
              <a:spcAft>
                <a:spcPts val="0"/>
              </a:spcAft>
              <a:buNone/>
              <a:defRPr>
                <a:solidFill>
                  <a:srgbClr val="FFFFFF"/>
                </a:solidFill>
                <a:latin typeface="Roboto"/>
                <a:ea typeface="Roboto"/>
                <a:cs typeface="Roboto"/>
                <a:sym typeface="Roboto"/>
              </a:defRPr>
            </a:lvl4pPr>
            <a:lvl5pPr lvl="4">
              <a:spcBef>
                <a:spcPts val="1600"/>
              </a:spcBef>
              <a:spcAft>
                <a:spcPts val="0"/>
              </a:spcAft>
              <a:buNone/>
              <a:defRPr>
                <a:solidFill>
                  <a:srgbClr val="FFFFFF"/>
                </a:solidFill>
                <a:latin typeface="Roboto"/>
                <a:ea typeface="Roboto"/>
                <a:cs typeface="Roboto"/>
                <a:sym typeface="Roboto"/>
              </a:defRPr>
            </a:lvl5pPr>
            <a:lvl6pPr lvl="5">
              <a:spcBef>
                <a:spcPts val="1600"/>
              </a:spcBef>
              <a:spcAft>
                <a:spcPts val="0"/>
              </a:spcAft>
              <a:buNone/>
              <a:defRPr>
                <a:solidFill>
                  <a:srgbClr val="FFFFFF"/>
                </a:solidFill>
                <a:latin typeface="Roboto"/>
                <a:ea typeface="Roboto"/>
                <a:cs typeface="Roboto"/>
                <a:sym typeface="Roboto"/>
              </a:defRPr>
            </a:lvl6pPr>
            <a:lvl7pPr lvl="6">
              <a:spcBef>
                <a:spcPts val="1600"/>
              </a:spcBef>
              <a:spcAft>
                <a:spcPts val="0"/>
              </a:spcAft>
              <a:buNone/>
              <a:defRPr>
                <a:solidFill>
                  <a:srgbClr val="FFFFFF"/>
                </a:solidFill>
                <a:latin typeface="Roboto"/>
                <a:ea typeface="Roboto"/>
                <a:cs typeface="Roboto"/>
                <a:sym typeface="Roboto"/>
              </a:defRPr>
            </a:lvl7pPr>
            <a:lvl8pPr lvl="7">
              <a:spcBef>
                <a:spcPts val="1600"/>
              </a:spcBef>
              <a:spcAft>
                <a:spcPts val="0"/>
              </a:spcAft>
              <a:buNone/>
              <a:defRPr>
                <a:solidFill>
                  <a:srgbClr val="FFFFFF"/>
                </a:solidFill>
                <a:latin typeface="Roboto"/>
                <a:ea typeface="Roboto"/>
                <a:cs typeface="Roboto"/>
                <a:sym typeface="Roboto"/>
              </a:defRPr>
            </a:lvl8pPr>
            <a:lvl9pPr lvl="8">
              <a:spcBef>
                <a:spcPts val="1600"/>
              </a:spcBef>
              <a:spcAft>
                <a:spcPts val="1600"/>
              </a:spcAft>
              <a:buNone/>
              <a:defRPr>
                <a:solidFill>
                  <a:srgbClr val="FFFFFF"/>
                </a:solidFill>
                <a:latin typeface="Roboto"/>
                <a:ea typeface="Roboto"/>
                <a:cs typeface="Roboto"/>
                <a:sym typeface="Roboto"/>
              </a:defRPr>
            </a:lvl9pPr>
          </a:lstStyle>
          <a:p/>
        </p:txBody>
      </p:sp>
      <p:pic>
        <p:nvPicPr>
          <p:cNvPr id="160" name="Google Shape;160;p31"/>
          <p:cNvPicPr preferRelativeResize="0"/>
          <p:nvPr/>
        </p:nvPicPr>
        <p:blipFill>
          <a:blip r:embed="rId2">
            <a:alphaModFix/>
          </a:blip>
          <a:stretch>
            <a:fillRect/>
          </a:stretch>
        </p:blipFill>
        <p:spPr>
          <a:xfrm>
            <a:off x="8716563" y="173736"/>
            <a:ext cx="193362" cy="224275"/>
          </a:xfrm>
          <a:prstGeom prst="rect">
            <a:avLst/>
          </a:prstGeom>
          <a:noFill/>
          <a:ln>
            <a:noFill/>
          </a:ln>
        </p:spPr>
      </p:pic>
    </p:spTree>
  </p:cSld>
  <p:clrMapOvr>
    <a:masterClrMapping/>
  </p:clrMapOvr>
  <p:extLst>
    <p:ext uri="{DCECCB84-F9BA-43D5-87BE-67443E8EF086}">
      <p15:sldGuideLst>
        <p15:guide id="1" pos="144">
          <p15:clr>
            <a:srgbClr val="F9AD4C"/>
          </p15:clr>
        </p15:guide>
        <p15:guide id="2" pos="2880">
          <p15:clr>
            <a:srgbClr val="F9AD4C"/>
          </p15:clr>
        </p15:guide>
        <p15:guide id="3" pos="5451">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 pg#">
  <p:cSld name="CUSTOM">
    <p:spTree>
      <p:nvGrpSpPr>
        <p:cNvPr id="161" name="Shape 161"/>
        <p:cNvGrpSpPr/>
        <p:nvPr/>
      </p:nvGrpSpPr>
      <p:grpSpPr>
        <a:xfrm>
          <a:off x="0" y="0"/>
          <a:ext cx="0" cy="0"/>
          <a:chOff x="0" y="0"/>
          <a:chExt cx="0" cy="0"/>
        </a:xfrm>
      </p:grpSpPr>
      <p:pic>
        <p:nvPicPr>
          <p:cNvPr id="162" name="Google Shape;162;p32"/>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63" name="Google Shape;163;p32"/>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32"/>
          <p:cNvGrpSpPr/>
          <p:nvPr/>
        </p:nvGrpSpPr>
        <p:grpSpPr>
          <a:xfrm>
            <a:off x="-75" y="457670"/>
            <a:ext cx="9144000" cy="165300"/>
            <a:chOff x="0" y="548800"/>
            <a:chExt cx="9144000" cy="165300"/>
          </a:xfrm>
        </p:grpSpPr>
        <p:sp>
          <p:nvSpPr>
            <p:cNvPr id="165" name="Google Shape;165;p32"/>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2"/>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2"/>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2"/>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3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70" name="Google Shape;170;p32"/>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71" name="Google Shape;171;p32"/>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Differentiation - pg#">
  <p:cSld name="CUSTOM_3">
    <p:spTree>
      <p:nvGrpSpPr>
        <p:cNvPr id="172" name="Shape 172"/>
        <p:cNvGrpSpPr/>
        <p:nvPr/>
      </p:nvGrpSpPr>
      <p:grpSpPr>
        <a:xfrm>
          <a:off x="0" y="0"/>
          <a:ext cx="0" cy="0"/>
          <a:chOff x="0" y="0"/>
          <a:chExt cx="0" cy="0"/>
        </a:xfrm>
      </p:grpSpPr>
      <p:pic>
        <p:nvPicPr>
          <p:cNvPr id="173" name="Google Shape;173;p33"/>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74" name="Google Shape;174;p33"/>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33"/>
          <p:cNvGrpSpPr/>
          <p:nvPr/>
        </p:nvGrpSpPr>
        <p:grpSpPr>
          <a:xfrm>
            <a:off x="-75" y="457670"/>
            <a:ext cx="9144000" cy="165300"/>
            <a:chOff x="0" y="548800"/>
            <a:chExt cx="9144000" cy="165300"/>
          </a:xfrm>
        </p:grpSpPr>
        <p:sp>
          <p:nvSpPr>
            <p:cNvPr id="176" name="Google Shape;176;p33"/>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3"/>
          <p:cNvSpPr txBox="1"/>
          <p:nvPr>
            <p:ph idx="1" type="subTitle"/>
          </p:nvPr>
        </p:nvSpPr>
        <p:spPr>
          <a:xfrm>
            <a:off x="3511296" y="4800600"/>
            <a:ext cx="16734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81" name="Google Shape;181;p33"/>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82" name="Google Shape;182;p33"/>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
        <p:nvSpPr>
          <p:cNvPr id="183" name="Google Shape;183;p33"/>
          <p:cNvSpPr txBox="1"/>
          <p:nvPr>
            <p:ph idx="4" type="subTitle"/>
          </p:nvPr>
        </p:nvSpPr>
        <p:spPr>
          <a:xfrm>
            <a:off x="5184648"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4" name="Google Shape;184;p33"/>
          <p:cNvSpPr txBox="1"/>
          <p:nvPr>
            <p:ph idx="5" type="subTitle"/>
          </p:nvPr>
        </p:nvSpPr>
        <p:spPr>
          <a:xfrm>
            <a:off x="6391656"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5" name="Google Shape;185;p33"/>
          <p:cNvSpPr txBox="1"/>
          <p:nvPr>
            <p:ph idx="6" type="subTitle"/>
          </p:nvPr>
        </p:nvSpPr>
        <p:spPr>
          <a:xfrm>
            <a:off x="7598664"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6" name="Google Shape;186;p33"/>
          <p:cNvSpPr/>
          <p:nvPr/>
        </p:nvSpPr>
        <p:spPr>
          <a:xfrm>
            <a:off x="7217750" y="4822650"/>
            <a:ext cx="192000" cy="184500"/>
          </a:xfrm>
          <a:prstGeom prst="pentagon">
            <a:avLst>
              <a:gd fmla="val 105146" name="hf"/>
              <a:gd fmla="val 110557" name="vf"/>
            </a:avLst>
          </a:prstGeom>
          <a:solidFill>
            <a:srgbClr val="17B4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6008350" y="4820250"/>
            <a:ext cx="219600" cy="189300"/>
          </a:xfrm>
          <a:prstGeom prst="triangle">
            <a:avLst>
              <a:gd fmla="val 50000" name="adj"/>
            </a:avLst>
          </a:prstGeom>
          <a:solidFill>
            <a:srgbClr val="8FC3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a:off x="8427388" y="4823400"/>
            <a:ext cx="183000" cy="183000"/>
          </a:xfrm>
          <a:prstGeom prst="ellipse">
            <a:avLst/>
          </a:prstGeom>
          <a:solidFill>
            <a:srgbClr val="9A5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 name="Google Shape;189;p33"/>
          <p:cNvCxnSpPr/>
          <p:nvPr/>
        </p:nvCxnSpPr>
        <p:spPr>
          <a:xfrm>
            <a:off x="5270375"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0" name="Google Shape;190;p33"/>
          <p:cNvCxnSpPr/>
          <p:nvPr/>
        </p:nvCxnSpPr>
        <p:spPr>
          <a:xfrm>
            <a:off x="6449450"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1" name="Google Shape;191;p33"/>
          <p:cNvCxnSpPr/>
          <p:nvPr/>
        </p:nvCxnSpPr>
        <p:spPr>
          <a:xfrm>
            <a:off x="7650100" y="5057204"/>
            <a:ext cx="960300" cy="0"/>
          </a:xfrm>
          <a:prstGeom prst="straightConnector1">
            <a:avLst/>
          </a:prstGeom>
          <a:noFill/>
          <a:ln cap="flat" cmpd="sng" w="19050">
            <a:solidFill>
              <a:srgbClr val="D9D9D9"/>
            </a:solidFill>
            <a:prstDash val="solid"/>
            <a:round/>
            <a:headEnd len="med" w="med" type="none"/>
            <a:tailEnd len="med" w="med" type="none"/>
          </a:ln>
        </p:spPr>
      </p:cxnSp>
      <p:pic>
        <p:nvPicPr>
          <p:cNvPr id="192" name="Google Shape;192;p33"/>
          <p:cNvPicPr preferRelativeResize="0"/>
          <p:nvPr/>
        </p:nvPicPr>
        <p:blipFill>
          <a:blip r:embed="rId3">
            <a:alphaModFix/>
          </a:blip>
          <a:stretch>
            <a:fillRect/>
          </a:stretch>
        </p:blipFill>
        <p:spPr>
          <a:xfrm>
            <a:off x="8808400" y="4804875"/>
            <a:ext cx="228175" cy="2281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93" name="Shape 193"/>
        <p:cNvGrpSpPr/>
        <p:nvPr/>
      </p:nvGrpSpPr>
      <p:grpSpPr>
        <a:xfrm>
          <a:off x="0" y="0"/>
          <a:ext cx="0" cy="0"/>
          <a:chOff x="0" y="0"/>
          <a:chExt cx="0" cy="0"/>
        </a:xfrm>
      </p:grpSpPr>
      <p:pic>
        <p:nvPicPr>
          <p:cNvPr id="194" name="Google Shape;194;p34"/>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95" name="Google Shape;195;p34"/>
          <p:cNvSpPr txBox="1"/>
          <p:nvPr>
            <p:ph type="title"/>
          </p:nvPr>
        </p:nvSpPr>
        <p:spPr>
          <a:xfrm>
            <a:off x="820200" y="1184699"/>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96" name="Google Shape;196;p3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97" name="Google Shape;197;p34"/>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98" name="Google Shape;198;p34"/>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199" name="Google Shape;199;p34"/>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with Drawn Element">
  <p:cSld name="SECTION_HEADER_1_1_2_3_3">
    <p:bg>
      <p:bgPr>
        <a:solidFill>
          <a:srgbClr val="FFFFFF"/>
        </a:solidFill>
      </p:bgPr>
    </p:bg>
    <p:spTree>
      <p:nvGrpSpPr>
        <p:cNvPr id="200" name="Shape 200"/>
        <p:cNvGrpSpPr/>
        <p:nvPr/>
      </p:nvGrpSpPr>
      <p:grpSpPr>
        <a:xfrm>
          <a:off x="0" y="0"/>
          <a:ext cx="0" cy="0"/>
          <a:chOff x="0" y="0"/>
          <a:chExt cx="0" cy="0"/>
        </a:xfrm>
      </p:grpSpPr>
      <p:pic>
        <p:nvPicPr>
          <p:cNvPr id="201" name="Google Shape;201;p35"/>
          <p:cNvPicPr preferRelativeResize="0"/>
          <p:nvPr/>
        </p:nvPicPr>
        <p:blipFill>
          <a:blip r:embed="rId2">
            <a:alphaModFix/>
          </a:blip>
          <a:stretch>
            <a:fillRect/>
          </a:stretch>
        </p:blipFill>
        <p:spPr>
          <a:xfrm>
            <a:off x="182880" y="1737360"/>
            <a:ext cx="5751577" cy="1614152"/>
          </a:xfrm>
          <a:prstGeom prst="rect">
            <a:avLst/>
          </a:prstGeom>
          <a:noFill/>
          <a:ln>
            <a:noFill/>
          </a:ln>
        </p:spPr>
      </p:pic>
      <p:sp>
        <p:nvSpPr>
          <p:cNvPr id="202" name="Google Shape;202;p35"/>
          <p:cNvSpPr txBox="1"/>
          <p:nvPr>
            <p:ph type="title"/>
          </p:nvPr>
        </p:nvSpPr>
        <p:spPr>
          <a:xfrm>
            <a:off x="219519" y="1179576"/>
            <a:ext cx="5413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2pPr>
            <a:lvl3pPr lvl="2">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3pPr>
            <a:lvl4pPr lvl="3">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4pPr>
            <a:lvl5pPr lvl="4">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5pPr>
            <a:lvl6pPr lvl="5">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6pPr>
            <a:lvl7pPr lvl="6">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7pPr>
            <a:lvl8pPr lvl="7">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8pPr>
            <a:lvl9pPr lvl="8">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9pPr>
          </a:lstStyle>
          <a:p/>
        </p:txBody>
      </p:sp>
      <p:sp>
        <p:nvSpPr>
          <p:cNvPr id="203" name="Google Shape;203;p3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04" name="Google Shape;204;p35"/>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05" name="Google Shape;205;p35"/>
          <p:cNvPicPr preferRelativeResize="0"/>
          <p:nvPr/>
        </p:nvPicPr>
        <p:blipFill>
          <a:blip r:embed="rId3">
            <a:alphaModFix/>
          </a:blip>
          <a:stretch>
            <a:fillRect/>
          </a:stretch>
        </p:blipFill>
        <p:spPr>
          <a:xfrm>
            <a:off x="5959056" y="1690357"/>
            <a:ext cx="2785749" cy="1757325"/>
          </a:xfrm>
          <a:prstGeom prst="rect">
            <a:avLst/>
          </a:prstGeom>
          <a:noFill/>
          <a:ln>
            <a:noFill/>
          </a:ln>
        </p:spPr>
      </p:pic>
      <p:sp>
        <p:nvSpPr>
          <p:cNvPr id="206" name="Google Shape;206;p35"/>
          <p:cNvSpPr txBox="1"/>
          <p:nvPr>
            <p:ph idx="3" type="body"/>
          </p:nvPr>
        </p:nvSpPr>
        <p:spPr>
          <a:xfrm>
            <a:off x="347472" y="3474720"/>
            <a:ext cx="51573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207" name="Google Shape;207;p35"/>
          <p:cNvSpPr txBox="1"/>
          <p:nvPr>
            <p:ph idx="4" type="body"/>
          </p:nvPr>
        </p:nvSpPr>
        <p:spPr>
          <a:xfrm>
            <a:off x="630936" y="2185416"/>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TT">
  <p:cSld name="SECTION_HEADER_1_1_2_3_2_1">
    <p:bg>
      <p:bgPr>
        <a:solidFill>
          <a:srgbClr val="FFFFFF"/>
        </a:solidFill>
      </p:bgPr>
    </p:bg>
    <p:spTree>
      <p:nvGrpSpPr>
        <p:cNvPr id="208" name="Shape 208"/>
        <p:cNvGrpSpPr/>
        <p:nvPr/>
      </p:nvGrpSpPr>
      <p:grpSpPr>
        <a:xfrm>
          <a:off x="0" y="0"/>
          <a:ext cx="0" cy="0"/>
          <a:chOff x="0" y="0"/>
          <a:chExt cx="0" cy="0"/>
        </a:xfrm>
      </p:grpSpPr>
      <p:pic>
        <p:nvPicPr>
          <p:cNvPr id="209" name="Google Shape;209;p36"/>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0" name="Google Shape;210;p36"/>
          <p:cNvSpPr txBox="1"/>
          <p:nvPr>
            <p:ph idx="1" type="body"/>
          </p:nvPr>
        </p:nvSpPr>
        <p:spPr>
          <a:xfrm>
            <a:off x="804672" y="941832"/>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11" name="Google Shape;211;p3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2" name="Google Shape;212;p36"/>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13" name="Google Shape;213;p36"/>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SA">
  <p:cSld name="SECTION_HEADER_1_1_2_3_2_1_2">
    <p:bg>
      <p:bgPr>
        <a:solidFill>
          <a:srgbClr val="FFFFFF"/>
        </a:solidFill>
      </p:bgPr>
    </p:bg>
    <p:spTree>
      <p:nvGrpSpPr>
        <p:cNvPr id="214" name="Shape 214"/>
        <p:cNvGrpSpPr/>
        <p:nvPr/>
      </p:nvGrpSpPr>
      <p:grpSpPr>
        <a:xfrm>
          <a:off x="0" y="0"/>
          <a:ext cx="0" cy="0"/>
          <a:chOff x="0" y="0"/>
          <a:chExt cx="0" cy="0"/>
        </a:xfrm>
      </p:grpSpPr>
      <p:sp>
        <p:nvSpPr>
          <p:cNvPr id="215" name="Google Shape;215;p37"/>
          <p:cNvSpPr txBox="1"/>
          <p:nvPr>
            <p:ph idx="1" type="body"/>
          </p:nvPr>
        </p:nvSpPr>
        <p:spPr>
          <a:xfrm>
            <a:off x="804672" y="1014984"/>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16" name="Google Shape;216;p3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7" name="Google Shape;217;p37"/>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18" name="Google Shape;218;p37"/>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9" name="Google Shape;219;p37"/>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 numbered">
  <p:cSld name="SECTION_HEADER_1_1_2_3_1_3">
    <p:bg>
      <p:bgPr>
        <a:solidFill>
          <a:srgbClr val="FFFFFF"/>
        </a:solidFill>
      </p:bgPr>
    </p:bg>
    <p:spTree>
      <p:nvGrpSpPr>
        <p:cNvPr id="220" name="Shape 220"/>
        <p:cNvGrpSpPr/>
        <p:nvPr/>
      </p:nvGrpSpPr>
      <p:grpSpPr>
        <a:xfrm>
          <a:off x="0" y="0"/>
          <a:ext cx="0" cy="0"/>
          <a:chOff x="0" y="0"/>
          <a:chExt cx="0" cy="0"/>
        </a:xfrm>
      </p:grpSpPr>
      <p:pic>
        <p:nvPicPr>
          <p:cNvPr id="221" name="Google Shape;221;p3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2" name="Google Shape;222;p38"/>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spcBef>
                <a:spcPts val="0"/>
              </a:spcBef>
              <a:spcAft>
                <a:spcPts val="0"/>
              </a:spcAft>
              <a:buClr>
                <a:srgbClr val="2F2F2F"/>
              </a:buClr>
              <a:buSzPts val="2800"/>
              <a:buNone/>
              <a:defRPr>
                <a:solidFill>
                  <a:srgbClr val="2F2F2F"/>
                </a:solidFill>
              </a:defRPr>
            </a:lvl2pPr>
            <a:lvl3pPr lvl="2">
              <a:spcBef>
                <a:spcPts val="0"/>
              </a:spcBef>
              <a:spcAft>
                <a:spcPts val="0"/>
              </a:spcAft>
              <a:buClr>
                <a:srgbClr val="2F2F2F"/>
              </a:buClr>
              <a:buSzPts val="2800"/>
              <a:buNone/>
              <a:defRPr>
                <a:solidFill>
                  <a:srgbClr val="2F2F2F"/>
                </a:solidFill>
              </a:defRPr>
            </a:lvl3pPr>
            <a:lvl4pPr lvl="3">
              <a:spcBef>
                <a:spcPts val="0"/>
              </a:spcBef>
              <a:spcAft>
                <a:spcPts val="0"/>
              </a:spcAft>
              <a:buClr>
                <a:srgbClr val="2F2F2F"/>
              </a:buClr>
              <a:buSzPts val="2800"/>
              <a:buNone/>
              <a:defRPr>
                <a:solidFill>
                  <a:srgbClr val="2F2F2F"/>
                </a:solidFill>
              </a:defRPr>
            </a:lvl4pPr>
            <a:lvl5pPr lvl="4">
              <a:spcBef>
                <a:spcPts val="0"/>
              </a:spcBef>
              <a:spcAft>
                <a:spcPts val="0"/>
              </a:spcAft>
              <a:buClr>
                <a:srgbClr val="2F2F2F"/>
              </a:buClr>
              <a:buSzPts val="2800"/>
              <a:buNone/>
              <a:defRPr>
                <a:solidFill>
                  <a:srgbClr val="2F2F2F"/>
                </a:solidFill>
              </a:defRPr>
            </a:lvl5pPr>
            <a:lvl6pPr lvl="5">
              <a:spcBef>
                <a:spcPts val="0"/>
              </a:spcBef>
              <a:spcAft>
                <a:spcPts val="0"/>
              </a:spcAft>
              <a:buClr>
                <a:srgbClr val="2F2F2F"/>
              </a:buClr>
              <a:buSzPts val="2800"/>
              <a:buNone/>
              <a:defRPr>
                <a:solidFill>
                  <a:srgbClr val="2F2F2F"/>
                </a:solidFill>
              </a:defRPr>
            </a:lvl6pPr>
            <a:lvl7pPr lvl="6">
              <a:spcBef>
                <a:spcPts val="0"/>
              </a:spcBef>
              <a:spcAft>
                <a:spcPts val="0"/>
              </a:spcAft>
              <a:buClr>
                <a:srgbClr val="2F2F2F"/>
              </a:buClr>
              <a:buSzPts val="2800"/>
              <a:buNone/>
              <a:defRPr>
                <a:solidFill>
                  <a:srgbClr val="2F2F2F"/>
                </a:solidFill>
              </a:defRPr>
            </a:lvl7pPr>
            <a:lvl8pPr lvl="7">
              <a:spcBef>
                <a:spcPts val="0"/>
              </a:spcBef>
              <a:spcAft>
                <a:spcPts val="0"/>
              </a:spcAft>
              <a:buClr>
                <a:srgbClr val="2F2F2F"/>
              </a:buClr>
              <a:buSzPts val="2800"/>
              <a:buNone/>
              <a:defRPr>
                <a:solidFill>
                  <a:srgbClr val="2F2F2F"/>
                </a:solidFill>
              </a:defRPr>
            </a:lvl8pPr>
            <a:lvl9pPr lvl="8">
              <a:spcBef>
                <a:spcPts val="0"/>
              </a:spcBef>
              <a:spcAft>
                <a:spcPts val="0"/>
              </a:spcAft>
              <a:buClr>
                <a:srgbClr val="2F2F2F"/>
              </a:buClr>
              <a:buSzPts val="2800"/>
              <a:buNone/>
              <a:defRPr>
                <a:solidFill>
                  <a:srgbClr val="2F2F2F"/>
                </a:solidFill>
              </a:defRPr>
            </a:lvl9pPr>
          </a:lstStyle>
          <a:p/>
        </p:txBody>
      </p:sp>
      <p:sp>
        <p:nvSpPr>
          <p:cNvPr id="223" name="Google Shape;223;p3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24" name="Google Shape;224;p3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25" name="Google Shape;225;p38"/>
          <p:cNvSpPr txBox="1"/>
          <p:nvPr>
            <p:ph idx="3" type="body"/>
          </p:nvPr>
        </p:nvSpPr>
        <p:spPr>
          <a:xfrm>
            <a:off x="10332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226" name="Google Shape;226;p38"/>
          <p:cNvSpPr txBox="1"/>
          <p:nvPr>
            <p:ph idx="4" type="body"/>
          </p:nvPr>
        </p:nvSpPr>
        <p:spPr>
          <a:xfrm>
            <a:off x="1664208" y="2109216"/>
            <a:ext cx="64989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p:cSld name="SECTION_HEADER_1_1_2_3_1">
    <p:bg>
      <p:bgPr>
        <a:solidFill>
          <a:srgbClr val="FFFFFF"/>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9" name="Google Shape;229;p39"/>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30" name="Google Shape;230;p3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1" name="Google Shape;231;p3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2" name="Google Shape;232;p39"/>
          <p:cNvSpPr txBox="1"/>
          <p:nvPr>
            <p:ph idx="3" type="body"/>
          </p:nvPr>
        </p:nvSpPr>
        <p:spPr>
          <a:xfrm>
            <a:off x="1152144" y="2109216"/>
            <a:ext cx="70134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235" name="Google Shape;235;p40"/>
          <p:cNvSpPr txBox="1"/>
          <p:nvPr>
            <p:ph type="title"/>
          </p:nvPr>
        </p:nvSpPr>
        <p:spPr>
          <a:xfrm>
            <a:off x="1229950" y="1739144"/>
            <a:ext cx="7011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F2F2F"/>
              </a:buClr>
              <a:buSzPts val="2800"/>
              <a:buNone/>
              <a:defRPr b="1" sz="2800">
                <a:solidFill>
                  <a:srgbClr val="2F2F2F"/>
                </a:solidFill>
              </a:defRPr>
            </a:lvl1pPr>
            <a:lvl2pPr lvl="1">
              <a:spcBef>
                <a:spcPts val="0"/>
              </a:spcBef>
              <a:spcAft>
                <a:spcPts val="0"/>
              </a:spcAft>
              <a:buClr>
                <a:srgbClr val="2F2F2F"/>
              </a:buClr>
              <a:buSzPts val="2800"/>
              <a:buNone/>
              <a:defRPr b="1">
                <a:solidFill>
                  <a:srgbClr val="2F2F2F"/>
                </a:solidFill>
              </a:defRPr>
            </a:lvl2pPr>
            <a:lvl3pPr lvl="2">
              <a:spcBef>
                <a:spcPts val="0"/>
              </a:spcBef>
              <a:spcAft>
                <a:spcPts val="0"/>
              </a:spcAft>
              <a:buClr>
                <a:srgbClr val="2F2F2F"/>
              </a:buClr>
              <a:buSzPts val="2800"/>
              <a:buNone/>
              <a:defRPr b="1">
                <a:solidFill>
                  <a:srgbClr val="2F2F2F"/>
                </a:solidFill>
              </a:defRPr>
            </a:lvl3pPr>
            <a:lvl4pPr lvl="3">
              <a:spcBef>
                <a:spcPts val="0"/>
              </a:spcBef>
              <a:spcAft>
                <a:spcPts val="0"/>
              </a:spcAft>
              <a:buClr>
                <a:srgbClr val="2F2F2F"/>
              </a:buClr>
              <a:buSzPts val="2800"/>
              <a:buNone/>
              <a:defRPr b="1">
                <a:solidFill>
                  <a:srgbClr val="2F2F2F"/>
                </a:solidFill>
              </a:defRPr>
            </a:lvl4pPr>
            <a:lvl5pPr lvl="4">
              <a:spcBef>
                <a:spcPts val="0"/>
              </a:spcBef>
              <a:spcAft>
                <a:spcPts val="0"/>
              </a:spcAft>
              <a:buClr>
                <a:srgbClr val="2F2F2F"/>
              </a:buClr>
              <a:buSzPts val="2800"/>
              <a:buNone/>
              <a:defRPr b="1">
                <a:solidFill>
                  <a:srgbClr val="2F2F2F"/>
                </a:solidFill>
              </a:defRPr>
            </a:lvl5pPr>
            <a:lvl6pPr lvl="5">
              <a:spcBef>
                <a:spcPts val="0"/>
              </a:spcBef>
              <a:spcAft>
                <a:spcPts val="0"/>
              </a:spcAft>
              <a:buClr>
                <a:srgbClr val="2F2F2F"/>
              </a:buClr>
              <a:buSzPts val="2800"/>
              <a:buNone/>
              <a:defRPr b="1">
                <a:solidFill>
                  <a:srgbClr val="2F2F2F"/>
                </a:solidFill>
              </a:defRPr>
            </a:lvl6pPr>
            <a:lvl7pPr lvl="6">
              <a:spcBef>
                <a:spcPts val="0"/>
              </a:spcBef>
              <a:spcAft>
                <a:spcPts val="0"/>
              </a:spcAft>
              <a:buClr>
                <a:srgbClr val="2F2F2F"/>
              </a:buClr>
              <a:buSzPts val="2800"/>
              <a:buNone/>
              <a:defRPr b="1">
                <a:solidFill>
                  <a:srgbClr val="2F2F2F"/>
                </a:solidFill>
              </a:defRPr>
            </a:lvl7pPr>
            <a:lvl8pPr lvl="7">
              <a:spcBef>
                <a:spcPts val="0"/>
              </a:spcBef>
              <a:spcAft>
                <a:spcPts val="0"/>
              </a:spcAft>
              <a:buClr>
                <a:srgbClr val="2F2F2F"/>
              </a:buClr>
              <a:buSzPts val="2800"/>
              <a:buNone/>
              <a:defRPr b="1">
                <a:solidFill>
                  <a:srgbClr val="2F2F2F"/>
                </a:solidFill>
              </a:defRPr>
            </a:lvl8pPr>
            <a:lvl9pPr lvl="8">
              <a:spcBef>
                <a:spcPts val="0"/>
              </a:spcBef>
              <a:spcAft>
                <a:spcPts val="0"/>
              </a:spcAft>
              <a:buClr>
                <a:srgbClr val="2F2F2F"/>
              </a:buClr>
              <a:buSzPts val="2800"/>
              <a:buNone/>
              <a:defRPr b="1">
                <a:solidFill>
                  <a:srgbClr val="2F2F2F"/>
                </a:solidFill>
              </a:defRPr>
            </a:lvl9pPr>
          </a:lstStyle>
          <a:p/>
        </p:txBody>
      </p:sp>
      <p:sp>
        <p:nvSpPr>
          <p:cNvPr id="236" name="Google Shape;236;p4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7" name="Google Shape;237;p40"/>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8" name="Google Shape;238;p40"/>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Char char="●"/>
              <a:defRPr/>
            </a:lvl1pPr>
            <a:lvl2pPr indent="-381000" lvl="1" marL="914400">
              <a:lnSpc>
                <a:spcPct val="100000"/>
              </a:lnSpc>
              <a:spcBef>
                <a:spcPts val="1600"/>
              </a:spcBef>
              <a:spcAft>
                <a:spcPts val="0"/>
              </a:spcAft>
              <a:buSzPts val="2400"/>
              <a:buChar char="○"/>
              <a:defRPr sz="2400"/>
            </a:lvl2pPr>
            <a:lvl3pPr indent="-381000" lvl="2" marL="1371600">
              <a:lnSpc>
                <a:spcPct val="100000"/>
              </a:lnSpc>
              <a:spcBef>
                <a:spcPts val="1600"/>
              </a:spcBef>
              <a:spcAft>
                <a:spcPts val="0"/>
              </a:spcAft>
              <a:buSzPts val="2400"/>
              <a:buChar char="■"/>
              <a:defRPr sz="2400"/>
            </a:lvl3pPr>
            <a:lvl4pPr indent="-381000" lvl="3" marL="1828800">
              <a:lnSpc>
                <a:spcPct val="100000"/>
              </a:lnSpc>
              <a:spcBef>
                <a:spcPts val="1600"/>
              </a:spcBef>
              <a:spcAft>
                <a:spcPts val="0"/>
              </a:spcAft>
              <a:buSzPts val="2400"/>
              <a:buChar char="●"/>
              <a:defRPr sz="2400"/>
            </a:lvl4pPr>
            <a:lvl5pPr indent="-381000" lvl="4" marL="2286000">
              <a:lnSpc>
                <a:spcPct val="100000"/>
              </a:lnSpc>
              <a:spcBef>
                <a:spcPts val="1600"/>
              </a:spcBef>
              <a:spcAft>
                <a:spcPts val="0"/>
              </a:spcAft>
              <a:buSzPts val="2400"/>
              <a:buChar char="○"/>
              <a:defRPr sz="2400"/>
            </a:lvl5pPr>
            <a:lvl6pPr indent="-381000" lvl="5" marL="2743200">
              <a:lnSpc>
                <a:spcPct val="100000"/>
              </a:lnSpc>
              <a:spcBef>
                <a:spcPts val="1600"/>
              </a:spcBef>
              <a:spcAft>
                <a:spcPts val="0"/>
              </a:spcAft>
              <a:buSzPts val="2400"/>
              <a:buChar char="■"/>
              <a:defRPr sz="2400"/>
            </a:lvl6pPr>
            <a:lvl7pPr indent="-381000" lvl="6" marL="3200400">
              <a:lnSpc>
                <a:spcPct val="100000"/>
              </a:lnSpc>
              <a:spcBef>
                <a:spcPts val="1600"/>
              </a:spcBef>
              <a:spcAft>
                <a:spcPts val="0"/>
              </a:spcAft>
              <a:buSzPts val="2400"/>
              <a:buChar char="●"/>
              <a:defRPr sz="2400"/>
            </a:lvl7pPr>
            <a:lvl8pPr indent="-381000" lvl="7" marL="3657600">
              <a:lnSpc>
                <a:spcPct val="100000"/>
              </a:lnSpc>
              <a:spcBef>
                <a:spcPts val="1600"/>
              </a:spcBef>
              <a:spcAft>
                <a:spcPts val="0"/>
              </a:spcAft>
              <a:buSzPts val="2400"/>
              <a:buChar char="○"/>
              <a:defRPr sz="2400"/>
            </a:lvl8pPr>
            <a:lvl9pPr indent="-381000" lvl="8" marL="4114800">
              <a:lnSpc>
                <a:spcPct val="100000"/>
              </a:lnSpc>
              <a:spcBef>
                <a:spcPts val="1600"/>
              </a:spcBef>
              <a:spcAft>
                <a:spcPts val="1600"/>
              </a:spcAft>
              <a:buSzPts val="2400"/>
              <a:buChar char="■"/>
              <a:defRPr sz="24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239" name="Shape 239"/>
        <p:cNvGrpSpPr/>
        <p:nvPr/>
      </p:nvGrpSpPr>
      <p:grpSpPr>
        <a:xfrm>
          <a:off x="0" y="0"/>
          <a:ext cx="0" cy="0"/>
          <a:chOff x="0" y="0"/>
          <a:chExt cx="0" cy="0"/>
        </a:xfrm>
      </p:grpSpPr>
      <p:sp>
        <p:nvSpPr>
          <p:cNvPr id="240" name="Google Shape;240;p4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1" name="Google Shape;241;p4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3" name="Google Shape;243;p41"/>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44" name="Google Shape;244;p41"/>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Text - pg#">
  <p:cSld name="SECTION_HEADER_1_1_2_2_7_2">
    <p:bg>
      <p:bgPr>
        <a:solidFill>
          <a:srgbClr val="FFFFFF"/>
        </a:solidFill>
      </p:bgPr>
    </p:bg>
    <p:spTree>
      <p:nvGrpSpPr>
        <p:cNvPr id="245" name="Shape 245"/>
        <p:cNvGrpSpPr/>
        <p:nvPr/>
      </p:nvGrpSpPr>
      <p:grpSpPr>
        <a:xfrm>
          <a:off x="0" y="0"/>
          <a:ext cx="0" cy="0"/>
          <a:chOff x="0" y="0"/>
          <a:chExt cx="0" cy="0"/>
        </a:xfrm>
      </p:grpSpPr>
      <p:sp>
        <p:nvSpPr>
          <p:cNvPr id="246" name="Google Shape;246;p4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7" name="Google Shape;247;p42"/>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9" name="Google Shape;249;p4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0" name="Google Shape;250;p4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1" name="Google Shape;251;p42"/>
          <p:cNvSpPr txBox="1"/>
          <p:nvPr>
            <p:ph idx="5"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252" name="Google Shape;252;p42"/>
          <p:cNvSpPr txBox="1"/>
          <p:nvPr>
            <p:ph idx="6"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253" name="Shape 253"/>
        <p:cNvGrpSpPr/>
        <p:nvPr/>
      </p:nvGrpSpPr>
      <p:grpSpPr>
        <a:xfrm>
          <a:off x="0" y="0"/>
          <a:ext cx="0" cy="0"/>
          <a:chOff x="0" y="0"/>
          <a:chExt cx="0" cy="0"/>
        </a:xfrm>
      </p:grpSpPr>
      <p:sp>
        <p:nvSpPr>
          <p:cNvPr id="254" name="Google Shape;254;p4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55" name="Google Shape;255;p4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56" name="Google Shape;256;p4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7" name="Google Shape;257;p4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8" name="Google Shape;258;p43"/>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43"/>
          <p:cNvGrpSpPr/>
          <p:nvPr/>
        </p:nvGrpSpPr>
        <p:grpSpPr>
          <a:xfrm>
            <a:off x="248150" y="722275"/>
            <a:ext cx="3447300" cy="164700"/>
            <a:chOff x="248150" y="722275"/>
            <a:chExt cx="3447300" cy="164700"/>
          </a:xfrm>
        </p:grpSpPr>
        <p:sp>
          <p:nvSpPr>
            <p:cNvPr id="260" name="Google Shape;260;p43"/>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43"/>
            <p:cNvGrpSpPr/>
            <p:nvPr/>
          </p:nvGrpSpPr>
          <p:grpSpPr>
            <a:xfrm>
              <a:off x="322595" y="769160"/>
              <a:ext cx="264664" cy="61800"/>
              <a:chOff x="322595" y="642846"/>
              <a:chExt cx="264664" cy="61800"/>
            </a:xfrm>
          </p:grpSpPr>
          <p:sp>
            <p:nvSpPr>
              <p:cNvPr id="262" name="Google Shape;262;p4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SA - pg#">
  <p:cSld name="SECTION_HEADER_1_1_2_2_7_1_1">
    <p:bg>
      <p:bgPr>
        <a:solidFill>
          <a:srgbClr val="FFFFFF"/>
        </a:solidFill>
      </p:bgPr>
    </p:bg>
    <p:spTree>
      <p:nvGrpSpPr>
        <p:cNvPr id="265" name="Shape 265"/>
        <p:cNvGrpSpPr/>
        <p:nvPr/>
      </p:nvGrpSpPr>
      <p:grpSpPr>
        <a:xfrm>
          <a:off x="0" y="0"/>
          <a:ext cx="0" cy="0"/>
          <a:chOff x="0" y="0"/>
          <a:chExt cx="0" cy="0"/>
        </a:xfrm>
      </p:grpSpPr>
      <p:sp>
        <p:nvSpPr>
          <p:cNvPr id="266" name="Google Shape;266;p4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67" name="Google Shape;267;p4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68" name="Google Shape;268;p44"/>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69" name="Google Shape;269;p44"/>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70" name="Google Shape;270;p44"/>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44"/>
          <p:cNvGrpSpPr/>
          <p:nvPr/>
        </p:nvGrpSpPr>
        <p:grpSpPr>
          <a:xfrm>
            <a:off x="322595" y="769160"/>
            <a:ext cx="264664" cy="61800"/>
            <a:chOff x="322595" y="642846"/>
            <a:chExt cx="264664" cy="61800"/>
          </a:xfrm>
        </p:grpSpPr>
        <p:sp>
          <p:nvSpPr>
            <p:cNvPr id="272" name="Google Shape;272;p44"/>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4"/>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4"/>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4"/>
          <p:cNvGrpSpPr/>
          <p:nvPr/>
        </p:nvGrpSpPr>
        <p:grpSpPr>
          <a:xfrm>
            <a:off x="248150" y="722275"/>
            <a:ext cx="3447300" cy="164700"/>
            <a:chOff x="248150" y="722275"/>
            <a:chExt cx="3447300" cy="164700"/>
          </a:xfrm>
        </p:grpSpPr>
        <p:sp>
          <p:nvSpPr>
            <p:cNvPr id="276" name="Google Shape;276;p44"/>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4"/>
            <p:cNvGrpSpPr/>
            <p:nvPr/>
          </p:nvGrpSpPr>
          <p:grpSpPr>
            <a:xfrm>
              <a:off x="322595" y="769160"/>
              <a:ext cx="264664" cy="61800"/>
              <a:chOff x="322595" y="642846"/>
              <a:chExt cx="264664" cy="61800"/>
            </a:xfrm>
          </p:grpSpPr>
          <p:sp>
            <p:nvSpPr>
              <p:cNvPr id="278" name="Google Shape;278;p44"/>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4"/>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4"/>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with TT - pg#">
  <p:cSld name="SECTION_HEADER_1_1_2_2_6_2">
    <p:bg>
      <p:bgPr>
        <a:solidFill>
          <a:srgbClr val="FFFFFF"/>
        </a:solidFill>
      </p:bgPr>
    </p:bg>
    <p:spTree>
      <p:nvGrpSpPr>
        <p:cNvPr id="281" name="Shape 281"/>
        <p:cNvGrpSpPr/>
        <p:nvPr/>
      </p:nvGrpSpPr>
      <p:grpSpPr>
        <a:xfrm>
          <a:off x="0" y="0"/>
          <a:ext cx="0" cy="0"/>
          <a:chOff x="0" y="0"/>
          <a:chExt cx="0" cy="0"/>
        </a:xfrm>
      </p:grpSpPr>
      <p:pic>
        <p:nvPicPr>
          <p:cNvPr id="282" name="Google Shape;282;p45"/>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283" name="Google Shape;283;p4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84" name="Google Shape;284;p45"/>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85" name="Google Shape;285;p45"/>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86" name="Google Shape;286;p45"/>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287" name="Google Shape;287;p45"/>
          <p:cNvSpPr txBox="1"/>
          <p:nvPr>
            <p:ph idx="5"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p:cSld name="SECTION_HEADER_1_1_2_2_6_1">
    <p:bg>
      <p:bgPr>
        <a:solidFill>
          <a:srgbClr val="FFFFFF"/>
        </a:solidFill>
      </p:bgPr>
    </p:bg>
    <p:spTree>
      <p:nvGrpSpPr>
        <p:cNvPr id="288" name="Shape 288"/>
        <p:cNvGrpSpPr/>
        <p:nvPr/>
      </p:nvGrpSpPr>
      <p:grpSpPr>
        <a:xfrm>
          <a:off x="0" y="0"/>
          <a:ext cx="0" cy="0"/>
          <a:chOff x="0" y="0"/>
          <a:chExt cx="0" cy="0"/>
        </a:xfrm>
      </p:grpSpPr>
      <p:pic>
        <p:nvPicPr>
          <p:cNvPr id="289" name="Google Shape;289;p46"/>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290" name="Google Shape;290;p46"/>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291" name="Google Shape;291;p46"/>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292" name="Google Shape;292;p4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93" name="Google Shape;293;p46"/>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94" name="Google Shape;294;p46"/>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 2 Column">
  <p:cSld name="SECTION_HEADER_1_1_2_2_6_1_3">
    <p:bg>
      <p:bgPr>
        <a:solidFill>
          <a:srgbClr val="FFFFFF"/>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pic>
        <p:nvPicPr>
          <p:cNvPr id="297" name="Google Shape;297;p47"/>
          <p:cNvPicPr preferRelativeResize="0"/>
          <p:nvPr/>
        </p:nvPicPr>
        <p:blipFill rotWithShape="1">
          <a:blip r:embed="rId3">
            <a:alphaModFix/>
          </a:blip>
          <a:srcRect b="1250" l="2190" r="2190" t="22554"/>
          <a:stretch/>
        </p:blipFill>
        <p:spPr>
          <a:xfrm>
            <a:off x="312525" y="1555225"/>
            <a:ext cx="3303849" cy="3251001"/>
          </a:xfrm>
          <a:prstGeom prst="rect">
            <a:avLst/>
          </a:prstGeom>
          <a:noFill/>
          <a:ln>
            <a:noFill/>
          </a:ln>
        </p:spPr>
      </p:pic>
      <p:sp>
        <p:nvSpPr>
          <p:cNvPr id="298" name="Google Shape;298;p47"/>
          <p:cNvSpPr txBox="1"/>
          <p:nvPr>
            <p:ph idx="1" type="subTitle"/>
          </p:nvPr>
        </p:nvSpPr>
        <p:spPr>
          <a:xfrm>
            <a:off x="35662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299" name="Google Shape;299;p47"/>
          <p:cNvSpPr txBox="1"/>
          <p:nvPr>
            <p:ph type="title"/>
          </p:nvPr>
        </p:nvSpPr>
        <p:spPr>
          <a:xfrm>
            <a:off x="438900" y="950975"/>
            <a:ext cx="3063300" cy="685800"/>
          </a:xfrm>
          <a:prstGeom prst="rect">
            <a:avLst/>
          </a:prstGeom>
        </p:spPr>
        <p:txBody>
          <a:bodyPr anchorCtr="0" anchor="t" bIns="228600" lIns="320025" spcFirstLastPara="1" rIns="320025" wrap="square" tIns="173725">
            <a:noAutofit/>
          </a:bodyPr>
          <a:lstStyle>
            <a:lvl1pPr lvl="0" algn="ctr">
              <a:lnSpc>
                <a:spcPct val="90000"/>
              </a:lnSpc>
              <a:spcBef>
                <a:spcPts val="0"/>
              </a:spcBef>
              <a:spcAft>
                <a:spcPts val="0"/>
              </a:spcAft>
              <a:buNone/>
              <a:defRPr b="1" sz="1600">
                <a:solidFill>
                  <a:srgbClr val="2F2F2F"/>
                </a:solidFill>
                <a:latin typeface="Comic Sans MS"/>
                <a:ea typeface="Comic Sans MS"/>
                <a:cs typeface="Comic Sans MS"/>
                <a:sym typeface="Comic Sans MS"/>
              </a:defRPr>
            </a:lvl1pPr>
            <a:lvl2pPr lvl="1">
              <a:lnSpc>
                <a:spcPct val="90000"/>
              </a:lnSpc>
              <a:spcBef>
                <a:spcPts val="0"/>
              </a:spcBef>
              <a:spcAft>
                <a:spcPts val="0"/>
              </a:spcAft>
              <a:buNone/>
              <a:defRPr sz="1200">
                <a:latin typeface="Comic Sans MS"/>
                <a:ea typeface="Comic Sans MS"/>
                <a:cs typeface="Comic Sans MS"/>
                <a:sym typeface="Comic Sans MS"/>
              </a:defRPr>
            </a:lvl2pPr>
            <a:lvl3pPr lvl="2">
              <a:lnSpc>
                <a:spcPct val="90000"/>
              </a:lnSpc>
              <a:spcBef>
                <a:spcPts val="0"/>
              </a:spcBef>
              <a:spcAft>
                <a:spcPts val="0"/>
              </a:spcAft>
              <a:buNone/>
              <a:defRPr sz="1200">
                <a:latin typeface="Comic Sans MS"/>
                <a:ea typeface="Comic Sans MS"/>
                <a:cs typeface="Comic Sans MS"/>
                <a:sym typeface="Comic Sans MS"/>
              </a:defRPr>
            </a:lvl3pPr>
            <a:lvl4pPr lvl="3">
              <a:lnSpc>
                <a:spcPct val="90000"/>
              </a:lnSpc>
              <a:spcBef>
                <a:spcPts val="0"/>
              </a:spcBef>
              <a:spcAft>
                <a:spcPts val="0"/>
              </a:spcAft>
              <a:buNone/>
              <a:defRPr sz="1200">
                <a:latin typeface="Comic Sans MS"/>
                <a:ea typeface="Comic Sans MS"/>
                <a:cs typeface="Comic Sans MS"/>
                <a:sym typeface="Comic Sans MS"/>
              </a:defRPr>
            </a:lvl4pPr>
            <a:lvl5pPr lvl="4">
              <a:lnSpc>
                <a:spcPct val="90000"/>
              </a:lnSpc>
              <a:spcBef>
                <a:spcPts val="0"/>
              </a:spcBef>
              <a:spcAft>
                <a:spcPts val="0"/>
              </a:spcAft>
              <a:buNone/>
              <a:defRPr sz="1200">
                <a:latin typeface="Comic Sans MS"/>
                <a:ea typeface="Comic Sans MS"/>
                <a:cs typeface="Comic Sans MS"/>
                <a:sym typeface="Comic Sans MS"/>
              </a:defRPr>
            </a:lvl5pPr>
            <a:lvl6pPr lvl="5">
              <a:lnSpc>
                <a:spcPct val="90000"/>
              </a:lnSpc>
              <a:spcBef>
                <a:spcPts val="0"/>
              </a:spcBef>
              <a:spcAft>
                <a:spcPts val="0"/>
              </a:spcAft>
              <a:buNone/>
              <a:defRPr sz="1200">
                <a:latin typeface="Comic Sans MS"/>
                <a:ea typeface="Comic Sans MS"/>
                <a:cs typeface="Comic Sans MS"/>
                <a:sym typeface="Comic Sans MS"/>
              </a:defRPr>
            </a:lvl6pPr>
            <a:lvl7pPr lvl="6">
              <a:lnSpc>
                <a:spcPct val="90000"/>
              </a:lnSpc>
              <a:spcBef>
                <a:spcPts val="0"/>
              </a:spcBef>
              <a:spcAft>
                <a:spcPts val="0"/>
              </a:spcAft>
              <a:buNone/>
              <a:defRPr sz="1200">
                <a:latin typeface="Comic Sans MS"/>
                <a:ea typeface="Comic Sans MS"/>
                <a:cs typeface="Comic Sans MS"/>
                <a:sym typeface="Comic Sans MS"/>
              </a:defRPr>
            </a:lvl7pPr>
            <a:lvl8pPr lvl="7">
              <a:lnSpc>
                <a:spcPct val="90000"/>
              </a:lnSpc>
              <a:spcBef>
                <a:spcPts val="0"/>
              </a:spcBef>
              <a:spcAft>
                <a:spcPts val="0"/>
              </a:spcAft>
              <a:buNone/>
              <a:defRPr sz="1200">
                <a:latin typeface="Comic Sans MS"/>
                <a:ea typeface="Comic Sans MS"/>
                <a:cs typeface="Comic Sans MS"/>
                <a:sym typeface="Comic Sans MS"/>
              </a:defRPr>
            </a:lvl8pPr>
            <a:lvl9pPr lvl="8">
              <a:lnSpc>
                <a:spcPct val="90000"/>
              </a:lnSpc>
              <a:spcBef>
                <a:spcPts val="0"/>
              </a:spcBef>
              <a:spcAft>
                <a:spcPts val="0"/>
              </a:spcAft>
              <a:buNone/>
              <a:defRPr sz="1200">
                <a:latin typeface="Comic Sans MS"/>
                <a:ea typeface="Comic Sans MS"/>
                <a:cs typeface="Comic Sans MS"/>
                <a:sym typeface="Comic Sans MS"/>
              </a:defRPr>
            </a:lvl9pPr>
          </a:lstStyle>
          <a:p/>
        </p:txBody>
      </p:sp>
      <p:sp>
        <p:nvSpPr>
          <p:cNvPr id="300" name="Google Shape;300;p4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01" name="Google Shape;301;p4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02" name="Google Shape;302;p4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03" name="Google Shape;303;p47"/>
          <p:cNvSpPr txBox="1"/>
          <p:nvPr>
            <p:ph idx="5" type="body"/>
          </p:nvPr>
        </p:nvSpPr>
        <p:spPr>
          <a:xfrm>
            <a:off x="35657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
        <p:nvSpPr>
          <p:cNvPr id="304" name="Google Shape;304;p47"/>
          <p:cNvSpPr txBox="1"/>
          <p:nvPr>
            <p:ph idx="6" type="subTitle"/>
          </p:nvPr>
        </p:nvSpPr>
        <p:spPr>
          <a:xfrm>
            <a:off x="196737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305" name="Google Shape;305;p47"/>
          <p:cNvSpPr txBox="1"/>
          <p:nvPr>
            <p:ph idx="7" type="body"/>
          </p:nvPr>
        </p:nvSpPr>
        <p:spPr>
          <a:xfrm>
            <a:off x="196732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SA">
  <p:cSld name="SECTION_HEADER_1_1_2_2_6_1_2">
    <p:bg>
      <p:bgPr>
        <a:solidFill>
          <a:srgbClr val="FFFFFF"/>
        </a:solidFill>
      </p:bgPr>
    </p:bg>
    <p:spTree>
      <p:nvGrpSpPr>
        <p:cNvPr id="306" name="Shape 306"/>
        <p:cNvGrpSpPr/>
        <p:nvPr/>
      </p:nvGrpSpPr>
      <p:grpSpPr>
        <a:xfrm>
          <a:off x="0" y="0"/>
          <a:ext cx="0" cy="0"/>
          <a:chOff x="0" y="0"/>
          <a:chExt cx="0" cy="0"/>
        </a:xfrm>
      </p:grpSpPr>
      <p:pic>
        <p:nvPicPr>
          <p:cNvPr id="307" name="Google Shape;307;p48"/>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08" name="Google Shape;308;p48"/>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09" name="Google Shape;309;p48"/>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0" name="Google Shape;310;p4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1" name="Google Shape;311;p4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2" name="Google Shape;312;p48"/>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and SA">
  <p:cSld name="SECTION_HEADER_1_1_2_2_6_1_2_1">
    <p:bg>
      <p:bgPr>
        <a:solidFill>
          <a:srgbClr val="FFFFFF"/>
        </a:solidFill>
      </p:bgPr>
    </p:bg>
    <p:spTree>
      <p:nvGrpSpPr>
        <p:cNvPr id="313" name="Shape 313"/>
        <p:cNvGrpSpPr/>
        <p:nvPr/>
      </p:nvGrpSpPr>
      <p:grpSpPr>
        <a:xfrm>
          <a:off x="0" y="0"/>
          <a:ext cx="0" cy="0"/>
          <a:chOff x="0" y="0"/>
          <a:chExt cx="0" cy="0"/>
        </a:xfrm>
      </p:grpSpPr>
      <p:pic>
        <p:nvPicPr>
          <p:cNvPr id="314" name="Google Shape;314;p49"/>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15" name="Google Shape;315;p49"/>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16" name="Google Shape;316;p49"/>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7" name="Google Shape;317;p4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8" name="Google Shape;318;p49"/>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9" name="Google Shape;319;p49"/>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20" name="Google Shape;320;p49"/>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321" name="Shape 321"/>
        <p:cNvGrpSpPr/>
        <p:nvPr/>
      </p:nvGrpSpPr>
      <p:grpSpPr>
        <a:xfrm>
          <a:off x="0" y="0"/>
          <a:ext cx="0" cy="0"/>
          <a:chOff x="0" y="0"/>
          <a:chExt cx="0" cy="0"/>
        </a:xfrm>
      </p:grpSpPr>
      <p:sp>
        <p:nvSpPr>
          <p:cNvPr id="322" name="Google Shape;322;p50"/>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23" name="Google Shape;323;p50"/>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24" name="Google Shape;324;p50"/>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25" name="Google Shape;325;p50"/>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26" name="Google Shape;326;p50"/>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50"/>
          <p:cNvGrpSpPr/>
          <p:nvPr/>
        </p:nvGrpSpPr>
        <p:grpSpPr>
          <a:xfrm>
            <a:off x="256025" y="1280050"/>
            <a:ext cx="3657600" cy="164700"/>
            <a:chOff x="256025" y="1280050"/>
            <a:chExt cx="3657600" cy="164700"/>
          </a:xfrm>
        </p:grpSpPr>
        <p:sp>
          <p:nvSpPr>
            <p:cNvPr id="328" name="Google Shape;328;p50"/>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50"/>
            <p:cNvGrpSpPr/>
            <p:nvPr/>
          </p:nvGrpSpPr>
          <p:grpSpPr>
            <a:xfrm>
              <a:off x="323020" y="1326935"/>
              <a:ext cx="264664" cy="61800"/>
              <a:chOff x="322595" y="642846"/>
              <a:chExt cx="264664" cy="61800"/>
            </a:xfrm>
          </p:grpSpPr>
          <p:sp>
            <p:nvSpPr>
              <p:cNvPr id="330" name="Google Shape;330;p5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Text - pg#">
  <p:cSld name="SECTION_HEADER_1_1_2_2_2_7_1">
    <p:bg>
      <p:bgPr>
        <a:solidFill>
          <a:srgbClr val="FFFFFF"/>
        </a:solidFill>
      </p:bgPr>
    </p:bg>
    <p:spTree>
      <p:nvGrpSpPr>
        <p:cNvPr id="333" name="Shape 333"/>
        <p:cNvGrpSpPr/>
        <p:nvPr/>
      </p:nvGrpSpPr>
      <p:grpSpPr>
        <a:xfrm>
          <a:off x="0" y="0"/>
          <a:ext cx="0" cy="0"/>
          <a:chOff x="0" y="0"/>
          <a:chExt cx="0" cy="0"/>
        </a:xfrm>
      </p:grpSpPr>
      <p:sp>
        <p:nvSpPr>
          <p:cNvPr id="334" name="Google Shape;334;p5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35" name="Google Shape;335;p51"/>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36" name="Google Shape;336;p5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37" name="Google Shape;337;p51"/>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38" name="Google Shape;338;p5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1"/>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0" name="Google Shape;340;p51"/>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341" name="Google Shape;341;p51"/>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and SA - pg#">
  <p:cSld name="SECTION_HEADER_1_1_2_2_2_6">
    <p:bg>
      <p:bgPr>
        <a:solidFill>
          <a:srgbClr val="FFFFFF"/>
        </a:solidFill>
      </p:bgPr>
    </p:bg>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44" name="Google Shape;344;p52"/>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45" name="Google Shape;345;p52"/>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46" name="Google Shape;346;p52"/>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47" name="Google Shape;347;p52"/>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8" name="Google Shape;348;p52"/>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52"/>
          <p:cNvGrpSpPr/>
          <p:nvPr/>
        </p:nvGrpSpPr>
        <p:grpSpPr>
          <a:xfrm>
            <a:off x="322595" y="769160"/>
            <a:ext cx="264664" cy="61800"/>
            <a:chOff x="322595" y="642846"/>
            <a:chExt cx="264664" cy="61800"/>
          </a:xfrm>
        </p:grpSpPr>
        <p:sp>
          <p:nvSpPr>
            <p:cNvPr id="350" name="Google Shape;350;p52"/>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2"/>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52"/>
          <p:cNvGrpSpPr/>
          <p:nvPr/>
        </p:nvGrpSpPr>
        <p:grpSpPr>
          <a:xfrm>
            <a:off x="248150" y="722275"/>
            <a:ext cx="3447300" cy="164700"/>
            <a:chOff x="248150" y="722275"/>
            <a:chExt cx="3447300" cy="164700"/>
          </a:xfrm>
        </p:grpSpPr>
        <p:sp>
          <p:nvSpPr>
            <p:cNvPr id="354" name="Google Shape;354;p52"/>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52"/>
            <p:cNvGrpSpPr/>
            <p:nvPr/>
          </p:nvGrpSpPr>
          <p:grpSpPr>
            <a:xfrm>
              <a:off x="322595" y="769160"/>
              <a:ext cx="264664" cy="61800"/>
              <a:chOff x="322595" y="642846"/>
              <a:chExt cx="264664" cy="61800"/>
            </a:xfrm>
          </p:grpSpPr>
          <p:sp>
            <p:nvSpPr>
              <p:cNvPr id="356" name="Google Shape;356;p52"/>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2"/>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359" name="Shape 359"/>
        <p:cNvGrpSpPr/>
        <p:nvPr/>
      </p:nvGrpSpPr>
      <p:grpSpPr>
        <a:xfrm>
          <a:off x="0" y="0"/>
          <a:ext cx="0" cy="0"/>
          <a:chOff x="0" y="0"/>
          <a:chExt cx="0" cy="0"/>
        </a:xfrm>
      </p:grpSpPr>
      <p:sp>
        <p:nvSpPr>
          <p:cNvPr id="360" name="Google Shape;360;p5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1" name="Google Shape;361;p53"/>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62" name="Google Shape;362;p53"/>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63" name="Google Shape;363;p53"/>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64" name="Google Shape;364;p53"/>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TT and SA - pg#">
  <p:cSld name="SECTION_HEADER_1_1_2_2_2_4_1">
    <p:bg>
      <p:bgPr>
        <a:solidFill>
          <a:srgbClr val="FFFFFF"/>
        </a:solidFill>
      </p:bgPr>
    </p:bg>
    <p:spTree>
      <p:nvGrpSpPr>
        <p:cNvPr id="366" name="Shape 366"/>
        <p:cNvGrpSpPr/>
        <p:nvPr/>
      </p:nvGrpSpPr>
      <p:grpSpPr>
        <a:xfrm>
          <a:off x="0" y="0"/>
          <a:ext cx="0" cy="0"/>
          <a:chOff x="0" y="0"/>
          <a:chExt cx="0" cy="0"/>
        </a:xfrm>
      </p:grpSpPr>
      <p:pic>
        <p:nvPicPr>
          <p:cNvPr id="367" name="Google Shape;367;p54"/>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368" name="Google Shape;368;p5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9" name="Google Shape;369;p5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0" name="Google Shape;370;p54"/>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1" name="Google Shape;371;p54"/>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372" name="Google Shape;372;p54"/>
          <p:cNvSpPr txBox="1"/>
          <p:nvPr>
            <p:ph idx="5"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3" name="Google Shape;373;p54"/>
          <p:cNvSpPr txBox="1"/>
          <p:nvPr>
            <p:ph idx="6"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374" name="Shape 374"/>
        <p:cNvGrpSpPr/>
        <p:nvPr/>
      </p:nvGrpSpPr>
      <p:grpSpPr>
        <a:xfrm>
          <a:off x="0" y="0"/>
          <a:ext cx="0" cy="0"/>
          <a:chOff x="0" y="0"/>
          <a:chExt cx="0" cy="0"/>
        </a:xfrm>
      </p:grpSpPr>
      <p:sp>
        <p:nvSpPr>
          <p:cNvPr id="375" name="Google Shape;375;p5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6" name="Google Shape;376;p5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7" name="Google Shape;377;p5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78" name="Google Shape;378;p5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9" name="Google Shape;379;p5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80" name="Google Shape;380;p5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55"/>
          <p:cNvGrpSpPr/>
          <p:nvPr/>
        </p:nvGrpSpPr>
        <p:grpSpPr>
          <a:xfrm>
            <a:off x="256025" y="1280050"/>
            <a:ext cx="3657600" cy="164700"/>
            <a:chOff x="256025" y="1280050"/>
            <a:chExt cx="3657600" cy="164700"/>
          </a:xfrm>
        </p:grpSpPr>
        <p:sp>
          <p:nvSpPr>
            <p:cNvPr id="382" name="Google Shape;382;p5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55"/>
            <p:cNvGrpSpPr/>
            <p:nvPr/>
          </p:nvGrpSpPr>
          <p:grpSpPr>
            <a:xfrm>
              <a:off x="323020" y="1326935"/>
              <a:ext cx="264664" cy="61800"/>
              <a:chOff x="322595" y="642846"/>
              <a:chExt cx="264664" cy="61800"/>
            </a:xfrm>
          </p:grpSpPr>
          <p:sp>
            <p:nvSpPr>
              <p:cNvPr id="384" name="Google Shape;384;p5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Picture - pg#">
  <p:cSld name="SECTION_HEADER_1_1_2_2_2_2_2">
    <p:bg>
      <p:bgPr>
        <a:solidFill>
          <a:srgbClr val="FFFFFF"/>
        </a:solidFill>
      </p:bgPr>
    </p:bg>
    <p:spTree>
      <p:nvGrpSpPr>
        <p:cNvPr id="387" name="Shape 387"/>
        <p:cNvGrpSpPr/>
        <p:nvPr/>
      </p:nvGrpSpPr>
      <p:grpSpPr>
        <a:xfrm>
          <a:off x="0" y="0"/>
          <a:ext cx="0" cy="0"/>
          <a:chOff x="0" y="0"/>
          <a:chExt cx="0" cy="0"/>
        </a:xfrm>
      </p:grpSpPr>
      <p:sp>
        <p:nvSpPr>
          <p:cNvPr id="388" name="Google Shape;388;p56"/>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89" name="Google Shape;389;p5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0" name="Google Shape;390;p56"/>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1" name="Google Shape;391;p5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93" name="Google Shape;393;p56"/>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Text - pg#">
  <p:cSld name="SECTION_HEADER_1_1_2_2_2_2_2_1_1">
    <p:bg>
      <p:bgPr>
        <a:solidFill>
          <a:srgbClr val="FFFFFF"/>
        </a:solidFill>
      </p:bgPr>
    </p:bg>
    <p:spTree>
      <p:nvGrpSpPr>
        <p:cNvPr id="394" name="Shape 394"/>
        <p:cNvGrpSpPr/>
        <p:nvPr/>
      </p:nvGrpSpPr>
      <p:grpSpPr>
        <a:xfrm>
          <a:off x="0" y="0"/>
          <a:ext cx="0" cy="0"/>
          <a:chOff x="0" y="0"/>
          <a:chExt cx="0" cy="0"/>
        </a:xfrm>
      </p:grpSpPr>
      <p:sp>
        <p:nvSpPr>
          <p:cNvPr id="395" name="Google Shape;395;p57"/>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96" name="Google Shape;396;p5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7" name="Google Shape;397;p57"/>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8" name="Google Shape;398;p5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400" name="Google Shape;400;p57"/>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01" name="Google Shape;401;p57"/>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402" name="Google Shape;402;p57"/>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403" name="Shape 403"/>
        <p:cNvGrpSpPr/>
        <p:nvPr/>
      </p:nvGrpSpPr>
      <p:grpSpPr>
        <a:xfrm>
          <a:off x="0" y="0"/>
          <a:ext cx="0" cy="0"/>
          <a:chOff x="0" y="0"/>
          <a:chExt cx="0" cy="0"/>
        </a:xfrm>
      </p:grpSpPr>
      <p:sp>
        <p:nvSpPr>
          <p:cNvPr id="404" name="Google Shape;40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p58"/>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idence Card Section Title">
  <p:cSld name="SECTION_HEADER_1_1_2_2_2_2_1_2">
    <p:bg>
      <p:bgPr>
        <a:solidFill>
          <a:srgbClr val="000000"/>
        </a:solidFill>
      </p:bgPr>
    </p:bg>
    <p:spTree>
      <p:nvGrpSpPr>
        <p:cNvPr id="406" name="Shape 406"/>
        <p:cNvGrpSpPr/>
        <p:nvPr/>
      </p:nvGrpSpPr>
      <p:grpSpPr>
        <a:xfrm>
          <a:off x="0" y="0"/>
          <a:ext cx="0" cy="0"/>
          <a:chOff x="0" y="0"/>
          <a:chExt cx="0" cy="0"/>
        </a:xfrm>
      </p:grpSpPr>
      <p:sp>
        <p:nvSpPr>
          <p:cNvPr id="407" name="Google Shape;40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descr="Evidence Cards A through O." id="408" name="Google Shape;408;p59"/>
          <p:cNvSpPr/>
          <p:nvPr/>
        </p:nvSpPr>
        <p:spPr>
          <a:xfrm rot="5400000">
            <a:off x="2861850" y="-1140850"/>
            <a:ext cx="3420300" cy="9148500"/>
          </a:xfrm>
          <a:prstGeom prst="rect">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9"/>
          <p:cNvSpPr txBox="1"/>
          <p:nvPr/>
        </p:nvSpPr>
        <p:spPr>
          <a:xfrm>
            <a:off x="820200" y="661906"/>
            <a:ext cx="7503600" cy="64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b="1" lang="en" sz="2800">
                <a:solidFill>
                  <a:srgbClr val="FFFFFF"/>
                </a:solidFill>
                <a:latin typeface="Roboto"/>
                <a:ea typeface="Roboto"/>
                <a:cs typeface="Roboto"/>
                <a:sym typeface="Roboto"/>
              </a:rPr>
              <a:t>Evidence Cards</a:t>
            </a:r>
            <a:endParaRPr b="1" sz="2800">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ail">
  <p:cSld name="SECTION_HEADER_1_1_2_2_2_2_1_1">
    <p:bg>
      <p:bgPr>
        <a:solidFill>
          <a:srgbClr val="000000"/>
        </a:solidFill>
      </p:bgPr>
    </p:bg>
    <p:spTree>
      <p:nvGrpSpPr>
        <p:cNvPr id="410" name="Shape 410"/>
        <p:cNvGrpSpPr/>
        <p:nvPr/>
      </p:nvGrpSpPr>
      <p:grpSpPr>
        <a:xfrm>
          <a:off x="0" y="0"/>
          <a:ext cx="0" cy="0"/>
          <a:chOff x="0" y="0"/>
          <a:chExt cx="0" cy="0"/>
        </a:xfrm>
      </p:grpSpPr>
      <p:sp>
        <p:nvSpPr>
          <p:cNvPr id="411" name="Google Shape;411;p6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60"/>
          <p:cNvPicPr preferRelativeResize="0"/>
          <p:nvPr/>
        </p:nvPicPr>
        <p:blipFill rotWithShape="1">
          <a:blip r:embed="rId2">
            <a:alphaModFix/>
          </a:blip>
          <a:srcRect b="10" l="0" r="0" t="10"/>
          <a:stretch/>
        </p:blipFill>
        <p:spPr>
          <a:xfrm>
            <a:off x="651150" y="291325"/>
            <a:ext cx="7841794" cy="4852174"/>
          </a:xfrm>
          <a:prstGeom prst="rect">
            <a:avLst/>
          </a:prstGeom>
          <a:noFill/>
          <a:ln>
            <a:noFill/>
          </a:ln>
          <a:effectLst>
            <a:outerShdw blurRad="57150" rotWithShape="0" algn="bl" dir="5400000" dist="19050">
              <a:srgbClr val="000000">
                <a:alpha val="19000"/>
              </a:srgbClr>
            </a:outerShdw>
          </a:effectLst>
        </p:spPr>
      </p:pic>
      <p:sp>
        <p:nvSpPr>
          <p:cNvPr id="413" name="Google Shape;413;p60"/>
          <p:cNvSpPr/>
          <p:nvPr/>
        </p:nvSpPr>
        <p:spPr>
          <a:xfrm>
            <a:off x="651050" y="990075"/>
            <a:ext cx="7841700" cy="41535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414" name="Shape 414"/>
        <p:cNvGrpSpPr/>
        <p:nvPr/>
      </p:nvGrpSpPr>
      <p:grpSpPr>
        <a:xfrm>
          <a:off x="0" y="0"/>
          <a:ext cx="0" cy="0"/>
          <a:chOff x="0" y="0"/>
          <a:chExt cx="0" cy="0"/>
        </a:xfrm>
      </p:grpSpPr>
      <p:sp>
        <p:nvSpPr>
          <p:cNvPr id="415" name="Google Shape;415;p6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16" name="Google Shape;416;p61"/>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17" name="Google Shape;417;p6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18" name="Google Shape;418;p61"/>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19" name="Google Shape;419;p61"/>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2 Line - pg#">
  <p:cSld name="SECTION_HEADER_1_1_2_2_2_1_1_1">
    <p:bg>
      <p:bgPr>
        <a:solidFill>
          <a:srgbClr val="FFFFFF"/>
        </a:solidFill>
      </p:bgPr>
    </p:bg>
    <p:spTree>
      <p:nvGrpSpPr>
        <p:cNvPr id="420" name="Shape 420"/>
        <p:cNvGrpSpPr/>
        <p:nvPr/>
      </p:nvGrpSpPr>
      <p:grpSpPr>
        <a:xfrm>
          <a:off x="0" y="0"/>
          <a:ext cx="0" cy="0"/>
          <a:chOff x="0" y="0"/>
          <a:chExt cx="0" cy="0"/>
        </a:xfrm>
      </p:grpSpPr>
      <p:sp>
        <p:nvSpPr>
          <p:cNvPr id="421" name="Google Shape;421;p6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2" name="Google Shape;422;p6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23" name="Google Shape;423;p62"/>
          <p:cNvSpPr txBox="1"/>
          <p:nvPr>
            <p:ph idx="3"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24" name="Google Shape;424;p62"/>
          <p:cNvSpPr txBox="1"/>
          <p:nvPr>
            <p:ph idx="4" type="body"/>
          </p:nvPr>
        </p:nvSpPr>
        <p:spPr>
          <a:xfrm>
            <a:off x="804672" y="228600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25" name="Google Shape;425;p62"/>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 pg#">
  <p:cSld name="SECTION_HEADER_1_1_2_1_3">
    <p:bg>
      <p:bgPr>
        <a:solidFill>
          <a:srgbClr val="FFFFFF"/>
        </a:solidFill>
      </p:bgPr>
    </p:bg>
    <p:spTree>
      <p:nvGrpSpPr>
        <p:cNvPr id="426" name="Shape 426"/>
        <p:cNvGrpSpPr/>
        <p:nvPr/>
      </p:nvGrpSpPr>
      <p:grpSpPr>
        <a:xfrm>
          <a:off x="0" y="0"/>
          <a:ext cx="0" cy="0"/>
          <a:chOff x="0" y="0"/>
          <a:chExt cx="0" cy="0"/>
        </a:xfrm>
      </p:grpSpPr>
      <p:sp>
        <p:nvSpPr>
          <p:cNvPr id="427" name="Google Shape;427;p6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28" name="Google Shape;428;p6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9" name="Google Shape;429;p63"/>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0" name="Google Shape;430;p63"/>
          <p:cNvSpPr txBox="1"/>
          <p:nvPr>
            <p:ph idx="4" type="body"/>
          </p:nvPr>
        </p:nvSpPr>
        <p:spPr>
          <a:xfrm>
            <a:off x="804672" y="1353312"/>
            <a:ext cx="7507200" cy="3026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1: SA with Image - pg#">
  <p:cSld name="SECTION_HEADER_1_1_2_1_2_5">
    <p:bg>
      <p:bgPr>
        <a:solidFill>
          <a:srgbClr val="FFFFFF"/>
        </a:solidFill>
      </p:bgPr>
    </p:bg>
    <p:spTree>
      <p:nvGrpSpPr>
        <p:cNvPr id="431" name="Shape 431"/>
        <p:cNvGrpSpPr/>
        <p:nvPr/>
      </p:nvGrpSpPr>
      <p:grpSpPr>
        <a:xfrm>
          <a:off x="0" y="0"/>
          <a:ext cx="0" cy="0"/>
          <a:chOff x="0" y="0"/>
          <a:chExt cx="0" cy="0"/>
        </a:xfrm>
      </p:grpSpPr>
      <p:sp>
        <p:nvSpPr>
          <p:cNvPr id="432" name="Google Shape;432;p64"/>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34" name="Google Shape;434;p64"/>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5" name="Google Shape;435;p64"/>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36" name="Google Shape;436;p64"/>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37" name="Google Shape;437;p64"/>
          <p:cNvSpPr txBox="1"/>
          <p:nvPr>
            <p:ph idx="4" type="subTitle"/>
          </p:nvPr>
        </p:nvSpPr>
        <p:spPr>
          <a:xfrm>
            <a:off x="40290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2: SA with Image - pg#">
  <p:cSld name="SECTION_HEADER_1_1_2_1_2_5_1">
    <p:bg>
      <p:bgPr>
        <a:solidFill>
          <a:srgbClr val="FFFFFF"/>
        </a:solidFill>
      </p:bgPr>
    </p:bg>
    <p:spTree>
      <p:nvGrpSpPr>
        <p:cNvPr id="438" name="Shape 438"/>
        <p:cNvGrpSpPr/>
        <p:nvPr/>
      </p:nvGrpSpPr>
      <p:grpSpPr>
        <a:xfrm>
          <a:off x="0" y="0"/>
          <a:ext cx="0" cy="0"/>
          <a:chOff x="0" y="0"/>
          <a:chExt cx="0" cy="0"/>
        </a:xfrm>
      </p:grpSpPr>
      <p:sp>
        <p:nvSpPr>
          <p:cNvPr id="439" name="Google Shape;439;p65"/>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5"/>
          <p:cNvSpPr/>
          <p:nvPr/>
        </p:nvSpPr>
        <p:spPr>
          <a:xfrm>
            <a:off x="247113" y="2715993"/>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42" name="Google Shape;442;p65"/>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43" name="Google Shape;443;p65"/>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44" name="Google Shape;444;p65"/>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45" name="Google Shape;445;p65"/>
          <p:cNvSpPr txBox="1"/>
          <p:nvPr>
            <p:ph idx="4" type="subTitle"/>
          </p:nvPr>
        </p:nvSpPr>
        <p:spPr>
          <a:xfrm>
            <a:off x="40285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pic>
        <p:nvPicPr>
          <p:cNvPr id="446" name="Google Shape;446;p65"/>
          <p:cNvPicPr preferRelativeResize="0"/>
          <p:nvPr/>
        </p:nvPicPr>
        <p:blipFill>
          <a:blip r:embed="rId2">
            <a:alphaModFix/>
          </a:blip>
          <a:stretch>
            <a:fillRect/>
          </a:stretch>
        </p:blipFill>
        <p:spPr>
          <a:xfrm>
            <a:off x="2886825" y="4524607"/>
            <a:ext cx="228175" cy="228150"/>
          </a:xfrm>
          <a:prstGeom prst="rect">
            <a:avLst/>
          </a:prstGeom>
          <a:noFill/>
          <a:ln>
            <a:noFill/>
          </a:ln>
        </p:spPr>
      </p:pic>
      <p:sp>
        <p:nvSpPr>
          <p:cNvPr id="447" name="Google Shape;447;p65"/>
          <p:cNvSpPr txBox="1"/>
          <p:nvPr>
            <p:ph idx="5" type="subTitle"/>
          </p:nvPr>
        </p:nvSpPr>
        <p:spPr>
          <a:xfrm>
            <a:off x="402850" y="4520326"/>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448" name="Shape 448"/>
        <p:cNvGrpSpPr/>
        <p:nvPr/>
      </p:nvGrpSpPr>
      <p:grpSpPr>
        <a:xfrm>
          <a:off x="0" y="0"/>
          <a:ext cx="0" cy="0"/>
          <a:chOff x="0" y="0"/>
          <a:chExt cx="0" cy="0"/>
        </a:xfrm>
      </p:grpSpPr>
      <p:sp>
        <p:nvSpPr>
          <p:cNvPr id="449" name="Google Shape;449;p66"/>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0" name="Google Shape;450;p6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1" name="Google Shape;451;p66"/>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2" name="Google Shape;452;p6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6"/>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SA - pg#">
  <p:cSld name="SECTION_HEADER_1_1_2_1_2_3_1">
    <p:bg>
      <p:bgPr>
        <a:solidFill>
          <a:srgbClr val="FFFFFF"/>
        </a:solidFill>
      </p:bgPr>
    </p:bg>
    <p:spTree>
      <p:nvGrpSpPr>
        <p:cNvPr id="454" name="Shape 454"/>
        <p:cNvGrpSpPr/>
        <p:nvPr/>
      </p:nvGrpSpPr>
      <p:grpSpPr>
        <a:xfrm>
          <a:off x="0" y="0"/>
          <a:ext cx="0" cy="0"/>
          <a:chOff x="0" y="0"/>
          <a:chExt cx="0" cy="0"/>
        </a:xfrm>
      </p:grpSpPr>
      <p:pic>
        <p:nvPicPr>
          <p:cNvPr id="455" name="Google Shape;455;p67"/>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456" name="Google Shape;456;p6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7" name="Google Shape;457;p6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8" name="Google Shape;458;p67"/>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9" name="Google Shape;459;p67"/>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460" name="Google Shape;460;p67"/>
          <p:cNvSpPr txBox="1"/>
          <p:nvPr>
            <p:ph idx="5"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SA - pg #">
  <p:cSld name="SECTION_HEADER_1_1_2_1_2_1_3">
    <p:bg>
      <p:bgPr>
        <a:solidFill>
          <a:srgbClr val="FFFFFF"/>
        </a:solidFill>
      </p:bgPr>
    </p:bg>
    <p:spTree>
      <p:nvGrpSpPr>
        <p:cNvPr id="461" name="Shape 461"/>
        <p:cNvGrpSpPr/>
        <p:nvPr/>
      </p:nvGrpSpPr>
      <p:grpSpPr>
        <a:xfrm>
          <a:off x="0" y="0"/>
          <a:ext cx="0" cy="0"/>
          <a:chOff x="0" y="0"/>
          <a:chExt cx="0" cy="0"/>
        </a:xfrm>
      </p:grpSpPr>
      <p:sp>
        <p:nvSpPr>
          <p:cNvPr id="462" name="Google Shape;462;p6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63" name="Google Shape;463;p68"/>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64" name="Google Shape;464;p68"/>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65" name="Google Shape;465;p68"/>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66" name="Google Shape;466;p68"/>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68"/>
          <p:cNvGrpSpPr/>
          <p:nvPr/>
        </p:nvGrpSpPr>
        <p:grpSpPr>
          <a:xfrm>
            <a:off x="256025" y="1280050"/>
            <a:ext cx="3657600" cy="164700"/>
            <a:chOff x="256025" y="1280050"/>
            <a:chExt cx="3657600" cy="164700"/>
          </a:xfrm>
        </p:grpSpPr>
        <p:sp>
          <p:nvSpPr>
            <p:cNvPr id="468" name="Google Shape;468;p68"/>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8"/>
            <p:cNvGrpSpPr/>
            <p:nvPr/>
          </p:nvGrpSpPr>
          <p:grpSpPr>
            <a:xfrm>
              <a:off x="323020" y="1326935"/>
              <a:ext cx="264664" cy="61800"/>
              <a:chOff x="322595" y="642846"/>
              <a:chExt cx="264664" cy="61800"/>
            </a:xfrm>
          </p:grpSpPr>
          <p:sp>
            <p:nvSpPr>
              <p:cNvPr id="470" name="Google Shape;470;p68"/>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8"/>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8"/>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Full Screen">
  <p:cSld name="SECTION_HEADER_1_1_2_1_2_1_2">
    <p:bg>
      <p:bgPr>
        <a:solidFill>
          <a:srgbClr val="FFFFFF"/>
        </a:solidFill>
      </p:bgPr>
    </p:bg>
    <p:spTree>
      <p:nvGrpSpPr>
        <p:cNvPr id="473" name="Shape 473"/>
        <p:cNvGrpSpPr/>
        <p:nvPr/>
      </p:nvGrpSpPr>
      <p:grpSpPr>
        <a:xfrm>
          <a:off x="0" y="0"/>
          <a:ext cx="0" cy="0"/>
          <a:chOff x="0" y="0"/>
          <a:chExt cx="0" cy="0"/>
        </a:xfrm>
      </p:grpSpPr>
      <p:sp>
        <p:nvSpPr>
          <p:cNvPr id="474" name="Google Shape;474;p69"/>
          <p:cNvSpPr/>
          <p:nvPr/>
        </p:nvSpPr>
        <p:spPr>
          <a:xfrm>
            <a:off x="1681012" y="258209"/>
            <a:ext cx="5781900" cy="4511700"/>
          </a:xfrm>
          <a:prstGeom prst="round2SameRect">
            <a:avLst>
              <a:gd fmla="val 713" name="adj1"/>
              <a:gd fmla="val 0" name="adj2"/>
            </a:avLst>
          </a:prstGeom>
          <a:solidFill>
            <a:srgbClr val="F6F6F6"/>
          </a:solidFill>
          <a:ln>
            <a:noFill/>
          </a:ln>
          <a:effectLst>
            <a:outerShdw blurRad="57150" rotWithShape="0" algn="bl" dir="5340000" dist="95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136100" y="4957967"/>
            <a:ext cx="1683600" cy="11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69"/>
          <p:cNvGrpSpPr/>
          <p:nvPr/>
        </p:nvGrpSpPr>
        <p:grpSpPr>
          <a:xfrm>
            <a:off x="1681091" y="258200"/>
            <a:ext cx="5781900" cy="175800"/>
            <a:chOff x="1691753" y="258200"/>
            <a:chExt cx="5781900" cy="175800"/>
          </a:xfrm>
        </p:grpSpPr>
        <p:sp>
          <p:nvSpPr>
            <p:cNvPr id="477" name="Google Shape;477;p69"/>
            <p:cNvSpPr/>
            <p:nvPr/>
          </p:nvSpPr>
          <p:spPr>
            <a:xfrm>
              <a:off x="1691753" y="258200"/>
              <a:ext cx="5781900" cy="1758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69"/>
            <p:cNvGrpSpPr/>
            <p:nvPr/>
          </p:nvGrpSpPr>
          <p:grpSpPr>
            <a:xfrm>
              <a:off x="1756443" y="308221"/>
              <a:ext cx="282317" cy="65922"/>
              <a:chOff x="322595" y="642846"/>
              <a:chExt cx="264664" cy="61800"/>
            </a:xfrm>
          </p:grpSpPr>
          <p:sp>
            <p:nvSpPr>
              <p:cNvPr id="479" name="Google Shape;479;p69"/>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Demo">
  <p:cSld name="SECTION_HEADER_1_1_2_1_2_1_2_1">
    <p:bg>
      <p:bgPr>
        <a:solidFill>
          <a:srgbClr val="EFEFEF"/>
        </a:solidFill>
      </p:bgPr>
    </p:bg>
    <p:spTree>
      <p:nvGrpSpPr>
        <p:cNvPr id="482" name="Shape 482"/>
        <p:cNvGrpSpPr/>
        <p:nvPr/>
      </p:nvGrpSpPr>
      <p:grpSpPr>
        <a:xfrm>
          <a:off x="0" y="0"/>
          <a:ext cx="0" cy="0"/>
          <a:chOff x="0" y="0"/>
          <a:chExt cx="0" cy="0"/>
        </a:xfrm>
      </p:grpSpPr>
      <p:sp>
        <p:nvSpPr>
          <p:cNvPr id="483" name="Google Shape;483;p70"/>
          <p:cNvSpPr/>
          <p:nvPr/>
        </p:nvSpPr>
        <p:spPr>
          <a:xfrm>
            <a:off x="1682325" y="258209"/>
            <a:ext cx="5781900" cy="4511700"/>
          </a:xfrm>
          <a:prstGeom prst="round2SameRect">
            <a:avLst>
              <a:gd fmla="val 713" name="adj1"/>
              <a:gd fmla="val 0" name="adj2"/>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0"/>
          <p:cNvSpPr/>
          <p:nvPr/>
        </p:nvSpPr>
        <p:spPr>
          <a:xfrm>
            <a:off x="1682325" y="308225"/>
            <a:ext cx="5781900" cy="4461600"/>
          </a:xfrm>
          <a:prstGeom prst="round2SameRect">
            <a:avLst>
              <a:gd fmla="val 0" name="adj1"/>
              <a:gd fmla="val 0" name="adj2"/>
            </a:avLst>
          </a:prstGeom>
          <a:solidFill>
            <a:srgbClr val="F6F6F6"/>
          </a:solidFill>
          <a:ln cap="flat" cmpd="sng" w="114300">
            <a:solidFill>
              <a:srgbClr val="767676"/>
            </a:solidFill>
            <a:prstDash val="solid"/>
            <a:round/>
            <a:headEnd len="sm" w="sm" type="none"/>
            <a:tailEnd len="sm" w="sm" type="none"/>
          </a:ln>
          <a:effectLst>
            <a:outerShdw blurRad="85725" rotWithShape="0" algn="bl" dir="5340000" dist="9525">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0"/>
          <p:cNvSpPr/>
          <p:nvPr/>
        </p:nvSpPr>
        <p:spPr>
          <a:xfrm>
            <a:off x="136100" y="4931975"/>
            <a:ext cx="1683600" cy="175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0"/>
          <p:cNvSpPr/>
          <p:nvPr/>
        </p:nvSpPr>
        <p:spPr>
          <a:xfrm>
            <a:off x="1651350" y="258200"/>
            <a:ext cx="5841300" cy="175800"/>
          </a:xfrm>
          <a:prstGeom prst="round2SameRect">
            <a:avLst>
              <a:gd fmla="val 16667" name="adj1"/>
              <a:gd fmla="val 0" name="adj2"/>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70"/>
          <p:cNvGrpSpPr/>
          <p:nvPr/>
        </p:nvGrpSpPr>
        <p:grpSpPr>
          <a:xfrm>
            <a:off x="1710905" y="308221"/>
            <a:ext cx="282317" cy="65922"/>
            <a:chOff x="322595" y="642846"/>
            <a:chExt cx="264664" cy="61800"/>
          </a:xfrm>
        </p:grpSpPr>
        <p:sp>
          <p:nvSpPr>
            <p:cNvPr id="488" name="Google Shape;488;p7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70"/>
          <p:cNvSpPr txBox="1"/>
          <p:nvPr>
            <p:ph idx="1" type="subTitle"/>
          </p:nvPr>
        </p:nvSpPr>
        <p:spPr>
          <a:xfrm>
            <a:off x="7919850" y="164592"/>
            <a:ext cx="1097400" cy="249000"/>
          </a:xfrm>
          <a:prstGeom prst="rect">
            <a:avLst/>
          </a:prstGeom>
        </p:spPr>
        <p:txBody>
          <a:bodyPr anchorCtr="0" anchor="ctr" bIns="91425" lIns="0"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pg#">
  <p:cSld name="SECTION_HEADER_1_1_2_1_2_1_1">
    <p:bg>
      <p:bgPr>
        <a:solidFill>
          <a:srgbClr val="FFFFFF"/>
        </a:solidFill>
      </p:bgPr>
    </p:bg>
    <p:spTree>
      <p:nvGrpSpPr>
        <p:cNvPr id="492" name="Shape 492"/>
        <p:cNvGrpSpPr/>
        <p:nvPr/>
      </p:nvGrpSpPr>
      <p:grpSpPr>
        <a:xfrm>
          <a:off x="0" y="0"/>
          <a:ext cx="0" cy="0"/>
          <a:chOff x="0" y="0"/>
          <a:chExt cx="0" cy="0"/>
        </a:xfrm>
      </p:grpSpPr>
      <p:sp>
        <p:nvSpPr>
          <p:cNvPr id="493" name="Google Shape;493;p7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94" name="Google Shape;494;p71"/>
          <p:cNvSpPr txBox="1"/>
          <p:nvPr>
            <p:ph idx="2"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5" name="Google Shape;495;p71"/>
          <p:cNvSpPr txBox="1"/>
          <p:nvPr>
            <p:ph idx="3"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6" name="Google Shape;496;p71"/>
          <p:cNvSpPr txBox="1"/>
          <p:nvPr>
            <p:ph idx="4"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7" name="Google Shape;497;p71"/>
          <p:cNvSpPr txBox="1"/>
          <p:nvPr>
            <p:ph idx="5"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8" name="Google Shape;498;p71"/>
          <p:cNvSpPr txBox="1"/>
          <p:nvPr>
            <p:ph idx="6"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9" name="Google Shape;499;p71"/>
          <p:cNvSpPr txBox="1"/>
          <p:nvPr>
            <p:ph type="title"/>
          </p:nvPr>
        </p:nvSpPr>
        <p:spPr>
          <a:xfrm>
            <a:off x="589626" y="648200"/>
            <a:ext cx="7963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00" name="Google Shape;500;p71"/>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1"/>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1"/>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
          <p:cNvSpPr txBox="1"/>
          <p:nvPr>
            <p:ph idx="7"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04" name="Google Shape;504;p71"/>
          <p:cNvSpPr txBox="1"/>
          <p:nvPr>
            <p:ph idx="8"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05" name="Google Shape;505;p71"/>
          <p:cNvSpPr txBox="1"/>
          <p:nvPr>
            <p:ph idx="9"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Action pg#">
  <p:cSld name="SECTION_HEADER_1_1_2_1_2_1_1_5">
    <p:bg>
      <p:bgPr>
        <a:solidFill>
          <a:srgbClr val="FFFFFF"/>
        </a:solidFill>
      </p:bgPr>
    </p:bg>
    <p:spTree>
      <p:nvGrpSpPr>
        <p:cNvPr id="506" name="Shape 506"/>
        <p:cNvGrpSpPr/>
        <p:nvPr/>
      </p:nvGrpSpPr>
      <p:grpSpPr>
        <a:xfrm>
          <a:off x="0" y="0"/>
          <a:ext cx="0" cy="0"/>
          <a:chOff x="0" y="0"/>
          <a:chExt cx="0" cy="0"/>
        </a:xfrm>
      </p:grpSpPr>
      <p:sp>
        <p:nvSpPr>
          <p:cNvPr id="507" name="Google Shape;507;p7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08" name="Google Shape;508;p72"/>
          <p:cNvSpPr txBox="1"/>
          <p:nvPr>
            <p:ph idx="2"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09" name="Google Shape;509;p72"/>
          <p:cNvSpPr txBox="1"/>
          <p:nvPr>
            <p:ph idx="3"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0" name="Google Shape;510;p72"/>
          <p:cNvSpPr txBox="1"/>
          <p:nvPr>
            <p:ph idx="4"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1" name="Google Shape;511;p72"/>
          <p:cNvSpPr txBox="1"/>
          <p:nvPr>
            <p:ph idx="5"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2" name="Google Shape;512;p72"/>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
        <p:nvSpPr>
          <p:cNvPr id="513" name="Google Shape;513;p72"/>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2"/>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2"/>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17" name="Google Shape;517;p72"/>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18" name="Google Shape;518;p72"/>
          <p:cNvSpPr txBox="1"/>
          <p:nvPr>
            <p:ph idx="8"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9" name="Google Shape;519;p72"/>
          <p:cNvSpPr txBox="1"/>
          <p:nvPr>
            <p:ph idx="9"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3: Activity Steps - pg#">
  <p:cSld name="SECTION_HEADER_1_1_2_1_2_1_1_4">
    <p:bg>
      <p:bgPr>
        <a:solidFill>
          <a:srgbClr val="FFFFFF"/>
        </a:solidFill>
      </p:bgPr>
    </p:bg>
    <p:spTree>
      <p:nvGrpSpPr>
        <p:cNvPr id="520" name="Shape 520"/>
        <p:cNvGrpSpPr/>
        <p:nvPr/>
      </p:nvGrpSpPr>
      <p:grpSpPr>
        <a:xfrm>
          <a:off x="0" y="0"/>
          <a:ext cx="0" cy="0"/>
          <a:chOff x="0" y="0"/>
          <a:chExt cx="0" cy="0"/>
        </a:xfrm>
      </p:grpSpPr>
      <p:sp>
        <p:nvSpPr>
          <p:cNvPr id="521" name="Google Shape;521;p73"/>
          <p:cNvSpPr txBox="1"/>
          <p:nvPr>
            <p:ph idx="1" type="body"/>
          </p:nvPr>
        </p:nvSpPr>
        <p:spPr>
          <a:xfrm>
            <a:off x="515015"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2" name="Google Shape;522;p73"/>
          <p:cNvSpPr txBox="1"/>
          <p:nvPr>
            <p:ph idx="2" type="body"/>
          </p:nvPr>
        </p:nvSpPr>
        <p:spPr>
          <a:xfrm>
            <a:off x="3291768"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3" name="Google Shape;523;p73"/>
          <p:cNvSpPr txBox="1"/>
          <p:nvPr>
            <p:ph idx="3" type="body"/>
          </p:nvPr>
        </p:nvSpPr>
        <p:spPr>
          <a:xfrm>
            <a:off x="6068492"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4" name="Google Shape;524;p73"/>
          <p:cNvSpPr txBox="1"/>
          <p:nvPr>
            <p:ph idx="4" type="body"/>
          </p:nvPr>
        </p:nvSpPr>
        <p:spPr>
          <a:xfrm>
            <a:off x="515011" y="3132669"/>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25" name="Google Shape;525;p73"/>
          <p:cNvSpPr txBox="1"/>
          <p:nvPr>
            <p:ph type="title"/>
          </p:nvPr>
        </p:nvSpPr>
        <p:spPr>
          <a:xfrm>
            <a:off x="509016" y="648200"/>
            <a:ext cx="79644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26" name="Google Shape;526;p73"/>
          <p:cNvSpPr/>
          <p:nvPr/>
        </p:nvSpPr>
        <p:spPr>
          <a:xfrm>
            <a:off x="6247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3"/>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3"/>
          <p:cNvSpPr/>
          <p:nvPr/>
        </p:nvSpPr>
        <p:spPr>
          <a:xfrm>
            <a:off x="61782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3"/>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30" name="Google Shape;530;p73"/>
          <p:cNvSpPr txBox="1"/>
          <p:nvPr>
            <p:ph idx="6"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31" name="Google Shape;531;p73"/>
          <p:cNvSpPr txBox="1"/>
          <p:nvPr>
            <p:ph idx="7" type="body"/>
          </p:nvPr>
        </p:nvSpPr>
        <p:spPr>
          <a:xfrm>
            <a:off x="3291764"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32" name="Google Shape;532;p73"/>
          <p:cNvSpPr txBox="1"/>
          <p:nvPr>
            <p:ph idx="8" type="body"/>
          </p:nvPr>
        </p:nvSpPr>
        <p:spPr>
          <a:xfrm>
            <a:off x="6068489"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pic>
        <p:nvPicPr>
          <p:cNvPr id="533" name="Google Shape;533;p73"/>
          <p:cNvPicPr preferRelativeResize="0"/>
          <p:nvPr/>
        </p:nvPicPr>
        <p:blipFill>
          <a:blip r:embed="rId2">
            <a:alphaModFix/>
          </a:blip>
          <a:stretch>
            <a:fillRect/>
          </a:stretch>
        </p:blipFill>
        <p:spPr>
          <a:xfrm>
            <a:off x="2847300" y="4651226"/>
            <a:ext cx="228175" cy="228150"/>
          </a:xfrm>
          <a:prstGeom prst="rect">
            <a:avLst/>
          </a:prstGeom>
          <a:noFill/>
          <a:ln>
            <a:noFill/>
          </a:ln>
        </p:spPr>
      </p:pic>
      <p:sp>
        <p:nvSpPr>
          <p:cNvPr id="534" name="Google Shape;534;p73"/>
          <p:cNvSpPr txBox="1"/>
          <p:nvPr>
            <p:ph idx="9" type="subTitle"/>
          </p:nvPr>
        </p:nvSpPr>
        <p:spPr>
          <a:xfrm>
            <a:off x="51502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5" name="Google Shape;535;p73"/>
          <p:cNvPicPr preferRelativeResize="0"/>
          <p:nvPr/>
        </p:nvPicPr>
        <p:blipFill>
          <a:blip r:embed="rId2">
            <a:alphaModFix/>
          </a:blip>
          <a:stretch>
            <a:fillRect/>
          </a:stretch>
        </p:blipFill>
        <p:spPr>
          <a:xfrm>
            <a:off x="5624075" y="4651226"/>
            <a:ext cx="228175" cy="228150"/>
          </a:xfrm>
          <a:prstGeom prst="rect">
            <a:avLst/>
          </a:prstGeom>
          <a:noFill/>
          <a:ln>
            <a:noFill/>
          </a:ln>
        </p:spPr>
      </p:pic>
      <p:sp>
        <p:nvSpPr>
          <p:cNvPr id="536" name="Google Shape;536;p73"/>
          <p:cNvSpPr txBox="1"/>
          <p:nvPr>
            <p:ph idx="13" type="subTitle"/>
          </p:nvPr>
        </p:nvSpPr>
        <p:spPr>
          <a:xfrm>
            <a:off x="3291800"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7" name="Google Shape;537;p73"/>
          <p:cNvPicPr preferRelativeResize="0"/>
          <p:nvPr/>
        </p:nvPicPr>
        <p:blipFill>
          <a:blip r:embed="rId2">
            <a:alphaModFix/>
          </a:blip>
          <a:stretch>
            <a:fillRect/>
          </a:stretch>
        </p:blipFill>
        <p:spPr>
          <a:xfrm>
            <a:off x="8400800" y="4651226"/>
            <a:ext cx="228175" cy="228150"/>
          </a:xfrm>
          <a:prstGeom prst="rect">
            <a:avLst/>
          </a:prstGeom>
          <a:noFill/>
          <a:ln>
            <a:noFill/>
          </a:ln>
        </p:spPr>
      </p:pic>
      <p:sp>
        <p:nvSpPr>
          <p:cNvPr id="538" name="Google Shape;538;p73"/>
          <p:cNvSpPr txBox="1"/>
          <p:nvPr>
            <p:ph idx="14" type="subTitle"/>
          </p:nvPr>
        </p:nvSpPr>
        <p:spPr>
          <a:xfrm>
            <a:off x="606857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pg#">
  <p:cSld name="SECTION_HEADER_1_1_2_1_2_1_1_3">
    <p:bg>
      <p:bgPr>
        <a:solidFill>
          <a:srgbClr val="FFFFFF"/>
        </a:solidFill>
      </p:bgPr>
    </p:bg>
    <p:spTree>
      <p:nvGrpSpPr>
        <p:cNvPr id="539" name="Shape 539"/>
        <p:cNvGrpSpPr/>
        <p:nvPr/>
      </p:nvGrpSpPr>
      <p:grpSpPr>
        <a:xfrm>
          <a:off x="0" y="0"/>
          <a:ext cx="0" cy="0"/>
          <a:chOff x="0" y="0"/>
          <a:chExt cx="0" cy="0"/>
        </a:xfrm>
      </p:grpSpPr>
      <p:sp>
        <p:nvSpPr>
          <p:cNvPr id="540" name="Google Shape;540;p74"/>
          <p:cNvSpPr txBox="1"/>
          <p:nvPr>
            <p:ph idx="1"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41" name="Google Shape;541;p74"/>
          <p:cNvSpPr txBox="1"/>
          <p:nvPr>
            <p:ph idx="2"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42" name="Google Shape;542;p74"/>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4"/>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4"/>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46" name="Google Shape;546;p74"/>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47" name="Google Shape;547;p74"/>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4"/>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49" name="Google Shape;549;p74"/>
          <p:cNvSpPr txBox="1"/>
          <p:nvPr>
            <p:ph idx="6"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0" name="Google Shape;550;p74"/>
          <p:cNvSpPr txBox="1"/>
          <p:nvPr>
            <p:ph idx="7"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1" name="Google Shape;551;p74"/>
          <p:cNvSpPr txBox="1"/>
          <p:nvPr>
            <p:ph idx="8"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2" name="Google Shape;552;p74"/>
          <p:cNvSpPr txBox="1"/>
          <p:nvPr>
            <p:ph idx="9"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3" name="Google Shape;553;p74"/>
          <p:cNvSpPr txBox="1"/>
          <p:nvPr>
            <p:ph idx="13"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4" name="Google Shape;554;p74"/>
          <p:cNvSpPr txBox="1"/>
          <p:nvPr>
            <p:ph idx="14"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5" name="Google Shape;555;p74"/>
          <p:cNvSpPr txBox="1"/>
          <p:nvPr>
            <p:ph type="title"/>
          </p:nvPr>
        </p:nvSpPr>
        <p:spPr>
          <a:xfrm>
            <a:off x="585225" y="648200"/>
            <a:ext cx="8046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Action pg#">
  <p:cSld name="SECTION_HEADER_1_1_2_1_2_1_1_3_1">
    <p:bg>
      <p:bgPr>
        <a:solidFill>
          <a:srgbClr val="FFFFFF"/>
        </a:solidFill>
      </p:bgPr>
    </p:bg>
    <p:spTree>
      <p:nvGrpSpPr>
        <p:cNvPr id="556" name="Shape 556"/>
        <p:cNvGrpSpPr/>
        <p:nvPr/>
      </p:nvGrpSpPr>
      <p:grpSpPr>
        <a:xfrm>
          <a:off x="0" y="0"/>
          <a:ext cx="0" cy="0"/>
          <a:chOff x="0" y="0"/>
          <a:chExt cx="0" cy="0"/>
        </a:xfrm>
      </p:grpSpPr>
      <p:sp>
        <p:nvSpPr>
          <p:cNvPr id="557" name="Google Shape;557;p7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58" name="Google Shape;558;p75"/>
          <p:cNvSpPr txBox="1"/>
          <p:nvPr>
            <p:ph idx="2"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9" name="Google Shape;559;p75"/>
          <p:cNvSpPr txBox="1"/>
          <p:nvPr>
            <p:ph idx="3"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0" name="Google Shape;560;p75"/>
          <p:cNvSpPr txBox="1"/>
          <p:nvPr>
            <p:ph idx="4"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1" name="Google Shape;561;p75"/>
          <p:cNvSpPr txBox="1"/>
          <p:nvPr>
            <p:ph idx="5"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2" name="Google Shape;562;p75"/>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5"/>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5"/>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66" name="Google Shape;566;p75"/>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67" name="Google Shape;567;p75"/>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5"/>
          <p:cNvSpPr txBox="1"/>
          <p:nvPr>
            <p:ph idx="8"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9" name="Google Shape;569;p75"/>
          <p:cNvSpPr txBox="1"/>
          <p:nvPr>
            <p:ph idx="9"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0" name="Google Shape;570;p75"/>
          <p:cNvSpPr txBox="1"/>
          <p:nvPr>
            <p:ph idx="13"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71" name="Google Shape;571;p75"/>
          <p:cNvSpPr txBox="1"/>
          <p:nvPr>
            <p:ph idx="14"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2" name="Google Shape;572;p75"/>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 with Single Image or GIF - pg#">
  <p:cSld name="SECTION_HEADER_1_1_2_1_2_1_1_2_1">
    <p:bg>
      <p:bgPr>
        <a:solidFill>
          <a:srgbClr val="FFFFFF"/>
        </a:solidFill>
      </p:bgPr>
    </p:bg>
    <p:spTree>
      <p:nvGrpSpPr>
        <p:cNvPr id="573" name="Shape 573"/>
        <p:cNvGrpSpPr/>
        <p:nvPr/>
      </p:nvGrpSpPr>
      <p:grpSpPr>
        <a:xfrm>
          <a:off x="0" y="0"/>
          <a:ext cx="0" cy="0"/>
          <a:chOff x="0" y="0"/>
          <a:chExt cx="0" cy="0"/>
        </a:xfrm>
      </p:grpSpPr>
      <p:sp>
        <p:nvSpPr>
          <p:cNvPr id="574" name="Google Shape;574;p76"/>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75" name="Google Shape;575;p76"/>
          <p:cNvSpPr txBox="1"/>
          <p:nvPr>
            <p:ph type="title"/>
          </p:nvPr>
        </p:nvSpPr>
        <p:spPr>
          <a:xfrm>
            <a:off x="1088136"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6" name="Google Shape;576;p76"/>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78" name="Google Shape;578;p76"/>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79" name="Google Shape;579;p76"/>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Review with Image or GIF - pg#">
  <p:cSld name="SECTION_HEADER_1_1_2_1_2_1_1_2_1_1_1">
    <p:bg>
      <p:bgPr>
        <a:solidFill>
          <a:srgbClr val="FFFFFF"/>
        </a:solidFill>
      </p:bgPr>
    </p:bg>
    <p:spTree>
      <p:nvGrpSpPr>
        <p:cNvPr id="580" name="Shape 580"/>
        <p:cNvGrpSpPr/>
        <p:nvPr/>
      </p:nvGrpSpPr>
      <p:grpSpPr>
        <a:xfrm>
          <a:off x="0" y="0"/>
          <a:ext cx="0" cy="0"/>
          <a:chOff x="0" y="0"/>
          <a:chExt cx="0" cy="0"/>
        </a:xfrm>
      </p:grpSpPr>
      <p:sp>
        <p:nvSpPr>
          <p:cNvPr id="581" name="Google Shape;581;p77"/>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82" name="Google Shape;582;p77"/>
          <p:cNvSpPr txBox="1"/>
          <p:nvPr>
            <p:ph type="title"/>
          </p:nvPr>
        </p:nvSpPr>
        <p:spPr>
          <a:xfrm>
            <a:off x="594347"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83" name="Google Shape;583;p77"/>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85" name="Google Shape;585;p77"/>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86" name="Google Shape;586;p77"/>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with Numbering - pg#">
  <p:cSld name="SECTION_HEADER_1_1_2_1_2_1_1_1_3">
    <p:bg>
      <p:bgPr>
        <a:solidFill>
          <a:srgbClr val="FFFFFF"/>
        </a:solidFill>
      </p:bgPr>
    </p:bg>
    <p:spTree>
      <p:nvGrpSpPr>
        <p:cNvPr id="587" name="Shape 587"/>
        <p:cNvGrpSpPr/>
        <p:nvPr/>
      </p:nvGrpSpPr>
      <p:grpSpPr>
        <a:xfrm>
          <a:off x="0" y="0"/>
          <a:ext cx="0" cy="0"/>
          <a:chOff x="0" y="0"/>
          <a:chExt cx="0" cy="0"/>
        </a:xfrm>
      </p:grpSpPr>
      <p:sp>
        <p:nvSpPr>
          <p:cNvPr id="588" name="Google Shape;588;p78"/>
          <p:cNvSpPr txBox="1"/>
          <p:nvPr>
            <p:ph idx="1"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89" name="Google Shape;589;p78"/>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0" name="Google Shape;590;p7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1" name="Google Shape;591;p78"/>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2" name="Google Shape;592;p78"/>
          <p:cNvSpPr txBox="1"/>
          <p:nvPr>
            <p:ph idx="4"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593" name="Google Shape;593;p78"/>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 pg#">
  <p:cSld name="SECTION_HEADER_1_1_2_1_2_1_1_1_3_1">
    <p:bg>
      <p:bgPr>
        <a:solidFill>
          <a:srgbClr val="FFFFFF"/>
        </a:solidFill>
      </p:bgPr>
    </p:bg>
    <p:spTree>
      <p:nvGrpSpPr>
        <p:cNvPr id="594" name="Shape 594"/>
        <p:cNvGrpSpPr/>
        <p:nvPr/>
      </p:nvGrpSpPr>
      <p:grpSpPr>
        <a:xfrm>
          <a:off x="0" y="0"/>
          <a:ext cx="0" cy="0"/>
          <a:chOff x="0" y="0"/>
          <a:chExt cx="0" cy="0"/>
        </a:xfrm>
      </p:grpSpPr>
      <p:sp>
        <p:nvSpPr>
          <p:cNvPr id="595" name="Google Shape;595;p79"/>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96" name="Google Shape;596;p79"/>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7" name="Google Shape;597;p7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8" name="Google Shape;598;p79"/>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9" name="Google Shape;599;p79"/>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with Numbering - pg#">
  <p:cSld name="SECTION_HEADER_1_1_2_1_2_1_1_1_3_1_1">
    <p:bg>
      <p:bgPr>
        <a:solidFill>
          <a:srgbClr val="FFFFFF"/>
        </a:solidFill>
      </p:bgPr>
    </p:bg>
    <p:spTree>
      <p:nvGrpSpPr>
        <p:cNvPr id="600" name="Shape 600"/>
        <p:cNvGrpSpPr/>
        <p:nvPr/>
      </p:nvGrpSpPr>
      <p:grpSpPr>
        <a:xfrm>
          <a:off x="0" y="0"/>
          <a:ext cx="0" cy="0"/>
          <a:chOff x="0" y="0"/>
          <a:chExt cx="0" cy="0"/>
        </a:xfrm>
      </p:grpSpPr>
      <p:sp>
        <p:nvSpPr>
          <p:cNvPr id="601" name="Google Shape;601;p80"/>
          <p:cNvSpPr txBox="1"/>
          <p:nvPr>
            <p:ph idx="1"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602" name="Google Shape;602;p80"/>
          <p:cNvSpPr txBox="1"/>
          <p:nvPr>
            <p:ph idx="2"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3" name="Google Shape;603;p80"/>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04" name="Google Shape;604;p80"/>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05" name="Google Shape;605;p80"/>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06" name="Google Shape;606;p80"/>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 pg#">
  <p:cSld name="SECTION_HEADER_1_1_2_1_2_1_1_1_3_1_1_1">
    <p:bg>
      <p:bgPr>
        <a:solidFill>
          <a:srgbClr val="FFFFFF"/>
        </a:solidFill>
      </p:bgPr>
    </p:bg>
    <p:spTree>
      <p:nvGrpSpPr>
        <p:cNvPr id="607" name="Shape 607"/>
        <p:cNvGrpSpPr/>
        <p:nvPr/>
      </p:nvGrpSpPr>
      <p:grpSpPr>
        <a:xfrm>
          <a:off x="0" y="0"/>
          <a:ext cx="0" cy="0"/>
          <a:chOff x="0" y="0"/>
          <a:chExt cx="0" cy="0"/>
        </a:xfrm>
      </p:grpSpPr>
      <p:sp>
        <p:nvSpPr>
          <p:cNvPr id="608" name="Google Shape;608;p81"/>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9" name="Google Shape;609;p81"/>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10" name="Google Shape;610;p8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11" name="Google Shape;611;p81"/>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12" name="Google Shape;612;p81"/>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p:cSld name="SECTION_HEADER_1_1_2_1_2_1_1_1_2">
    <p:bg>
      <p:bgPr>
        <a:solidFill>
          <a:srgbClr val="D9D9D9"/>
        </a:solidFill>
      </p:bgPr>
    </p:bg>
    <p:spTree>
      <p:nvGrpSpPr>
        <p:cNvPr id="613" name="Shape 613"/>
        <p:cNvGrpSpPr/>
        <p:nvPr/>
      </p:nvGrpSpPr>
      <p:grpSpPr>
        <a:xfrm>
          <a:off x="0" y="0"/>
          <a:ext cx="0" cy="0"/>
          <a:chOff x="0" y="0"/>
          <a:chExt cx="0" cy="0"/>
        </a:xfrm>
      </p:grpSpPr>
      <p:sp>
        <p:nvSpPr>
          <p:cNvPr id="614" name="Google Shape;614;p82"/>
          <p:cNvSpPr txBox="1"/>
          <p:nvPr>
            <p:ph idx="1" type="body"/>
          </p:nvPr>
        </p:nvSpPr>
        <p:spPr>
          <a:xfrm>
            <a:off x="804672" y="1481328"/>
            <a:ext cx="7333500" cy="2944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15" name="Google Shape;615;p82"/>
          <p:cNvSpPr txBox="1"/>
          <p:nvPr>
            <p:ph type="title"/>
          </p:nvPr>
        </p:nvSpPr>
        <p:spPr>
          <a:xfrm>
            <a:off x="808850" y="822960"/>
            <a:ext cx="7503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616" name="Shape 616"/>
        <p:cNvGrpSpPr/>
        <p:nvPr/>
      </p:nvGrpSpPr>
      <p:grpSpPr>
        <a:xfrm>
          <a:off x="0" y="0"/>
          <a:ext cx="0" cy="0"/>
          <a:chOff x="0" y="0"/>
          <a:chExt cx="0" cy="0"/>
        </a:xfrm>
      </p:grpSpPr>
      <p:sp>
        <p:nvSpPr>
          <p:cNvPr id="617" name="Google Shape;617;p83"/>
          <p:cNvSpPr txBox="1"/>
          <p:nvPr/>
        </p:nvSpPr>
        <p:spPr>
          <a:xfrm>
            <a:off x="804672" y="2133000"/>
            <a:ext cx="5677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333FBF"/>
                </a:solidFill>
                <a:latin typeface="Roboto Medium"/>
                <a:ea typeface="Roboto Medium"/>
                <a:cs typeface="Roboto Medium"/>
                <a:sym typeface="Roboto Medium"/>
              </a:rPr>
              <a:t>End of Lesson</a:t>
            </a:r>
            <a:r>
              <a:rPr lang="en" sz="4800">
                <a:solidFill>
                  <a:srgbClr val="333FBF"/>
                </a:solidFill>
              </a:rPr>
              <a:t> </a:t>
            </a:r>
            <a:endParaRPr sz="4800">
              <a:solidFill>
                <a:srgbClr val="333FBF"/>
              </a:solidFill>
            </a:endParaRPr>
          </a:p>
        </p:txBody>
      </p:sp>
      <p:pic>
        <p:nvPicPr>
          <p:cNvPr id="618" name="Google Shape;618;p83"/>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619" name="Google Shape;619;p83"/>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0" name="Google Shape;620;p83"/>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621" name="Google Shape;621;p83"/>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622" name="Google Shape;622;p83"/>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p:cSld name="SECTION_HEADER_1_1_1">
    <p:bg>
      <p:bgPr>
        <a:solidFill>
          <a:srgbClr val="000000"/>
        </a:solidFill>
      </p:bgPr>
    </p:bg>
    <p:spTree>
      <p:nvGrpSpPr>
        <p:cNvPr id="623" name="Shape 623"/>
        <p:cNvGrpSpPr/>
        <p:nvPr/>
      </p:nvGrpSpPr>
      <p:grpSpPr>
        <a:xfrm>
          <a:off x="0" y="0"/>
          <a:ext cx="0" cy="0"/>
          <a:chOff x="0" y="0"/>
          <a:chExt cx="0" cy="0"/>
        </a:xfrm>
      </p:grpSpPr>
      <p:sp>
        <p:nvSpPr>
          <p:cNvPr id="624" name="Google Shape;624;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4"/>
          <p:cNvSpPr txBox="1"/>
          <p:nvPr>
            <p:ph type="title"/>
          </p:nvPr>
        </p:nvSpPr>
        <p:spPr>
          <a:xfrm>
            <a:off x="808850" y="3170750"/>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26" name="Google Shape;626;p84"/>
          <p:cNvSpPr txBox="1"/>
          <p:nvPr>
            <p:ph idx="2" type="title"/>
          </p:nvPr>
        </p:nvSpPr>
        <p:spPr>
          <a:xfrm>
            <a:off x="808850" y="3683675"/>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guide id="2" orient="horz" pos="2683">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0" name="Google Shape;630;p8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hree lines) ">
  <p:cSld name="SECTION_HEADER_1_1_1_1_1">
    <p:bg>
      <p:bgPr>
        <a:solidFill>
          <a:srgbClr val="000000"/>
        </a:solidFill>
      </p:bgPr>
    </p:bg>
    <p:spTree>
      <p:nvGrpSpPr>
        <p:cNvPr id="631" name="Shape 631"/>
        <p:cNvGrpSpPr/>
        <p:nvPr/>
      </p:nvGrpSpPr>
      <p:grpSpPr>
        <a:xfrm>
          <a:off x="0" y="0"/>
          <a:ext cx="0" cy="0"/>
          <a:chOff x="0" y="0"/>
          <a:chExt cx="0" cy="0"/>
        </a:xfrm>
      </p:grpSpPr>
      <p:sp>
        <p:nvSpPr>
          <p:cNvPr id="632" name="Google Shape;63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808850" y="2020824"/>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4" name="Google Shape;634;p86"/>
          <p:cNvSpPr txBox="1"/>
          <p:nvPr>
            <p:ph idx="2" type="title"/>
          </p:nvPr>
        </p:nvSpPr>
        <p:spPr>
          <a:xfrm>
            <a:off x="808850" y="2533749"/>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Text - pg#">
  <p:cSld name="SECTION_HEADER_1_1_2_1_2_2_1">
    <p:bg>
      <p:bgPr>
        <a:solidFill>
          <a:srgbClr val="FFFFFF"/>
        </a:solidFill>
      </p:bgPr>
    </p:bg>
    <p:spTree>
      <p:nvGrpSpPr>
        <p:cNvPr id="635" name="Shape 635"/>
        <p:cNvGrpSpPr/>
        <p:nvPr/>
      </p:nvGrpSpPr>
      <p:grpSpPr>
        <a:xfrm>
          <a:off x="0" y="0"/>
          <a:ext cx="0" cy="0"/>
          <a:chOff x="0" y="0"/>
          <a:chExt cx="0" cy="0"/>
        </a:xfrm>
      </p:grpSpPr>
      <p:sp>
        <p:nvSpPr>
          <p:cNvPr id="636" name="Google Shape;636;p8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37" name="Google Shape;637;p8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7"/>
          <p:cNvSpPr txBox="1"/>
          <p:nvPr>
            <p:ph idx="2"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39" name="Google Shape;639;p87"/>
          <p:cNvSpPr txBox="1"/>
          <p:nvPr>
            <p:ph idx="3"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40" name="Google Shape;640;p87"/>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641" name="Google Shape;641;p87"/>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2" name="Google Shape;642;p87"/>
          <p:cNvSpPr txBox="1"/>
          <p:nvPr>
            <p:ph idx="6"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CCC - numbered">
  <p:cSld name="SECTION_HEADER_1_1_2_3_1_4">
    <p:bg>
      <p:bgPr>
        <a:solidFill>
          <a:srgbClr val="FFFFFF"/>
        </a:solidFill>
      </p:bgPr>
    </p:bg>
    <p:spTree>
      <p:nvGrpSpPr>
        <p:cNvPr id="643" name="Shape 643"/>
        <p:cNvGrpSpPr/>
        <p:nvPr/>
      </p:nvGrpSpPr>
      <p:grpSpPr>
        <a:xfrm>
          <a:off x="0" y="0"/>
          <a:ext cx="0" cy="0"/>
          <a:chOff x="0" y="0"/>
          <a:chExt cx="0" cy="0"/>
        </a:xfrm>
      </p:grpSpPr>
      <p:pic>
        <p:nvPicPr>
          <p:cNvPr id="644" name="Google Shape;644;p8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645" name="Google Shape;645;p88"/>
          <p:cNvSpPr txBox="1"/>
          <p:nvPr>
            <p:ph type="title"/>
          </p:nvPr>
        </p:nvSpPr>
        <p:spPr>
          <a:xfrm>
            <a:off x="822960" y="1179576"/>
            <a:ext cx="75072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7B9E3F"/>
              </a:buClr>
              <a:buSzPts val="2800"/>
              <a:buNone/>
              <a:defRPr sz="2800">
                <a:solidFill>
                  <a:srgbClr val="7B9E3F"/>
                </a:solidFill>
              </a:defRPr>
            </a:lvl1pPr>
            <a:lvl2pPr lvl="1">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2pPr>
            <a:lvl3pPr lvl="2">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3pPr>
            <a:lvl4pPr lvl="3">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4pPr>
            <a:lvl5pPr lvl="4">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5pPr>
            <a:lvl6pPr lvl="5">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6pPr>
            <a:lvl7pPr lvl="6">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7pPr>
            <a:lvl8pPr lvl="7">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8pPr>
            <a:lvl9pPr lvl="8">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9pPr>
          </a:lstStyle>
          <a:p/>
        </p:txBody>
      </p:sp>
      <p:sp>
        <p:nvSpPr>
          <p:cNvPr id="646" name="Google Shape;646;p8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7" name="Google Shape;647;p8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48" name="Google Shape;648;p88"/>
          <p:cNvSpPr txBox="1"/>
          <p:nvPr>
            <p:ph idx="3" type="title"/>
          </p:nvPr>
        </p:nvSpPr>
        <p:spPr>
          <a:xfrm>
            <a:off x="822960" y="694944"/>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2pPr>
            <a:lvl3pPr lvl="2"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3pPr>
            <a:lvl4pPr lvl="3"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4pPr>
            <a:lvl5pPr lvl="4"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5pPr>
            <a:lvl6pPr lvl="5"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6pPr>
            <a:lvl7pPr lvl="6"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7pPr>
            <a:lvl8pPr lvl="7"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8pPr>
            <a:lvl9pPr lvl="8"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9pPr>
          </a:lstStyle>
          <a:p/>
        </p:txBody>
      </p:sp>
      <p:sp>
        <p:nvSpPr>
          <p:cNvPr id="649" name="Google Shape;649;p88"/>
          <p:cNvSpPr txBox="1"/>
          <p:nvPr>
            <p:ph idx="4" type="body"/>
          </p:nvPr>
        </p:nvSpPr>
        <p:spPr>
          <a:xfrm>
            <a:off x="8808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0" name="Google Shape;650;p88"/>
          <p:cNvSpPr txBox="1"/>
          <p:nvPr>
            <p:ph idx="5" type="body"/>
          </p:nvPr>
        </p:nvSpPr>
        <p:spPr>
          <a:xfrm>
            <a:off x="1511800" y="2109225"/>
            <a:ext cx="66660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image - numbered">
  <p:cSld name="SECTION_HEADER_1_1_2_3_1_3_1">
    <p:bg>
      <p:bgPr>
        <a:solidFill>
          <a:srgbClr val="FFFFFF"/>
        </a:solidFill>
      </p:bgPr>
    </p:bg>
    <p:spTree>
      <p:nvGrpSpPr>
        <p:cNvPr id="651" name="Shape 651"/>
        <p:cNvGrpSpPr/>
        <p:nvPr/>
      </p:nvGrpSpPr>
      <p:grpSpPr>
        <a:xfrm>
          <a:off x="0" y="0"/>
          <a:ext cx="0" cy="0"/>
          <a:chOff x="0" y="0"/>
          <a:chExt cx="0" cy="0"/>
        </a:xfrm>
      </p:grpSpPr>
      <p:pic>
        <p:nvPicPr>
          <p:cNvPr id="652" name="Google Shape;652;p89"/>
          <p:cNvPicPr preferRelativeResize="0"/>
          <p:nvPr/>
        </p:nvPicPr>
        <p:blipFill rotWithShape="1">
          <a:blip r:embed="rId2">
            <a:alphaModFix/>
          </a:blip>
          <a:srcRect b="-8684" l="0" r="0" t="0"/>
          <a:stretch/>
        </p:blipFill>
        <p:spPr>
          <a:xfrm>
            <a:off x="549100" y="1104729"/>
            <a:ext cx="8210620" cy="3998652"/>
          </a:xfrm>
          <a:prstGeom prst="rect">
            <a:avLst/>
          </a:prstGeom>
          <a:noFill/>
          <a:ln>
            <a:noFill/>
          </a:ln>
        </p:spPr>
      </p:pic>
      <p:sp>
        <p:nvSpPr>
          <p:cNvPr id="653" name="Google Shape;653;p8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54" name="Google Shape;654;p8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55" name="Google Shape;655;p89"/>
          <p:cNvSpPr txBox="1"/>
          <p:nvPr>
            <p:ph type="title"/>
          </p:nvPr>
        </p:nvSpPr>
        <p:spPr>
          <a:xfrm>
            <a:off x="818410" y="548640"/>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None/>
              <a:defRPr>
                <a:solidFill>
                  <a:srgbClr val="2F2F2F"/>
                </a:solidFill>
              </a:defRPr>
            </a:lvl2pPr>
            <a:lvl3pPr lvl="2" algn="ctr">
              <a:spcBef>
                <a:spcPts val="0"/>
              </a:spcBef>
              <a:spcAft>
                <a:spcPts val="0"/>
              </a:spcAft>
              <a:buClr>
                <a:srgbClr val="2F2F2F"/>
              </a:buClr>
              <a:buSzPts val="2800"/>
              <a:buNone/>
              <a:defRPr>
                <a:solidFill>
                  <a:srgbClr val="2F2F2F"/>
                </a:solidFill>
              </a:defRPr>
            </a:lvl3pPr>
            <a:lvl4pPr lvl="3" algn="ctr">
              <a:spcBef>
                <a:spcPts val="0"/>
              </a:spcBef>
              <a:spcAft>
                <a:spcPts val="0"/>
              </a:spcAft>
              <a:buClr>
                <a:srgbClr val="2F2F2F"/>
              </a:buClr>
              <a:buSzPts val="2800"/>
              <a:buNone/>
              <a:defRPr>
                <a:solidFill>
                  <a:srgbClr val="2F2F2F"/>
                </a:solidFill>
              </a:defRPr>
            </a:lvl4pPr>
            <a:lvl5pPr lvl="4" algn="ctr">
              <a:spcBef>
                <a:spcPts val="0"/>
              </a:spcBef>
              <a:spcAft>
                <a:spcPts val="0"/>
              </a:spcAft>
              <a:buClr>
                <a:srgbClr val="2F2F2F"/>
              </a:buClr>
              <a:buSzPts val="2800"/>
              <a:buNone/>
              <a:defRPr>
                <a:solidFill>
                  <a:srgbClr val="2F2F2F"/>
                </a:solidFill>
              </a:defRPr>
            </a:lvl5pPr>
            <a:lvl6pPr lvl="5" algn="ctr">
              <a:spcBef>
                <a:spcPts val="0"/>
              </a:spcBef>
              <a:spcAft>
                <a:spcPts val="0"/>
              </a:spcAft>
              <a:buClr>
                <a:srgbClr val="2F2F2F"/>
              </a:buClr>
              <a:buSzPts val="2800"/>
              <a:buNone/>
              <a:defRPr>
                <a:solidFill>
                  <a:srgbClr val="2F2F2F"/>
                </a:solidFill>
              </a:defRPr>
            </a:lvl6pPr>
            <a:lvl7pPr lvl="6" algn="ctr">
              <a:spcBef>
                <a:spcPts val="0"/>
              </a:spcBef>
              <a:spcAft>
                <a:spcPts val="0"/>
              </a:spcAft>
              <a:buClr>
                <a:srgbClr val="2F2F2F"/>
              </a:buClr>
              <a:buSzPts val="2800"/>
              <a:buNone/>
              <a:defRPr>
                <a:solidFill>
                  <a:srgbClr val="2F2F2F"/>
                </a:solidFill>
              </a:defRPr>
            </a:lvl7pPr>
            <a:lvl8pPr lvl="7" algn="ctr">
              <a:spcBef>
                <a:spcPts val="0"/>
              </a:spcBef>
              <a:spcAft>
                <a:spcPts val="0"/>
              </a:spcAft>
              <a:buClr>
                <a:srgbClr val="2F2F2F"/>
              </a:buClr>
              <a:buSzPts val="2800"/>
              <a:buNone/>
              <a:defRPr>
                <a:solidFill>
                  <a:srgbClr val="2F2F2F"/>
                </a:solidFill>
              </a:defRPr>
            </a:lvl8pPr>
            <a:lvl9pPr lvl="8" algn="ctr">
              <a:spcBef>
                <a:spcPts val="0"/>
              </a:spcBef>
              <a:spcAft>
                <a:spcPts val="0"/>
              </a:spcAft>
              <a:buClr>
                <a:srgbClr val="2F2F2F"/>
              </a:buClr>
              <a:buSzPts val="2800"/>
              <a:buNone/>
              <a:defRPr>
                <a:solidFill>
                  <a:srgbClr val="2F2F2F"/>
                </a:solidFill>
              </a:defRPr>
            </a:lvl9pPr>
          </a:lstStyle>
          <a:p/>
        </p:txBody>
      </p:sp>
      <p:sp>
        <p:nvSpPr>
          <p:cNvPr id="656" name="Google Shape;656;p89"/>
          <p:cNvSpPr txBox="1"/>
          <p:nvPr>
            <p:ph idx="3" type="body"/>
          </p:nvPr>
        </p:nvSpPr>
        <p:spPr>
          <a:xfrm>
            <a:off x="813816" y="1389888"/>
            <a:ext cx="704700" cy="28620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7" name="Google Shape;657;p89"/>
          <p:cNvSpPr txBox="1"/>
          <p:nvPr>
            <p:ph idx="4" type="body"/>
          </p:nvPr>
        </p:nvSpPr>
        <p:spPr>
          <a:xfrm>
            <a:off x="1444758" y="1389899"/>
            <a:ext cx="6664800" cy="28620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p:cSld name="CUSTOM_2">
    <p:spTree>
      <p:nvGrpSpPr>
        <p:cNvPr id="658" name="Shape 658"/>
        <p:cNvGrpSpPr/>
        <p:nvPr/>
      </p:nvGrpSpPr>
      <p:grpSpPr>
        <a:xfrm>
          <a:off x="0" y="0"/>
          <a:ext cx="0" cy="0"/>
          <a:chOff x="0" y="0"/>
          <a:chExt cx="0" cy="0"/>
        </a:xfrm>
      </p:grpSpPr>
      <p:sp>
        <p:nvSpPr>
          <p:cNvPr id="659" name="Google Shape;659;p90"/>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90"/>
          <p:cNvPicPr preferRelativeResize="0"/>
          <p:nvPr/>
        </p:nvPicPr>
        <p:blipFill rotWithShape="1">
          <a:blip r:embed="rId2">
            <a:alphaModFix/>
          </a:blip>
          <a:srcRect b="1888" l="397" r="407" t="17421"/>
          <a:stretch/>
        </p:blipFill>
        <p:spPr>
          <a:xfrm>
            <a:off x="0" y="962950"/>
            <a:ext cx="9144003" cy="4180550"/>
          </a:xfrm>
          <a:prstGeom prst="rect">
            <a:avLst/>
          </a:prstGeom>
          <a:noFill/>
          <a:ln>
            <a:noFill/>
          </a:ln>
        </p:spPr>
      </p:pic>
      <p:sp>
        <p:nvSpPr>
          <p:cNvPr id="661" name="Google Shape;661;p90"/>
          <p:cNvSpPr txBox="1"/>
          <p:nvPr/>
        </p:nvSpPr>
        <p:spPr>
          <a:xfrm>
            <a:off x="786104" y="365750"/>
            <a:ext cx="75621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F2F2F"/>
                </a:solidFill>
                <a:latin typeface="Roboto"/>
                <a:ea typeface="Roboto"/>
                <a:cs typeface="Roboto"/>
                <a:sym typeface="Roboto"/>
              </a:rPr>
              <a:t>Scientific Argumentation</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w/ text">
  <p:cSld name="CUSTOM_2_1">
    <p:spTree>
      <p:nvGrpSpPr>
        <p:cNvPr id="662" name="Shape 662"/>
        <p:cNvGrpSpPr/>
        <p:nvPr/>
      </p:nvGrpSpPr>
      <p:grpSpPr>
        <a:xfrm>
          <a:off x="0" y="0"/>
          <a:ext cx="0" cy="0"/>
          <a:chOff x="0" y="0"/>
          <a:chExt cx="0" cy="0"/>
        </a:xfrm>
      </p:grpSpPr>
      <p:sp>
        <p:nvSpPr>
          <p:cNvPr id="663" name="Google Shape;663;p91"/>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 name="Google Shape;664;p91"/>
          <p:cNvPicPr preferRelativeResize="0"/>
          <p:nvPr/>
        </p:nvPicPr>
        <p:blipFill rotWithShape="1">
          <a:blip r:embed="rId2">
            <a:alphaModFix/>
          </a:blip>
          <a:srcRect b="1153" l="0" r="0" t="2795"/>
          <a:stretch/>
        </p:blipFill>
        <p:spPr>
          <a:xfrm>
            <a:off x="1458213" y="97014"/>
            <a:ext cx="6227575" cy="4971400"/>
          </a:xfrm>
          <a:prstGeom prst="rect">
            <a:avLst/>
          </a:prstGeom>
          <a:noFill/>
          <a:ln>
            <a:noFill/>
          </a:ln>
        </p:spPr>
      </p:pic>
      <p:sp>
        <p:nvSpPr>
          <p:cNvPr id="665" name="Google Shape;665;p91"/>
          <p:cNvSpPr txBox="1"/>
          <p:nvPr>
            <p:ph idx="1" type="body"/>
          </p:nvPr>
        </p:nvSpPr>
        <p:spPr>
          <a:xfrm>
            <a:off x="2073824" y="1328925"/>
            <a:ext cx="5131500" cy="2944500"/>
          </a:xfrm>
          <a:prstGeom prst="rect">
            <a:avLst/>
          </a:prstGeom>
        </p:spPr>
        <p:txBody>
          <a:bodyPr anchorCtr="0" anchor="t" bIns="91425" lIns="91425" spcFirstLastPara="1" rIns="91425" wrap="square" tIns="91425">
            <a:noAutofit/>
          </a:bodyPr>
          <a:lstStyle>
            <a:lvl1pPr indent="-355600" lvl="0" marL="457200">
              <a:lnSpc>
                <a:spcPct val="100000"/>
              </a:lnSpc>
              <a:spcBef>
                <a:spcPts val="0"/>
              </a:spcBef>
              <a:spcAft>
                <a:spcPts val="0"/>
              </a:spcAft>
              <a:buSzPts val="2000"/>
              <a:buFont typeface="Roboto"/>
              <a:buChar char="●"/>
              <a:defRPr sz="2000">
                <a:latin typeface="Roboto"/>
                <a:ea typeface="Roboto"/>
                <a:cs typeface="Roboto"/>
                <a:sym typeface="Roboto"/>
              </a:defRPr>
            </a:lvl1pPr>
            <a:lvl2pPr indent="-355600" lvl="1" marL="914400">
              <a:lnSpc>
                <a:spcPct val="100000"/>
              </a:lnSpc>
              <a:spcBef>
                <a:spcPts val="1500"/>
              </a:spcBef>
              <a:spcAft>
                <a:spcPts val="0"/>
              </a:spcAft>
              <a:buSzPts val="2000"/>
              <a:buChar char="○"/>
              <a:defRPr sz="2000"/>
            </a:lvl2pPr>
            <a:lvl3pPr indent="-355600" lvl="2" marL="1371600">
              <a:lnSpc>
                <a:spcPct val="100000"/>
              </a:lnSpc>
              <a:spcBef>
                <a:spcPts val="1500"/>
              </a:spcBef>
              <a:spcAft>
                <a:spcPts val="0"/>
              </a:spcAft>
              <a:buSzPts val="2000"/>
              <a:buChar char="■"/>
              <a:defRPr sz="2000"/>
            </a:lvl3pPr>
            <a:lvl4pPr indent="-355600" lvl="3" marL="1828800">
              <a:lnSpc>
                <a:spcPct val="100000"/>
              </a:lnSpc>
              <a:spcBef>
                <a:spcPts val="1500"/>
              </a:spcBef>
              <a:spcAft>
                <a:spcPts val="0"/>
              </a:spcAft>
              <a:buSzPts val="2000"/>
              <a:buChar char="●"/>
              <a:defRPr sz="2000"/>
            </a:lvl4pPr>
            <a:lvl5pPr indent="-355600" lvl="4" marL="2286000">
              <a:lnSpc>
                <a:spcPct val="100000"/>
              </a:lnSpc>
              <a:spcBef>
                <a:spcPts val="1500"/>
              </a:spcBef>
              <a:spcAft>
                <a:spcPts val="0"/>
              </a:spcAft>
              <a:buSzPts val="2000"/>
              <a:buChar char="○"/>
              <a:defRPr sz="2000"/>
            </a:lvl5pPr>
            <a:lvl6pPr indent="-355600" lvl="5" marL="2743200">
              <a:lnSpc>
                <a:spcPct val="100000"/>
              </a:lnSpc>
              <a:spcBef>
                <a:spcPts val="1500"/>
              </a:spcBef>
              <a:spcAft>
                <a:spcPts val="0"/>
              </a:spcAft>
              <a:buSzPts val="2000"/>
              <a:buChar char="■"/>
              <a:defRPr sz="2000"/>
            </a:lvl6pPr>
            <a:lvl7pPr indent="-355600" lvl="6" marL="3200400">
              <a:lnSpc>
                <a:spcPct val="100000"/>
              </a:lnSpc>
              <a:spcBef>
                <a:spcPts val="1500"/>
              </a:spcBef>
              <a:spcAft>
                <a:spcPts val="0"/>
              </a:spcAft>
              <a:buSzPts val="2000"/>
              <a:buChar char="●"/>
              <a:defRPr sz="2000"/>
            </a:lvl7pPr>
            <a:lvl8pPr indent="-355600" lvl="7" marL="3657600">
              <a:lnSpc>
                <a:spcPct val="100000"/>
              </a:lnSpc>
              <a:spcBef>
                <a:spcPts val="1500"/>
              </a:spcBef>
              <a:spcAft>
                <a:spcPts val="0"/>
              </a:spcAft>
              <a:buSzPts val="2000"/>
              <a:buChar char="○"/>
              <a:defRPr sz="2000"/>
            </a:lvl8pPr>
            <a:lvl9pPr indent="-355600" lvl="8" marL="4114800">
              <a:lnSpc>
                <a:spcPct val="100000"/>
              </a:lnSpc>
              <a:spcBef>
                <a:spcPts val="1500"/>
              </a:spcBef>
              <a:spcAft>
                <a:spcPts val="1500"/>
              </a:spcAft>
              <a:buSzPts val="2000"/>
              <a:buChar char="■"/>
              <a:defRPr sz="2000"/>
            </a:lvl9pPr>
          </a:lstStyle>
          <a:p/>
        </p:txBody>
      </p:sp>
      <p:sp>
        <p:nvSpPr>
          <p:cNvPr id="666" name="Google Shape;666;p91"/>
          <p:cNvSpPr txBox="1"/>
          <p:nvPr>
            <p:ph type="title"/>
          </p:nvPr>
        </p:nvSpPr>
        <p:spPr>
          <a:xfrm>
            <a:off x="2002536" y="649224"/>
            <a:ext cx="5202900" cy="493800"/>
          </a:xfrm>
          <a:prstGeom prst="rect">
            <a:avLst/>
          </a:prstGeom>
        </p:spPr>
        <p:txBody>
          <a:bodyPr anchorCtr="0" anchor="t" bIns="91425" lIns="91425" spcFirstLastPara="1" rIns="91425" wrap="square" tIns="91425">
            <a:noAutofit/>
          </a:bodyPr>
          <a:lstStyle>
            <a:lvl1pPr lvl="0">
              <a:spcBef>
                <a:spcPts val="0"/>
              </a:spcBef>
              <a:spcAft>
                <a:spcPts val="0"/>
              </a:spcAft>
              <a:buNone/>
              <a:defRPr sz="2600">
                <a:solidFill>
                  <a:srgbClr val="000000"/>
                </a:solidFill>
              </a:defRPr>
            </a:lvl1pPr>
            <a:lvl2pPr lvl="1">
              <a:spcBef>
                <a:spcPts val="0"/>
              </a:spcBef>
              <a:spcAft>
                <a:spcPts val="0"/>
              </a:spcAft>
              <a:buNone/>
              <a:defRPr sz="2600">
                <a:solidFill>
                  <a:srgbClr val="000000"/>
                </a:solidFill>
              </a:defRPr>
            </a:lvl2pPr>
            <a:lvl3pPr lvl="2">
              <a:spcBef>
                <a:spcPts val="0"/>
              </a:spcBef>
              <a:spcAft>
                <a:spcPts val="0"/>
              </a:spcAft>
              <a:buNone/>
              <a:defRPr sz="2600">
                <a:solidFill>
                  <a:srgbClr val="000000"/>
                </a:solidFill>
              </a:defRPr>
            </a:lvl3pPr>
            <a:lvl4pPr lvl="3">
              <a:spcBef>
                <a:spcPts val="0"/>
              </a:spcBef>
              <a:spcAft>
                <a:spcPts val="0"/>
              </a:spcAft>
              <a:buNone/>
              <a:defRPr sz="2600">
                <a:solidFill>
                  <a:srgbClr val="000000"/>
                </a:solidFill>
              </a:defRPr>
            </a:lvl4pPr>
            <a:lvl5pPr lvl="4">
              <a:spcBef>
                <a:spcPts val="0"/>
              </a:spcBef>
              <a:spcAft>
                <a:spcPts val="0"/>
              </a:spcAft>
              <a:buNone/>
              <a:defRPr sz="2600">
                <a:solidFill>
                  <a:srgbClr val="000000"/>
                </a:solidFill>
              </a:defRPr>
            </a:lvl5pPr>
            <a:lvl6pPr lvl="5">
              <a:spcBef>
                <a:spcPts val="0"/>
              </a:spcBef>
              <a:spcAft>
                <a:spcPts val="0"/>
              </a:spcAft>
              <a:buNone/>
              <a:defRPr sz="2600">
                <a:solidFill>
                  <a:srgbClr val="000000"/>
                </a:solidFill>
              </a:defRPr>
            </a:lvl6pPr>
            <a:lvl7pPr lvl="6">
              <a:spcBef>
                <a:spcPts val="0"/>
              </a:spcBef>
              <a:spcAft>
                <a:spcPts val="0"/>
              </a:spcAft>
              <a:buNone/>
              <a:defRPr sz="2600">
                <a:solidFill>
                  <a:srgbClr val="000000"/>
                </a:solidFill>
              </a:defRPr>
            </a:lvl7pPr>
            <a:lvl8pPr lvl="7">
              <a:spcBef>
                <a:spcPts val="0"/>
              </a:spcBef>
              <a:spcAft>
                <a:spcPts val="0"/>
              </a:spcAft>
              <a:buNone/>
              <a:defRPr sz="2600">
                <a:solidFill>
                  <a:srgbClr val="000000"/>
                </a:solidFill>
              </a:defRPr>
            </a:lvl8pPr>
            <a:lvl9pPr lvl="8">
              <a:spcBef>
                <a:spcPts val="0"/>
              </a:spcBef>
              <a:spcAft>
                <a:spcPts val="0"/>
              </a:spcAft>
              <a:buNone/>
              <a:defRPr sz="2600">
                <a:solidFill>
                  <a:srgbClr val="000000"/>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TT">
  <p:cSld name="SECTION_HEADER_1_1_2_2_8">
    <p:bg>
      <p:bgPr>
        <a:solidFill>
          <a:srgbClr val="FFFFFF"/>
        </a:solidFill>
      </p:bgPr>
    </p:bg>
    <p:spTree>
      <p:nvGrpSpPr>
        <p:cNvPr id="667" name="Shape 667"/>
        <p:cNvGrpSpPr/>
        <p:nvPr/>
      </p:nvGrpSpPr>
      <p:grpSpPr>
        <a:xfrm>
          <a:off x="0" y="0"/>
          <a:ext cx="0" cy="0"/>
          <a:chOff x="0" y="0"/>
          <a:chExt cx="0" cy="0"/>
        </a:xfrm>
      </p:grpSpPr>
      <p:sp>
        <p:nvSpPr>
          <p:cNvPr id="668" name="Google Shape;668;p9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69" name="Google Shape;669;p9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0" name="Google Shape;670;p9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1" name="Google Shape;671;p9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pic>
        <p:nvPicPr>
          <p:cNvPr id="672" name="Google Shape;672;p92"/>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73" name="Google Shape;673;p92"/>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74" name="Google Shape;674;p92"/>
          <p:cNvSpPr txBox="1"/>
          <p:nvPr>
            <p:ph idx="6" type="body"/>
          </p:nvPr>
        </p:nvSpPr>
        <p:spPr>
          <a:xfrm>
            <a:off x="283464" y="1508760"/>
            <a:ext cx="3365100" cy="1134000"/>
          </a:xfrm>
          <a:prstGeom prst="rect">
            <a:avLst/>
          </a:prstGeom>
        </p:spPr>
        <p:txBody>
          <a:bodyPr anchorCtr="0" anchor="ctr" bIns="0" lIns="91425" spcFirstLastPara="1" rIns="91425" wrap="square" tIns="91425">
            <a:noAutofit/>
          </a:bodyPr>
          <a:lstStyle>
            <a:lvl1pPr indent="-330200" lvl="0" marL="457200">
              <a:spcBef>
                <a:spcPts val="0"/>
              </a:spcBef>
              <a:spcAft>
                <a:spcPts val="0"/>
              </a:spcAft>
              <a:buSzPts val="1600"/>
              <a:buFont typeface="Roboto"/>
              <a:buChar char="●"/>
              <a:defRPr sz="1600">
                <a:latin typeface="Roboto"/>
                <a:ea typeface="Roboto"/>
                <a:cs typeface="Roboto"/>
                <a:sym typeface="Roboto"/>
              </a:defRPr>
            </a:lvl1pPr>
            <a:lvl2pPr indent="-330200" lvl="1" marL="914400">
              <a:spcBef>
                <a:spcPts val="1600"/>
              </a:spcBef>
              <a:spcAft>
                <a:spcPts val="0"/>
              </a:spcAft>
              <a:buSzPts val="1600"/>
              <a:buChar char="○"/>
              <a:defRPr sz="1600"/>
            </a:lvl2pPr>
            <a:lvl3pPr indent="-330200" lvl="2" marL="1371600">
              <a:spcBef>
                <a:spcPts val="1600"/>
              </a:spcBef>
              <a:spcAft>
                <a:spcPts val="0"/>
              </a:spcAft>
              <a:buSzPts val="1600"/>
              <a:buChar char="■"/>
              <a:defRPr sz="1600"/>
            </a:lvl3pPr>
            <a:lvl4pPr indent="-330200" lvl="3" marL="1828800">
              <a:spcBef>
                <a:spcPts val="1600"/>
              </a:spcBef>
              <a:spcAft>
                <a:spcPts val="0"/>
              </a:spcAft>
              <a:buSzPts val="1600"/>
              <a:buChar char="●"/>
              <a:defRPr sz="1600"/>
            </a:lvl4pPr>
            <a:lvl5pPr indent="-330200" lvl="4" marL="2286000">
              <a:spcBef>
                <a:spcPts val="1600"/>
              </a:spcBef>
              <a:spcAft>
                <a:spcPts val="0"/>
              </a:spcAft>
              <a:buSzPts val="1600"/>
              <a:buChar char="○"/>
              <a:defRPr sz="1600"/>
            </a:lvl5pPr>
            <a:lvl6pPr indent="-330200" lvl="5" marL="2743200">
              <a:spcBef>
                <a:spcPts val="1600"/>
              </a:spcBef>
              <a:spcAft>
                <a:spcPts val="0"/>
              </a:spcAft>
              <a:buSzPts val="1600"/>
              <a:buChar char="■"/>
              <a:defRPr sz="1600"/>
            </a:lvl6pPr>
            <a:lvl7pPr indent="-330200" lvl="6" marL="3200400">
              <a:spcBef>
                <a:spcPts val="1600"/>
              </a:spcBef>
              <a:spcAft>
                <a:spcPts val="0"/>
              </a:spcAft>
              <a:buSzPts val="1600"/>
              <a:buChar char="●"/>
              <a:defRPr sz="1600"/>
            </a:lvl7pPr>
            <a:lvl8pPr indent="-330200" lvl="7" marL="3657600">
              <a:spcBef>
                <a:spcPts val="1600"/>
              </a:spcBef>
              <a:spcAft>
                <a:spcPts val="0"/>
              </a:spcAft>
              <a:buSzPts val="1600"/>
              <a:buChar char="○"/>
              <a:defRPr sz="1600"/>
            </a:lvl8pPr>
            <a:lvl9pPr indent="-330200" lvl="8" marL="4114800">
              <a:spcBef>
                <a:spcPts val="1600"/>
              </a:spcBef>
              <a:spcAft>
                <a:spcPts val="1600"/>
              </a:spcAft>
              <a:buSzPts val="1600"/>
              <a:buChar char="■"/>
              <a:defRPr sz="16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SA">
  <p:cSld name="SECTION_HEADER_1_1_2_1_2_6">
    <p:bg>
      <p:bgPr>
        <a:solidFill>
          <a:srgbClr val="FFFFFF"/>
        </a:solidFill>
      </p:bgPr>
    </p:bg>
    <p:spTree>
      <p:nvGrpSpPr>
        <p:cNvPr id="675" name="Shape 675"/>
        <p:cNvGrpSpPr/>
        <p:nvPr/>
      </p:nvGrpSpPr>
      <p:grpSpPr>
        <a:xfrm>
          <a:off x="0" y="0"/>
          <a:ext cx="0" cy="0"/>
          <a:chOff x="0" y="0"/>
          <a:chExt cx="0" cy="0"/>
        </a:xfrm>
      </p:grpSpPr>
      <p:sp>
        <p:nvSpPr>
          <p:cNvPr id="676" name="Google Shape;676;p9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77" name="Google Shape;677;p9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8" name="Google Shape;678;p93"/>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9" name="Google Shape;679;p93"/>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680" name="Google Shape;680;p93"/>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81" name="Google Shape;681;p93"/>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82" name="Google Shape;682;p93"/>
          <p:cNvSpPr txBox="1"/>
          <p:nvPr>
            <p:ph idx="6" type="body"/>
          </p:nvPr>
        </p:nvSpPr>
        <p:spPr>
          <a:xfrm>
            <a:off x="283464" y="1508760"/>
            <a:ext cx="3365100" cy="11340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Font typeface="Roboto"/>
              <a:buChar char="●"/>
              <a:defRPr sz="1800">
                <a:latin typeface="Roboto"/>
                <a:ea typeface="Roboto"/>
                <a:cs typeface="Roboto"/>
                <a:sym typeface="Roboto"/>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ty Guidelines">
  <p:cSld name="SECTION_HEADER_1_1_2_1_2_1_1_1_4">
    <p:bg>
      <p:bgPr>
        <a:solidFill>
          <a:srgbClr val="FFFFFF"/>
        </a:solidFill>
      </p:bgPr>
    </p:bg>
    <p:spTree>
      <p:nvGrpSpPr>
        <p:cNvPr id="683" name="Shape 683"/>
        <p:cNvGrpSpPr/>
        <p:nvPr/>
      </p:nvGrpSpPr>
      <p:grpSpPr>
        <a:xfrm>
          <a:off x="0" y="0"/>
          <a:ext cx="0" cy="0"/>
          <a:chOff x="0" y="0"/>
          <a:chExt cx="0" cy="0"/>
        </a:xfrm>
      </p:grpSpPr>
      <p:pic>
        <p:nvPicPr>
          <p:cNvPr id="684" name="Google Shape;684;p94"/>
          <p:cNvPicPr preferRelativeResize="0"/>
          <p:nvPr/>
        </p:nvPicPr>
        <p:blipFill rotWithShape="1">
          <a:blip r:embed="rId2">
            <a:alphaModFix/>
          </a:blip>
          <a:srcRect b="0" l="0" r="0" t="0"/>
          <a:stretch/>
        </p:blipFill>
        <p:spPr>
          <a:xfrm>
            <a:off x="5780575" y="991457"/>
            <a:ext cx="3122150" cy="3678292"/>
          </a:xfrm>
          <a:prstGeom prst="rect">
            <a:avLst/>
          </a:prstGeom>
          <a:noFill/>
          <a:ln>
            <a:noFill/>
          </a:ln>
        </p:spPr>
      </p:pic>
      <p:sp>
        <p:nvSpPr>
          <p:cNvPr id="685" name="Google Shape;685;p94"/>
          <p:cNvSpPr txBox="1"/>
          <p:nvPr/>
        </p:nvSpPr>
        <p:spPr>
          <a:xfrm>
            <a:off x="956975" y="991450"/>
            <a:ext cx="4767000" cy="3624600"/>
          </a:xfrm>
          <a:prstGeom prst="rect">
            <a:avLst/>
          </a:prstGeom>
          <a:noFill/>
          <a:ln>
            <a:noFill/>
          </a:ln>
        </p:spPr>
        <p:txBody>
          <a:bodyPr anchorCtr="0" anchor="t" bIns="91425" lIns="45700" spcFirstLastPara="1" rIns="91425" wrap="square" tIns="91425">
            <a:noAutofit/>
          </a:bodyPr>
          <a:lstStyle/>
          <a:p>
            <a:pPr indent="0" lvl="0" marL="0" rtl="0" algn="l">
              <a:lnSpc>
                <a:spcPct val="150000"/>
              </a:lnSpc>
              <a:spcBef>
                <a:spcPts val="0"/>
              </a:spcBef>
              <a:spcAft>
                <a:spcPts val="2000"/>
              </a:spcAft>
              <a:buNone/>
            </a:pPr>
            <a:r>
              <a:rPr lang="en">
                <a:latin typeface="Roboto"/>
                <a:ea typeface="Roboto"/>
                <a:cs typeface="Roboto"/>
                <a:sym typeface="Roboto"/>
              </a:rPr>
              <a:t>Follow instructions. </a:t>
            </a:r>
            <a:br>
              <a:rPr lang="en">
                <a:latin typeface="Roboto"/>
                <a:ea typeface="Roboto"/>
                <a:cs typeface="Roboto"/>
                <a:sym typeface="Roboto"/>
              </a:rPr>
            </a:br>
            <a:r>
              <a:rPr lang="en">
                <a:latin typeface="Roboto"/>
                <a:ea typeface="Roboto"/>
                <a:cs typeface="Roboto"/>
                <a:sym typeface="Roboto"/>
              </a:rPr>
              <a:t>Don’t taste things. </a:t>
            </a:r>
            <a:br>
              <a:rPr lang="en">
                <a:latin typeface="Roboto"/>
                <a:ea typeface="Roboto"/>
                <a:cs typeface="Roboto"/>
                <a:sym typeface="Roboto"/>
              </a:rPr>
            </a:br>
            <a:r>
              <a:rPr lang="en">
                <a:latin typeface="Roboto"/>
                <a:ea typeface="Roboto"/>
                <a:cs typeface="Roboto"/>
                <a:sym typeface="Roboto"/>
              </a:rPr>
              <a:t>Smell substances like a chemist. </a:t>
            </a:r>
            <a:br>
              <a:rPr lang="en">
                <a:latin typeface="Roboto"/>
                <a:ea typeface="Roboto"/>
                <a:cs typeface="Roboto"/>
                <a:sym typeface="Roboto"/>
              </a:rPr>
            </a:br>
            <a:r>
              <a:rPr lang="en">
                <a:latin typeface="Roboto"/>
                <a:ea typeface="Roboto"/>
                <a:cs typeface="Roboto"/>
                <a:sym typeface="Roboto"/>
              </a:rPr>
              <a:t>Protect your eyes. </a:t>
            </a:r>
            <a:br>
              <a:rPr lang="en">
                <a:latin typeface="Roboto"/>
                <a:ea typeface="Roboto"/>
                <a:cs typeface="Roboto"/>
                <a:sym typeface="Roboto"/>
              </a:rPr>
            </a:br>
            <a:r>
              <a:rPr lang="en">
                <a:latin typeface="Roboto"/>
                <a:ea typeface="Roboto"/>
                <a:cs typeface="Roboto"/>
                <a:sym typeface="Roboto"/>
              </a:rPr>
              <a:t>Protect your hands. </a:t>
            </a:r>
            <a:br>
              <a:rPr lang="en">
                <a:latin typeface="Roboto"/>
                <a:ea typeface="Roboto"/>
                <a:cs typeface="Roboto"/>
                <a:sym typeface="Roboto"/>
              </a:rPr>
            </a:br>
            <a:r>
              <a:rPr lang="en">
                <a:latin typeface="Roboto"/>
                <a:ea typeface="Roboto"/>
                <a:cs typeface="Roboto"/>
                <a:sym typeface="Roboto"/>
              </a:rPr>
              <a:t>Keep your hands away from your face. </a:t>
            </a:r>
            <a:br>
              <a:rPr lang="en">
                <a:latin typeface="Roboto"/>
                <a:ea typeface="Roboto"/>
                <a:cs typeface="Roboto"/>
                <a:sym typeface="Roboto"/>
              </a:rPr>
            </a:br>
            <a:r>
              <a:rPr lang="en">
                <a:latin typeface="Roboto"/>
                <a:ea typeface="Roboto"/>
                <a:cs typeface="Roboto"/>
                <a:sym typeface="Roboto"/>
              </a:rPr>
              <a:t>Tell your teacher if you have allergies. </a:t>
            </a:r>
            <a:br>
              <a:rPr lang="en">
                <a:latin typeface="Roboto"/>
                <a:ea typeface="Roboto"/>
                <a:cs typeface="Roboto"/>
                <a:sym typeface="Roboto"/>
              </a:rPr>
            </a:br>
            <a:r>
              <a:rPr lang="en">
                <a:latin typeface="Roboto"/>
                <a:ea typeface="Roboto"/>
                <a:cs typeface="Roboto"/>
                <a:sym typeface="Roboto"/>
              </a:rPr>
              <a:t>Be calm and careful. </a:t>
            </a:r>
            <a:br>
              <a:rPr lang="en">
                <a:latin typeface="Roboto"/>
                <a:ea typeface="Roboto"/>
                <a:cs typeface="Roboto"/>
                <a:sym typeface="Roboto"/>
              </a:rPr>
            </a:br>
            <a:r>
              <a:rPr lang="en">
                <a:latin typeface="Roboto"/>
                <a:ea typeface="Roboto"/>
                <a:cs typeface="Roboto"/>
                <a:sym typeface="Roboto"/>
              </a:rPr>
              <a:t>Report all spills, accidents, and injuries to your teacher. </a:t>
            </a:r>
            <a:br>
              <a:rPr lang="en">
                <a:latin typeface="Roboto"/>
                <a:ea typeface="Roboto"/>
                <a:cs typeface="Roboto"/>
                <a:sym typeface="Roboto"/>
              </a:rPr>
            </a:br>
            <a:r>
              <a:rPr lang="en">
                <a:latin typeface="Roboto"/>
                <a:ea typeface="Roboto"/>
                <a:cs typeface="Roboto"/>
                <a:sym typeface="Roboto"/>
              </a:rPr>
              <a:t>Avoid anything that could cause a burn. </a:t>
            </a:r>
            <a:br>
              <a:rPr lang="en">
                <a:latin typeface="Roboto"/>
                <a:ea typeface="Roboto"/>
                <a:cs typeface="Roboto"/>
                <a:sym typeface="Roboto"/>
              </a:rPr>
            </a:br>
            <a:r>
              <a:rPr lang="en">
                <a:latin typeface="Roboto"/>
                <a:ea typeface="Roboto"/>
                <a:cs typeface="Roboto"/>
                <a:sym typeface="Roboto"/>
              </a:rPr>
              <a:t>Wash your hands after class.</a:t>
            </a:r>
            <a:endParaRPr sz="1600">
              <a:latin typeface="Roboto"/>
              <a:ea typeface="Roboto"/>
              <a:cs typeface="Roboto"/>
              <a:sym typeface="Roboto"/>
            </a:endParaRPr>
          </a:p>
        </p:txBody>
      </p:sp>
      <p:sp>
        <p:nvSpPr>
          <p:cNvPr id="686" name="Google Shape;686;p94"/>
          <p:cNvSpPr txBox="1"/>
          <p:nvPr/>
        </p:nvSpPr>
        <p:spPr>
          <a:xfrm>
            <a:off x="676656" y="333093"/>
            <a:ext cx="7503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Medium"/>
                <a:ea typeface="Roboto Medium"/>
                <a:cs typeface="Roboto Medium"/>
                <a:sym typeface="Roboto Medium"/>
              </a:rPr>
              <a:t>Safety Guidelines for Science Investigations</a:t>
            </a:r>
            <a:endParaRPr sz="2400">
              <a:latin typeface="Roboto Medium"/>
              <a:ea typeface="Roboto Medium"/>
              <a:cs typeface="Roboto Medium"/>
              <a:sym typeface="Roboto Medium"/>
            </a:endParaRPr>
          </a:p>
        </p:txBody>
      </p:sp>
      <p:sp>
        <p:nvSpPr>
          <p:cNvPr id="687" name="Google Shape;687;p94"/>
          <p:cNvSpPr txBox="1"/>
          <p:nvPr/>
        </p:nvSpPr>
        <p:spPr>
          <a:xfrm>
            <a:off x="582875" y="991450"/>
            <a:ext cx="374100" cy="3624600"/>
          </a:xfrm>
          <a:prstGeom prst="rect">
            <a:avLst/>
          </a:prstGeom>
          <a:noFill/>
          <a:ln>
            <a:noFill/>
          </a:ln>
        </p:spPr>
        <p:txBody>
          <a:bodyPr anchorCtr="0" anchor="t" bIns="91425" lIns="91425" spcFirstLastPara="1" rIns="18275" wrap="square" tIns="91425">
            <a:noAutofit/>
          </a:bodyPr>
          <a:lstStyle/>
          <a:p>
            <a:pPr indent="0" lvl="0" marL="0" rtl="0" algn="r">
              <a:lnSpc>
                <a:spcPct val="150000"/>
              </a:lnSpc>
              <a:spcBef>
                <a:spcPts val="0"/>
              </a:spcBef>
              <a:spcAft>
                <a:spcPts val="2000"/>
              </a:spcAft>
              <a:buNone/>
            </a:pPr>
            <a:r>
              <a:rPr b="1" lang="en">
                <a:solidFill>
                  <a:srgbClr val="767676"/>
                </a:solidFill>
                <a:latin typeface="Roboto"/>
                <a:ea typeface="Roboto"/>
                <a:cs typeface="Roboto"/>
                <a:sym typeface="Roboto"/>
              </a:rPr>
              <a:t>1.</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2.</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3.</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4.</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5.</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6.</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7.</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8.</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9.</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10.</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11.</a:t>
            </a:r>
            <a:endParaRPr b="1" sz="1600">
              <a:solidFill>
                <a:srgbClr val="767676"/>
              </a:solidFill>
              <a:latin typeface="Roboto"/>
              <a:ea typeface="Roboto"/>
              <a:cs typeface="Roboto"/>
              <a:sym typeface="Roboto"/>
            </a:endParaRPr>
          </a:p>
        </p:txBody>
      </p:sp>
      <p:sp>
        <p:nvSpPr>
          <p:cNvPr id="688" name="Google Shape;688;p9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7.xml"/><Relationship Id="rId42" Type="http://schemas.openxmlformats.org/officeDocument/2006/relationships/slideLayout" Target="../slideLayouts/slideLayout69.xml"/><Relationship Id="rId41" Type="http://schemas.openxmlformats.org/officeDocument/2006/relationships/slideLayout" Target="../slideLayouts/slideLayout68.xml"/><Relationship Id="rId44" Type="http://schemas.openxmlformats.org/officeDocument/2006/relationships/slideLayout" Target="../slideLayouts/slideLayout71.xml"/><Relationship Id="rId43" Type="http://schemas.openxmlformats.org/officeDocument/2006/relationships/slideLayout" Target="../slideLayouts/slideLayout70.xml"/><Relationship Id="rId46" Type="http://schemas.openxmlformats.org/officeDocument/2006/relationships/slideLayout" Target="../slideLayouts/slideLayout73.xml"/><Relationship Id="rId45" Type="http://schemas.openxmlformats.org/officeDocument/2006/relationships/slideLayout" Target="../slideLayouts/slideLayout7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48" Type="http://schemas.openxmlformats.org/officeDocument/2006/relationships/slideLayout" Target="../slideLayouts/slideLayout75.xml"/><Relationship Id="rId47" Type="http://schemas.openxmlformats.org/officeDocument/2006/relationships/slideLayout" Target="../slideLayouts/slideLayout74.xml"/><Relationship Id="rId49" Type="http://schemas.openxmlformats.org/officeDocument/2006/relationships/slideLayout" Target="../slideLayouts/slideLayout7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33" Type="http://schemas.openxmlformats.org/officeDocument/2006/relationships/slideLayout" Target="../slideLayouts/slideLayout60.xml"/><Relationship Id="rId32" Type="http://schemas.openxmlformats.org/officeDocument/2006/relationships/slideLayout" Target="../slideLayouts/slideLayout59.xml"/><Relationship Id="rId35" Type="http://schemas.openxmlformats.org/officeDocument/2006/relationships/slideLayout" Target="../slideLayouts/slideLayout62.xml"/><Relationship Id="rId34" Type="http://schemas.openxmlformats.org/officeDocument/2006/relationships/slideLayout" Target="../slideLayouts/slideLayout61.xml"/><Relationship Id="rId37" Type="http://schemas.openxmlformats.org/officeDocument/2006/relationships/slideLayout" Target="../slideLayouts/slideLayout64.xml"/><Relationship Id="rId36" Type="http://schemas.openxmlformats.org/officeDocument/2006/relationships/slideLayout" Target="../slideLayouts/slideLayout63.xml"/><Relationship Id="rId39" Type="http://schemas.openxmlformats.org/officeDocument/2006/relationships/slideLayout" Target="../slideLayouts/slideLayout66.xml"/><Relationship Id="rId38" Type="http://schemas.openxmlformats.org/officeDocument/2006/relationships/slideLayout" Target="../slideLayouts/slideLayout65.xml"/><Relationship Id="rId62" Type="http://schemas.openxmlformats.org/officeDocument/2006/relationships/slideLayout" Target="../slideLayouts/slideLayout89.xml"/><Relationship Id="rId61" Type="http://schemas.openxmlformats.org/officeDocument/2006/relationships/slideLayout" Target="../slideLayouts/slideLayout88.xml"/><Relationship Id="rId20" Type="http://schemas.openxmlformats.org/officeDocument/2006/relationships/slideLayout" Target="../slideLayouts/slideLayout47.xml"/><Relationship Id="rId64" Type="http://schemas.openxmlformats.org/officeDocument/2006/relationships/slideLayout" Target="../slideLayouts/slideLayout91.xml"/><Relationship Id="rId63" Type="http://schemas.openxmlformats.org/officeDocument/2006/relationships/slideLayout" Target="../slideLayouts/slideLayout90.xml"/><Relationship Id="rId22" Type="http://schemas.openxmlformats.org/officeDocument/2006/relationships/slideLayout" Target="../slideLayouts/slideLayout49.xml"/><Relationship Id="rId66" Type="http://schemas.openxmlformats.org/officeDocument/2006/relationships/theme" Target="../theme/theme2.xml"/><Relationship Id="rId21" Type="http://schemas.openxmlformats.org/officeDocument/2006/relationships/slideLayout" Target="../slideLayouts/slideLayout48.xml"/><Relationship Id="rId65" Type="http://schemas.openxmlformats.org/officeDocument/2006/relationships/slideLayout" Target="../slideLayouts/slideLayout92.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60" Type="http://schemas.openxmlformats.org/officeDocument/2006/relationships/slideLayout" Target="../slideLayouts/slideLayout87.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29" Type="http://schemas.openxmlformats.org/officeDocument/2006/relationships/slideLayout" Target="../slideLayouts/slideLayout56.xml"/><Relationship Id="rId51" Type="http://schemas.openxmlformats.org/officeDocument/2006/relationships/slideLayout" Target="../slideLayouts/slideLayout78.xml"/><Relationship Id="rId50" Type="http://schemas.openxmlformats.org/officeDocument/2006/relationships/slideLayout" Target="../slideLayouts/slideLayout77.xml"/><Relationship Id="rId53" Type="http://schemas.openxmlformats.org/officeDocument/2006/relationships/slideLayout" Target="../slideLayouts/slideLayout80.xml"/><Relationship Id="rId52" Type="http://schemas.openxmlformats.org/officeDocument/2006/relationships/slideLayout" Target="../slideLayouts/slideLayout79.xml"/><Relationship Id="rId11" Type="http://schemas.openxmlformats.org/officeDocument/2006/relationships/slideLayout" Target="../slideLayouts/slideLayout38.xml"/><Relationship Id="rId55" Type="http://schemas.openxmlformats.org/officeDocument/2006/relationships/slideLayout" Target="../slideLayouts/slideLayout82.xml"/><Relationship Id="rId10" Type="http://schemas.openxmlformats.org/officeDocument/2006/relationships/slideLayout" Target="../slideLayouts/slideLayout37.xml"/><Relationship Id="rId54" Type="http://schemas.openxmlformats.org/officeDocument/2006/relationships/slideLayout" Target="../slideLayouts/slideLayout81.xml"/><Relationship Id="rId13" Type="http://schemas.openxmlformats.org/officeDocument/2006/relationships/slideLayout" Target="../slideLayouts/slideLayout40.xml"/><Relationship Id="rId57" Type="http://schemas.openxmlformats.org/officeDocument/2006/relationships/slideLayout" Target="../slideLayouts/slideLayout84.xml"/><Relationship Id="rId12" Type="http://schemas.openxmlformats.org/officeDocument/2006/relationships/slideLayout" Target="../slideLayouts/slideLayout39.xml"/><Relationship Id="rId56" Type="http://schemas.openxmlformats.org/officeDocument/2006/relationships/slideLayout" Target="../slideLayouts/slideLayout83.xml"/><Relationship Id="rId15" Type="http://schemas.openxmlformats.org/officeDocument/2006/relationships/slideLayout" Target="../slideLayouts/slideLayout42.xml"/><Relationship Id="rId59" Type="http://schemas.openxmlformats.org/officeDocument/2006/relationships/slideLayout" Target="../slideLayouts/slideLayout86.xml"/><Relationship Id="rId14" Type="http://schemas.openxmlformats.org/officeDocument/2006/relationships/slideLayout" Target="../slideLayouts/slideLayout41.xml"/><Relationship Id="rId58" Type="http://schemas.openxmlformats.org/officeDocument/2006/relationships/slideLayout" Target="../slideLayouts/slideLayout85.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6375" y="358385"/>
            <a:ext cx="56262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1pPr>
            <a:lvl2pPr lvl="1">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2pPr>
            <a:lvl3pPr lvl="2">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3pPr>
            <a:lvl4pPr lvl="3">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4pPr>
            <a:lvl5pPr lvl="4">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5pPr>
            <a:lvl6pPr lvl="5">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6pPr>
            <a:lvl7pPr lvl="6">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7pPr>
            <a:lvl8pPr lvl="7">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8pPr>
            <a:lvl9pPr lvl="8">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9pPr>
          </a:lstStyle>
          <a:p/>
        </p:txBody>
      </p:sp>
      <p:sp>
        <p:nvSpPr>
          <p:cNvPr id="7" name="Google Shape;7;p1"/>
          <p:cNvSpPr txBox="1"/>
          <p:nvPr>
            <p:ph idx="1" type="body"/>
          </p:nvPr>
        </p:nvSpPr>
        <p:spPr>
          <a:xfrm>
            <a:off x="866375" y="1304543"/>
            <a:ext cx="5626200" cy="3063000"/>
          </a:xfrm>
          <a:prstGeom prst="rect">
            <a:avLst/>
          </a:prstGeom>
          <a:noFill/>
          <a:ln>
            <a:noFill/>
          </a:ln>
        </p:spPr>
        <p:txBody>
          <a:bodyPr anchorCtr="0" anchor="t" bIns="91425" lIns="91425" spcFirstLastPara="1" rIns="91425" wrap="square" tIns="91425">
            <a:noAutofit/>
          </a:bodyPr>
          <a:lstStyle>
            <a:lvl1pPr indent="-317500" lvl="0" marL="4572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1pPr>
            <a:lvl2pPr indent="-317500" lvl="1" marL="9144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2pPr>
            <a:lvl3pPr indent="-317500" lvl="2" marL="13716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3pPr>
            <a:lvl4pPr indent="-317500" lvl="3" marL="18288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4pPr>
            <a:lvl5pPr indent="-342900" lvl="4" marL="22860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5pPr>
            <a:lvl6pPr indent="-342900" lvl="5" marL="27432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6pPr>
            <a:lvl7pPr indent="-342900" lvl="6" marL="32004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7pPr>
            <a:lvl8pPr indent="-342900" lvl="7" marL="36576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8pPr>
            <a:lvl9pPr indent="-342900" lvl="8" marL="41148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9pPr>
          </a:lstStyle>
          <a:p/>
        </p:txBody>
      </p:sp>
      <p:sp>
        <p:nvSpPr>
          <p:cNvPr id="8" name="Google Shape;8;p1"/>
          <p:cNvSpPr txBox="1"/>
          <p:nvPr>
            <p:ph idx="12" type="sldNum"/>
          </p:nvPr>
        </p:nvSpPr>
        <p:spPr>
          <a:xfrm>
            <a:off x="8716025" y="4676375"/>
            <a:ext cx="428100" cy="467100"/>
          </a:xfrm>
          <a:prstGeom prst="rect">
            <a:avLst/>
          </a:prstGeom>
          <a:noFill/>
          <a:ln>
            <a:noFill/>
          </a:ln>
        </p:spPr>
        <p:txBody>
          <a:bodyPr anchorCtr="0" anchor="ctr" bIns="91425" lIns="91425" spcFirstLastPara="1" rIns="91425" wrap="square" tIns="91425">
            <a:noAutofit/>
          </a:bodyPr>
          <a:lstStyle>
            <a:lvl1pPr lvl="0" algn="ctr">
              <a:buNone/>
              <a:defRPr sz="1300">
                <a:solidFill>
                  <a:srgbClr val="7F6000"/>
                </a:solidFill>
                <a:latin typeface="Inconsolata"/>
                <a:ea typeface="Inconsolata"/>
                <a:cs typeface="Inconsolata"/>
                <a:sym typeface="Inconsolata"/>
              </a:defRPr>
            </a:lvl1pPr>
            <a:lvl2pPr lvl="1" algn="ctr">
              <a:buNone/>
              <a:defRPr sz="1300">
                <a:solidFill>
                  <a:srgbClr val="7F6000"/>
                </a:solidFill>
                <a:latin typeface="Inconsolata"/>
                <a:ea typeface="Inconsolata"/>
                <a:cs typeface="Inconsolata"/>
                <a:sym typeface="Inconsolata"/>
              </a:defRPr>
            </a:lvl2pPr>
            <a:lvl3pPr lvl="2" algn="ctr">
              <a:buNone/>
              <a:defRPr sz="1300">
                <a:solidFill>
                  <a:srgbClr val="7F6000"/>
                </a:solidFill>
                <a:latin typeface="Inconsolata"/>
                <a:ea typeface="Inconsolata"/>
                <a:cs typeface="Inconsolata"/>
                <a:sym typeface="Inconsolata"/>
              </a:defRPr>
            </a:lvl3pPr>
            <a:lvl4pPr lvl="3" algn="ctr">
              <a:buNone/>
              <a:defRPr sz="1300">
                <a:solidFill>
                  <a:srgbClr val="7F6000"/>
                </a:solidFill>
                <a:latin typeface="Inconsolata"/>
                <a:ea typeface="Inconsolata"/>
                <a:cs typeface="Inconsolata"/>
                <a:sym typeface="Inconsolata"/>
              </a:defRPr>
            </a:lvl4pPr>
            <a:lvl5pPr lvl="4" algn="ctr">
              <a:buNone/>
              <a:defRPr sz="1300">
                <a:solidFill>
                  <a:srgbClr val="7F6000"/>
                </a:solidFill>
                <a:latin typeface="Inconsolata"/>
                <a:ea typeface="Inconsolata"/>
                <a:cs typeface="Inconsolata"/>
                <a:sym typeface="Inconsolata"/>
              </a:defRPr>
            </a:lvl5pPr>
            <a:lvl6pPr lvl="5" algn="ctr">
              <a:buNone/>
              <a:defRPr sz="1300">
                <a:solidFill>
                  <a:srgbClr val="7F6000"/>
                </a:solidFill>
                <a:latin typeface="Inconsolata"/>
                <a:ea typeface="Inconsolata"/>
                <a:cs typeface="Inconsolata"/>
                <a:sym typeface="Inconsolata"/>
              </a:defRPr>
            </a:lvl6pPr>
            <a:lvl7pPr lvl="6" algn="ctr">
              <a:buNone/>
              <a:defRPr sz="1300">
                <a:solidFill>
                  <a:srgbClr val="7F6000"/>
                </a:solidFill>
                <a:latin typeface="Inconsolata"/>
                <a:ea typeface="Inconsolata"/>
                <a:cs typeface="Inconsolata"/>
                <a:sym typeface="Inconsolata"/>
              </a:defRPr>
            </a:lvl7pPr>
            <a:lvl8pPr lvl="7" algn="ctr">
              <a:buNone/>
              <a:defRPr sz="1300">
                <a:solidFill>
                  <a:srgbClr val="7F6000"/>
                </a:solidFill>
                <a:latin typeface="Inconsolata"/>
                <a:ea typeface="Inconsolata"/>
                <a:cs typeface="Inconsolata"/>
                <a:sym typeface="Inconsolata"/>
              </a:defRPr>
            </a:lvl8pPr>
            <a:lvl9pPr lvl="8" algn="ctr">
              <a:buNone/>
              <a:defRPr sz="1300">
                <a:solidFill>
                  <a:srgbClr val="7F6000"/>
                </a:solidFill>
                <a:latin typeface="Inconsolata"/>
                <a:ea typeface="Inconsolata"/>
                <a:cs typeface="Inconsolata"/>
                <a:sym typeface="Inconsolat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FBF"/>
              </a:buClr>
              <a:buSzPts val="3000"/>
              <a:buFont typeface="Roboto"/>
              <a:buNone/>
              <a:defRPr sz="3000">
                <a:solidFill>
                  <a:srgbClr val="333FBF"/>
                </a:solidFill>
                <a:latin typeface="Roboto"/>
                <a:ea typeface="Roboto"/>
                <a:cs typeface="Roboto"/>
                <a:sym typeface="Roboto"/>
              </a:defRPr>
            </a:lvl1pPr>
            <a:lvl2pPr lvl="1">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2pPr>
            <a:lvl3pPr lvl="2">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3pPr>
            <a:lvl4pPr lvl="3">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4pPr>
            <a:lvl5pPr lvl="4">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5pPr>
            <a:lvl6pPr lvl="5">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6pPr>
            <a:lvl7pPr lvl="6">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7pPr>
            <a:lvl8pPr lvl="7">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8pPr>
            <a:lvl9pPr lvl="8">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9pPr>
          </a:lstStyle>
          <a:p/>
        </p:txBody>
      </p:sp>
      <p:sp>
        <p:nvSpPr>
          <p:cNvPr id="148" name="Google Shape;148;p29"/>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Font typeface="Roboto"/>
              <a:buChar char="●"/>
              <a:defRPr sz="24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9" name="Google Shape;149;p29"/>
          <p:cNvSpPr txBox="1"/>
          <p:nvPr/>
        </p:nvSpPr>
        <p:spPr>
          <a:xfrm>
            <a:off x="237744" y="4846320"/>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400">
                <a:solidFill>
                  <a:srgbClr val="767676"/>
                </a:solidFill>
                <a:latin typeface="Roboto"/>
                <a:ea typeface="Roboto"/>
                <a:cs typeface="Roboto"/>
                <a:sym typeface="Roboto"/>
              </a:rPr>
              <a:t>© The Regents of the University of California. All rights reserved.</a:t>
            </a:r>
            <a:endParaRPr i="1" sz="400">
              <a:solidFill>
                <a:srgbClr val="76767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xml"/><Relationship Id="rId3" Type="http://schemas.openxmlformats.org/officeDocument/2006/relationships/image" Target="../media/image3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apps.learning.amplify.com/metabolism" TargetMode="External"/><Relationship Id="rId4" Type="http://schemas.openxmlformats.org/officeDocument/2006/relationships/hyperlink" Target="https://apps.learning.amplify.com/metabolis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drive.google.com/file/d/1plDAziCrawYM4GBIsvXUYakIX2V5lB2W/view" TargetMode="Externa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4.jpg"/><Relationship Id="rId4" Type="http://schemas.openxmlformats.org/officeDocument/2006/relationships/image" Target="../media/image41.jpg"/><Relationship Id="rId5" Type="http://schemas.openxmlformats.org/officeDocument/2006/relationships/image" Target="../media/image37.jpg"/><Relationship Id="rId6" Type="http://schemas.openxmlformats.org/officeDocument/2006/relationships/image" Target="../media/image3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https://apps.learning.amplify.com/metabolism" TargetMode="External"/><Relationship Id="rId4" Type="http://schemas.openxmlformats.org/officeDocument/2006/relationships/hyperlink" Target="https://apps.learning.amplify.com/metabolism" TargetMode="External"/><Relationship Id="rId5"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95"/>
          <p:cNvPicPr preferRelativeResize="0"/>
          <p:nvPr/>
        </p:nvPicPr>
        <p:blipFill>
          <a:blip r:embed="rId3">
            <a:alphaModFix/>
          </a:blip>
          <a:stretch>
            <a:fillRect/>
          </a:stretch>
        </p:blipFill>
        <p:spPr>
          <a:xfrm>
            <a:off x="0" y="-763"/>
            <a:ext cx="9144000" cy="5145041"/>
          </a:xfrm>
          <a:prstGeom prst="rect">
            <a:avLst/>
          </a:prstGeom>
          <a:noFill/>
          <a:ln>
            <a:noFill/>
          </a:ln>
        </p:spPr>
      </p:pic>
      <p:sp>
        <p:nvSpPr>
          <p:cNvPr id="694" name="Google Shape;694;p95"/>
          <p:cNvSpPr txBox="1"/>
          <p:nvPr>
            <p:ph idx="2" type="title"/>
          </p:nvPr>
        </p:nvSpPr>
        <p:spPr>
          <a:xfrm>
            <a:off x="649024" y="3109825"/>
            <a:ext cx="7837500" cy="865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a:latin typeface="McLaren"/>
                <a:ea typeface="McLaren"/>
                <a:cs typeface="McLaren"/>
                <a:sym typeface="McLaren"/>
              </a:rPr>
              <a:t>Lesson 2.1:</a:t>
            </a:r>
            <a:r>
              <a:rPr lang="en">
                <a:latin typeface="McLaren"/>
                <a:ea typeface="McLaren"/>
                <a:cs typeface="McLaren"/>
                <a:sym typeface="McLaren"/>
              </a:rPr>
              <a:t> Exploring the Classroom Body Systems Model</a:t>
            </a:r>
            <a:endParaRPr>
              <a:latin typeface="McLaren"/>
              <a:ea typeface="McLaren"/>
              <a:cs typeface="McLaren"/>
              <a:sym typeface="McLaren"/>
            </a:endParaRPr>
          </a:p>
        </p:txBody>
      </p:sp>
      <p:sp>
        <p:nvSpPr>
          <p:cNvPr id="695" name="Google Shape;695;p95"/>
          <p:cNvSpPr txBox="1"/>
          <p:nvPr>
            <p:ph type="title"/>
          </p:nvPr>
        </p:nvSpPr>
        <p:spPr>
          <a:xfrm>
            <a:off x="649024" y="2596900"/>
            <a:ext cx="7837500" cy="55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latin typeface="McLaren"/>
                <a:ea typeface="McLaren"/>
                <a:cs typeface="McLaren"/>
                <a:sym typeface="McLaren"/>
              </a:rPr>
              <a:t>Metabolism</a:t>
            </a:r>
            <a:endParaRPr>
              <a:latin typeface="McLaren"/>
              <a:ea typeface="McLaren"/>
              <a:cs typeface="McLaren"/>
              <a:sym typeface="McLare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1" name="Google Shape;701;p96"/>
          <p:cNvSpPr txBox="1"/>
          <p:nvPr/>
        </p:nvSpPr>
        <p:spPr>
          <a:xfrm>
            <a:off x="6771900" y="873508"/>
            <a:ext cx="1944000" cy="1306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800">
                <a:latin typeface="Loved by the King"/>
                <a:ea typeface="Loved by the King"/>
                <a:cs typeface="Loved by the King"/>
                <a:sym typeface="Loved by the King"/>
              </a:rPr>
              <a:t>What do you notice about the path oxygen molecules take inside the </a:t>
            </a:r>
            <a:r>
              <a:rPr i="1" lang="en" sz="1800">
                <a:latin typeface="Loved by the King"/>
                <a:ea typeface="Loved by the King"/>
                <a:cs typeface="Loved by the King"/>
                <a:sym typeface="Loved by the King"/>
              </a:rPr>
              <a:t>Metabolism</a:t>
            </a:r>
            <a:r>
              <a:rPr lang="en" sz="1800">
                <a:latin typeface="Loved by the King"/>
                <a:ea typeface="Loved by the King"/>
                <a:cs typeface="Loved by the King"/>
                <a:sym typeface="Loved by the King"/>
              </a:rPr>
              <a:t> Simulation of a healthy body?</a:t>
            </a:r>
            <a:endParaRPr sz="4000">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3100">
              <a:latin typeface="Loved by the King"/>
              <a:ea typeface="Loved by the King"/>
              <a:cs typeface="Loved by the King"/>
              <a:sym typeface="Loved by the King"/>
            </a:endParaRPr>
          </a:p>
        </p:txBody>
      </p:sp>
      <p:sp>
        <p:nvSpPr>
          <p:cNvPr id="702" name="Google Shape;702;p96"/>
          <p:cNvSpPr txBox="1"/>
          <p:nvPr/>
        </p:nvSpPr>
        <p:spPr>
          <a:xfrm>
            <a:off x="754409" y="371923"/>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100">
                <a:latin typeface="McLaren"/>
                <a:ea typeface="McLaren"/>
                <a:cs typeface="McLaren"/>
                <a:sym typeface="McLaren"/>
              </a:rPr>
              <a:t>Warmup pg 21</a:t>
            </a:r>
            <a:endParaRPr b="1" sz="3100">
              <a:latin typeface="McLaren"/>
              <a:ea typeface="McLaren"/>
              <a:cs typeface="McLaren"/>
              <a:sym typeface="McLaren"/>
            </a:endParaRPr>
          </a:p>
        </p:txBody>
      </p:sp>
      <p:sp>
        <p:nvSpPr>
          <p:cNvPr id="703" name="Google Shape;703;p96"/>
          <p:cNvSpPr txBox="1"/>
          <p:nvPr/>
        </p:nvSpPr>
        <p:spPr>
          <a:xfrm>
            <a:off x="829800" y="1319293"/>
            <a:ext cx="5705700" cy="3173100"/>
          </a:xfrm>
          <a:prstGeom prst="rect">
            <a:avLst/>
          </a:prstGeom>
          <a:noFill/>
          <a:ln>
            <a:noFill/>
          </a:ln>
        </p:spPr>
        <p:txBody>
          <a:bodyPr anchorCtr="0" anchor="t" bIns="91425" lIns="91425" spcFirstLastPara="1" rIns="91425" wrap="square" tIns="91425">
            <a:noAutofit/>
          </a:bodyPr>
          <a:lstStyle/>
          <a:p>
            <a:pPr indent="-336550" lvl="0" marL="762000" rtl="0" algn="l">
              <a:lnSpc>
                <a:spcPct val="150000"/>
              </a:lnSpc>
              <a:spcBef>
                <a:spcPts val="1100"/>
              </a:spcBef>
              <a:spcAft>
                <a:spcPts val="0"/>
              </a:spcAft>
              <a:buClr>
                <a:srgbClr val="3B3B3B"/>
              </a:buClr>
              <a:buSzPts val="1700"/>
              <a:buFont typeface="McLaren"/>
              <a:buAutoNum type="arabicPeriod"/>
            </a:pPr>
            <a:r>
              <a:rPr lang="en" sz="1700">
                <a:solidFill>
                  <a:srgbClr val="3B3B3B"/>
                </a:solidFill>
                <a:highlight>
                  <a:srgbClr val="F6F6F6"/>
                </a:highlight>
                <a:latin typeface="McLaren"/>
                <a:ea typeface="McLaren"/>
                <a:cs typeface="McLaren"/>
                <a:sym typeface="McLaren"/>
              </a:rPr>
              <a:t>Launch the </a:t>
            </a:r>
            <a:r>
              <a:rPr i="1" lang="en" sz="1700">
                <a:solidFill>
                  <a:srgbClr val="3278C8"/>
                </a:solidFill>
                <a:highlight>
                  <a:srgbClr val="F6F6F6"/>
                </a:highlight>
                <a:uFill>
                  <a:noFill/>
                </a:uFill>
                <a:latin typeface="McLaren"/>
                <a:ea typeface="McLaren"/>
                <a:cs typeface="McLaren"/>
                <a:sym typeface="McLaren"/>
                <a:hlinkClick r:id="rId3">
                  <a:extLst>
                    <a:ext uri="{A12FA001-AC4F-418D-AE19-62706E023703}">
                      <ahyp:hlinkClr val="tx"/>
                    </a:ext>
                  </a:extLst>
                </a:hlinkClick>
              </a:rPr>
              <a:t>Metabolism</a:t>
            </a:r>
            <a:r>
              <a:rPr lang="en" sz="1700">
                <a:solidFill>
                  <a:srgbClr val="3278C8"/>
                </a:solidFill>
                <a:highlight>
                  <a:srgbClr val="F6F6F6"/>
                </a:highlight>
                <a:uFill>
                  <a:noFill/>
                </a:uFill>
                <a:latin typeface="McLaren"/>
                <a:ea typeface="McLaren"/>
                <a:cs typeface="McLaren"/>
                <a:sym typeface="McLaren"/>
                <a:hlinkClick r:id="rId4">
                  <a:extLst>
                    <a:ext uri="{A12FA001-AC4F-418D-AE19-62706E023703}">
                      <ahyp:hlinkClr val="tx"/>
                    </a:ext>
                  </a:extLst>
                </a:hlinkClick>
              </a:rPr>
              <a:t> Simulation</a:t>
            </a:r>
            <a:r>
              <a:rPr lang="en" sz="1700">
                <a:solidFill>
                  <a:srgbClr val="3B3B3B"/>
                </a:solidFill>
                <a:highlight>
                  <a:srgbClr val="F6F6F6"/>
                </a:highlight>
                <a:latin typeface="McLaren"/>
                <a:ea typeface="McLaren"/>
                <a:cs typeface="McLaren"/>
                <a:sym typeface="McLaren"/>
              </a:rPr>
              <a:t>.</a:t>
            </a:r>
            <a:endParaRPr sz="1700">
              <a:solidFill>
                <a:srgbClr val="3B3B3B"/>
              </a:solidFill>
              <a:highlight>
                <a:srgbClr val="F6F6F6"/>
              </a:highlight>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highlight>
                  <a:srgbClr val="F6F6F6"/>
                </a:highlight>
                <a:latin typeface="McLaren"/>
                <a:ea typeface="McLaren"/>
                <a:cs typeface="McLaren"/>
                <a:sym typeface="McLaren"/>
              </a:rPr>
              <a:t>Select HEALTHY BODY.</a:t>
            </a:r>
            <a:endParaRPr sz="1700">
              <a:solidFill>
                <a:srgbClr val="3B3B3B"/>
              </a:solidFill>
              <a:highlight>
                <a:srgbClr val="F6F6F6"/>
              </a:highlight>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highlight>
                  <a:srgbClr val="F6F6F6"/>
                </a:highlight>
                <a:latin typeface="McLaren"/>
                <a:ea typeface="McLaren"/>
                <a:cs typeface="McLaren"/>
                <a:sym typeface="McLaren"/>
              </a:rPr>
              <a:t>Select OBSERVE.</a:t>
            </a:r>
            <a:endParaRPr sz="1700">
              <a:solidFill>
                <a:srgbClr val="3B3B3B"/>
              </a:solidFill>
              <a:highlight>
                <a:srgbClr val="F6F6F6"/>
              </a:highlight>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highlight>
                  <a:srgbClr val="F6F6F6"/>
                </a:highlight>
                <a:latin typeface="McLaren"/>
                <a:ea typeface="McLaren"/>
                <a:cs typeface="McLaren"/>
                <a:sym typeface="McLaren"/>
              </a:rPr>
              <a:t>Focus on </a:t>
            </a:r>
            <a:r>
              <a:rPr i="1" lang="en" sz="1700">
                <a:solidFill>
                  <a:srgbClr val="3B3B3B"/>
                </a:solidFill>
                <a:highlight>
                  <a:srgbClr val="F6F6F6"/>
                </a:highlight>
                <a:latin typeface="McLaren"/>
                <a:ea typeface="McLaren"/>
                <a:cs typeface="McLaren"/>
                <a:sym typeface="McLaren"/>
              </a:rPr>
              <a:t>just</a:t>
            </a:r>
            <a:r>
              <a:rPr lang="en" sz="1700">
                <a:solidFill>
                  <a:srgbClr val="3B3B3B"/>
                </a:solidFill>
                <a:highlight>
                  <a:srgbClr val="F6F6F6"/>
                </a:highlight>
                <a:latin typeface="McLaren"/>
                <a:ea typeface="McLaren"/>
                <a:cs typeface="McLaren"/>
                <a:sym typeface="McLaren"/>
              </a:rPr>
              <a:t> oxygen by pressing on the other molecules at the bottom of the screen to hide them.</a:t>
            </a:r>
            <a:endParaRPr sz="1700">
              <a:solidFill>
                <a:srgbClr val="3B3B3B"/>
              </a:solidFill>
              <a:highlight>
                <a:srgbClr val="F6F6F6"/>
              </a:highlight>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highlight>
                  <a:srgbClr val="F6F6F6"/>
                </a:highlight>
                <a:latin typeface="McLaren"/>
                <a:ea typeface="McLaren"/>
                <a:cs typeface="McLaren"/>
                <a:sym typeface="McLaren"/>
              </a:rPr>
              <a:t>Observe and describe how oxygen moves through different parts of the body.</a:t>
            </a:r>
            <a:endParaRPr sz="1700">
              <a:solidFill>
                <a:srgbClr val="3B3B3B"/>
              </a:solidFill>
              <a:highlight>
                <a:srgbClr val="F6F6F6"/>
              </a:highlight>
              <a:latin typeface="McLaren"/>
              <a:ea typeface="McLaren"/>
              <a:cs typeface="McLaren"/>
              <a:sym typeface="McLaren"/>
            </a:endParaRPr>
          </a:p>
          <a:p>
            <a:pPr indent="0" lvl="0" marL="0" rtl="0" algn="l">
              <a:spcBef>
                <a:spcPts val="800"/>
              </a:spcBef>
              <a:spcAft>
                <a:spcPts val="0"/>
              </a:spcAft>
              <a:buNone/>
            </a:pPr>
            <a:r>
              <a:t/>
            </a:r>
            <a:endParaRPr sz="2200">
              <a:solidFill>
                <a:schemeClr val="dk1"/>
              </a:solidFill>
              <a:latin typeface="McLaren"/>
              <a:ea typeface="McLaren"/>
              <a:cs typeface="McLaren"/>
              <a:sym typeface="McLare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7"/>
          <p:cNvSpPr txBox="1"/>
          <p:nvPr>
            <p:ph idx="4294967295" type="body"/>
          </p:nvPr>
        </p:nvSpPr>
        <p:spPr>
          <a:xfrm>
            <a:off x="3011400" y="1223125"/>
            <a:ext cx="2978700" cy="2381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600">
                <a:solidFill>
                  <a:srgbClr val="000000"/>
                </a:solidFill>
                <a:latin typeface="McLaren"/>
                <a:ea typeface="McLaren"/>
                <a:cs typeface="McLaren"/>
                <a:sym typeface="McLaren"/>
              </a:rPr>
              <a:t>Investigation Question: </a:t>
            </a:r>
            <a:br>
              <a:rPr b="1" lang="en" sz="2600">
                <a:solidFill>
                  <a:srgbClr val="000000"/>
                </a:solidFill>
                <a:latin typeface="McLaren"/>
                <a:ea typeface="McLaren"/>
                <a:cs typeface="McLaren"/>
                <a:sym typeface="McLaren"/>
              </a:rPr>
            </a:br>
            <a:r>
              <a:rPr lang="en" sz="2600">
                <a:solidFill>
                  <a:srgbClr val="000000"/>
                </a:solidFill>
                <a:latin typeface="Loved by the King"/>
                <a:ea typeface="Loved by the King"/>
                <a:cs typeface="Loved by the King"/>
                <a:sym typeface="Loved by the King"/>
              </a:rPr>
              <a:t>How do molecules from food and air get to the cells in the body?</a:t>
            </a:r>
            <a:endParaRPr sz="26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b="1" sz="2600">
              <a:solidFill>
                <a:srgbClr val="000000"/>
              </a:solidFill>
              <a:latin typeface="McLaren"/>
              <a:ea typeface="McLaren"/>
              <a:cs typeface="McLaren"/>
              <a:sym typeface="McLare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14" name="Google Shape;714;p98"/>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15" name="Google Shape;715;p98"/>
          <p:cNvSpPr txBox="1"/>
          <p:nvPr/>
        </p:nvSpPr>
        <p:spPr>
          <a:xfrm>
            <a:off x="829250" y="685511"/>
            <a:ext cx="767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McLaren"/>
                <a:ea typeface="McLaren"/>
                <a:cs typeface="McLaren"/>
                <a:sym typeface="McLaren"/>
              </a:rPr>
              <a:t>Introducing the Classroom Body Systems Model</a:t>
            </a:r>
            <a:endParaRPr b="1" sz="2400">
              <a:latin typeface="McLaren"/>
              <a:ea typeface="McLaren"/>
              <a:cs typeface="McLaren"/>
              <a:sym typeface="McLaren"/>
            </a:endParaRPr>
          </a:p>
        </p:txBody>
      </p:sp>
      <p:sp>
        <p:nvSpPr>
          <p:cNvPr id="716" name="Google Shape;716;p98"/>
          <p:cNvSpPr txBox="1"/>
          <p:nvPr/>
        </p:nvSpPr>
        <p:spPr>
          <a:xfrm>
            <a:off x="951525" y="1312248"/>
            <a:ext cx="7549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F2F2F"/>
                </a:solidFill>
                <a:latin typeface="McLaren"/>
                <a:ea typeface="McLaren"/>
                <a:cs typeface="McLaren"/>
                <a:sym typeface="McLaren"/>
              </a:rPr>
              <a:t>We’ll use a </a:t>
            </a:r>
            <a:r>
              <a:rPr b="1" lang="en" sz="1800">
                <a:solidFill>
                  <a:srgbClr val="2F2F2F"/>
                </a:solidFill>
                <a:latin typeface="McLaren"/>
                <a:ea typeface="McLaren"/>
                <a:cs typeface="McLaren"/>
                <a:sym typeface="McLaren"/>
              </a:rPr>
              <a:t>new model</a:t>
            </a:r>
            <a:r>
              <a:rPr lang="en" sz="1800">
                <a:solidFill>
                  <a:srgbClr val="2F2F2F"/>
                </a:solidFill>
                <a:latin typeface="McLaren"/>
                <a:ea typeface="McLaren"/>
                <a:cs typeface="McLaren"/>
                <a:sym typeface="McLaren"/>
              </a:rPr>
              <a:t> to help investigate our question. The Sim is a computer model. </a:t>
            </a:r>
            <a:endParaRPr sz="1800">
              <a:solidFill>
                <a:srgbClr val="2F2F2F"/>
              </a:solidFill>
              <a:latin typeface="McLaren"/>
              <a:ea typeface="McLaren"/>
              <a:cs typeface="McLaren"/>
              <a:sym typeface="McLaren"/>
            </a:endParaRPr>
          </a:p>
          <a:p>
            <a:pPr indent="0" lvl="0" marL="0" rtl="0" algn="l">
              <a:spcBef>
                <a:spcPts val="2000"/>
              </a:spcBef>
              <a:spcAft>
                <a:spcPts val="0"/>
              </a:spcAft>
              <a:buNone/>
            </a:pPr>
            <a:r>
              <a:rPr lang="en" sz="1800">
                <a:solidFill>
                  <a:srgbClr val="2F2F2F"/>
                </a:solidFill>
                <a:latin typeface="McLaren"/>
                <a:ea typeface="McLaren"/>
                <a:cs typeface="McLaren"/>
                <a:sym typeface="McLaren"/>
              </a:rPr>
              <a:t>Today, we’ll create a different kind of model: a classroom-sized </a:t>
            </a:r>
            <a:r>
              <a:rPr b="1" lang="en" sz="1800">
                <a:solidFill>
                  <a:srgbClr val="2F2F2F"/>
                </a:solidFill>
                <a:latin typeface="McLaren"/>
                <a:ea typeface="McLaren"/>
                <a:cs typeface="McLaren"/>
                <a:sym typeface="McLaren"/>
              </a:rPr>
              <a:t>physical model</a:t>
            </a:r>
            <a:r>
              <a:rPr lang="en" sz="1800">
                <a:solidFill>
                  <a:srgbClr val="2F2F2F"/>
                </a:solidFill>
                <a:latin typeface="McLaren"/>
                <a:ea typeface="McLaren"/>
                <a:cs typeface="McLaren"/>
                <a:sym typeface="McLaren"/>
              </a:rPr>
              <a:t> of the systems in the human body that transport molecules to and from cells. </a:t>
            </a:r>
            <a:endParaRPr sz="1800">
              <a:solidFill>
                <a:srgbClr val="2F2F2F"/>
              </a:solidFill>
              <a:latin typeface="McLaren"/>
              <a:ea typeface="McLaren"/>
              <a:cs typeface="McLaren"/>
              <a:sym typeface="McLaren"/>
            </a:endParaRPr>
          </a:p>
          <a:p>
            <a:pPr indent="0" lvl="0" marL="0" rtl="0" algn="l">
              <a:spcBef>
                <a:spcPts val="2000"/>
              </a:spcBef>
              <a:spcAft>
                <a:spcPts val="0"/>
              </a:spcAft>
              <a:buNone/>
            </a:pPr>
            <a:r>
              <a:rPr lang="en" sz="1800">
                <a:solidFill>
                  <a:srgbClr val="2F2F2F"/>
                </a:solidFill>
                <a:latin typeface="McLaren"/>
                <a:ea typeface="McLaren"/>
                <a:cs typeface="McLaren"/>
                <a:sym typeface="McLaren"/>
              </a:rPr>
              <a:t>You will work in groups of four. Each group member will play a role in the model based on a Role Card. Three people will play the three </a:t>
            </a:r>
            <a:r>
              <a:rPr b="1" lang="en" sz="1800">
                <a:solidFill>
                  <a:srgbClr val="2F2F2F"/>
                </a:solidFill>
                <a:latin typeface="McLaren"/>
                <a:ea typeface="McLaren"/>
                <a:cs typeface="McLaren"/>
                <a:sym typeface="McLaren"/>
              </a:rPr>
              <a:t>body system roles,</a:t>
            </a:r>
            <a:r>
              <a:rPr lang="en" sz="1800">
                <a:solidFill>
                  <a:srgbClr val="2F2F2F"/>
                </a:solidFill>
                <a:latin typeface="McLaren"/>
                <a:ea typeface="McLaren"/>
                <a:cs typeface="McLaren"/>
                <a:sym typeface="McLaren"/>
              </a:rPr>
              <a:t> and one will play a </a:t>
            </a:r>
            <a:r>
              <a:rPr b="1" lang="en" sz="1800">
                <a:solidFill>
                  <a:srgbClr val="2F2F2F"/>
                </a:solidFill>
                <a:latin typeface="McLaren"/>
                <a:ea typeface="McLaren"/>
                <a:cs typeface="McLaren"/>
                <a:sym typeface="McLaren"/>
              </a:rPr>
              <a:t>cell role.</a:t>
            </a:r>
            <a:endParaRPr b="1" sz="1800">
              <a:latin typeface="McLaren"/>
              <a:ea typeface="McLaren"/>
              <a:cs typeface="McLaren"/>
              <a:sym typeface="McLaren"/>
            </a:endParaRPr>
          </a:p>
          <a:p>
            <a:pPr indent="0" lvl="0" marL="0" rtl="0" algn="l">
              <a:spcBef>
                <a:spcPts val="2000"/>
              </a:spcBef>
              <a:spcAft>
                <a:spcPts val="2000"/>
              </a:spcAft>
              <a:buNone/>
            </a:pPr>
            <a:r>
              <a:t/>
            </a:r>
            <a:endParaRPr sz="1800">
              <a:solidFill>
                <a:srgbClr val="2F2F2F"/>
              </a:solidFill>
              <a:latin typeface="McLaren"/>
              <a:ea typeface="McLaren"/>
              <a:cs typeface="McLaren"/>
              <a:sym typeface="McLare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0" name="Shape 720"/>
        <p:cNvGrpSpPr/>
        <p:nvPr/>
      </p:nvGrpSpPr>
      <p:grpSpPr>
        <a:xfrm>
          <a:off x="0" y="0"/>
          <a:ext cx="0" cy="0"/>
          <a:chOff x="0" y="0"/>
          <a:chExt cx="0" cy="0"/>
        </a:xfrm>
      </p:grpSpPr>
      <p:sp>
        <p:nvSpPr>
          <p:cNvPr id="721" name="Google Shape;721;p9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722" name="Google Shape;722;p99"/>
          <p:cNvPicPr preferRelativeResize="0"/>
          <p:nvPr/>
        </p:nvPicPr>
        <p:blipFill rotWithShape="1">
          <a:blip r:embed="rId3">
            <a:alphaModFix/>
          </a:blip>
          <a:srcRect b="6049" l="12500" r="12380" t="4474"/>
          <a:stretch/>
        </p:blipFill>
        <p:spPr>
          <a:xfrm>
            <a:off x="1846331" y="467575"/>
            <a:ext cx="5399972" cy="4208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0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8" name="Google Shape;728;p100"/>
          <p:cNvSpPr txBox="1"/>
          <p:nvPr/>
        </p:nvSpPr>
        <p:spPr>
          <a:xfrm>
            <a:off x="5391575" y="1054825"/>
            <a:ext cx="2949600" cy="2673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200">
                <a:latin typeface="Loved by the King"/>
                <a:ea typeface="Loved by the King"/>
                <a:cs typeface="Loved by the King"/>
                <a:sym typeface="Loved by the King"/>
              </a:rPr>
              <a:t>What did you do in your role in the classroom body system model?</a:t>
            </a:r>
            <a:endParaRPr sz="2200">
              <a:latin typeface="Loved by the King"/>
              <a:ea typeface="Loved by the King"/>
              <a:cs typeface="Loved by the King"/>
              <a:sym typeface="Loved by the King"/>
            </a:endParaRPr>
          </a:p>
          <a:p>
            <a:pPr indent="0" lvl="0" marL="0" rtl="0" algn="l">
              <a:spcBef>
                <a:spcPts val="0"/>
              </a:spcBef>
              <a:spcAft>
                <a:spcPts val="0"/>
              </a:spcAft>
              <a:buNone/>
            </a:pPr>
            <a:r>
              <a:t/>
            </a:r>
            <a:endParaRPr sz="2200">
              <a:latin typeface="Loved by the King"/>
              <a:ea typeface="Loved by the King"/>
              <a:cs typeface="Loved by the King"/>
              <a:sym typeface="Loved by the King"/>
            </a:endParaRPr>
          </a:p>
          <a:p>
            <a:pPr indent="0" lvl="0" marL="0" rtl="0" algn="l">
              <a:spcBef>
                <a:spcPts val="0"/>
              </a:spcBef>
              <a:spcAft>
                <a:spcPts val="0"/>
              </a:spcAft>
              <a:buNone/>
            </a:pPr>
            <a:r>
              <a:rPr lang="en" sz="2200">
                <a:latin typeface="Loved by the King"/>
                <a:ea typeface="Loved by the King"/>
                <a:cs typeface="Loved by the King"/>
                <a:sym typeface="Loved by the King"/>
              </a:rPr>
              <a:t>WHat did you learn about this body system or the cells in the body from participating in the model?</a:t>
            </a:r>
            <a:endParaRPr sz="2200">
              <a:latin typeface="Loved by the King"/>
              <a:ea typeface="Loved by the King"/>
              <a:cs typeface="Loved by the King"/>
              <a:sym typeface="Loved by the King"/>
            </a:endParaRPr>
          </a:p>
        </p:txBody>
      </p:sp>
      <p:sp>
        <p:nvSpPr>
          <p:cNvPr id="729" name="Google Shape;729;p100"/>
          <p:cNvSpPr txBox="1"/>
          <p:nvPr/>
        </p:nvSpPr>
        <p:spPr>
          <a:xfrm>
            <a:off x="638172" y="1091707"/>
            <a:ext cx="4448400" cy="3321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cLaren"/>
              <a:buChar char="➔"/>
            </a:pPr>
            <a:r>
              <a:rPr lang="en" sz="1800">
                <a:solidFill>
                  <a:srgbClr val="2F2F2F"/>
                </a:solidFill>
                <a:latin typeface="McLaren"/>
                <a:ea typeface="McLaren"/>
                <a:cs typeface="McLaren"/>
                <a:sym typeface="McLaren"/>
              </a:rPr>
              <a:t>In any of the </a:t>
            </a:r>
            <a:r>
              <a:rPr b="1" lang="en" sz="1800">
                <a:solidFill>
                  <a:srgbClr val="2F2F2F"/>
                </a:solidFill>
                <a:latin typeface="McLaren"/>
                <a:ea typeface="McLaren"/>
                <a:cs typeface="McLaren"/>
                <a:sym typeface="McLaren"/>
              </a:rPr>
              <a:t>cell roles,</a:t>
            </a:r>
            <a:r>
              <a:rPr lang="en" sz="1800">
                <a:solidFill>
                  <a:srgbClr val="2F2F2F"/>
                </a:solidFill>
                <a:latin typeface="McLaren"/>
                <a:ea typeface="McLaren"/>
                <a:cs typeface="McLaren"/>
                <a:sym typeface="McLaren"/>
              </a:rPr>
              <a:t> you will try to collect the molecules you need by </a:t>
            </a:r>
            <a:r>
              <a:rPr b="1" lang="en" sz="1800">
                <a:solidFill>
                  <a:srgbClr val="2F2F2F"/>
                </a:solidFill>
                <a:latin typeface="McLaren"/>
                <a:ea typeface="McLaren"/>
                <a:cs typeface="McLaren"/>
                <a:sym typeface="McLaren"/>
              </a:rPr>
              <a:t>communicating with the circulatory system</a:t>
            </a:r>
            <a:r>
              <a:rPr lang="en" sz="1800">
                <a:solidFill>
                  <a:srgbClr val="2F2F2F"/>
                </a:solidFill>
                <a:latin typeface="McLaren"/>
                <a:ea typeface="McLaren"/>
                <a:cs typeface="McLaren"/>
                <a:sym typeface="McLaren"/>
              </a:rPr>
              <a:t> and  requesting specific molecules mentioned on your cell cards.</a:t>
            </a:r>
            <a:endParaRPr sz="1800">
              <a:solidFill>
                <a:srgbClr val="2F2F2F"/>
              </a:solidFill>
              <a:latin typeface="McLaren"/>
              <a:ea typeface="McLaren"/>
              <a:cs typeface="McLaren"/>
              <a:sym typeface="McLaren"/>
            </a:endParaRPr>
          </a:p>
          <a:p>
            <a:pPr indent="-317500" lvl="0" marL="457200" rtl="0" algn="l">
              <a:spcBef>
                <a:spcPts val="2000"/>
              </a:spcBef>
              <a:spcAft>
                <a:spcPts val="0"/>
              </a:spcAft>
              <a:buClr>
                <a:schemeClr val="dk1"/>
              </a:buClr>
              <a:buSzPts val="1400"/>
              <a:buFont typeface="McLaren"/>
              <a:buChar char="➔"/>
            </a:pPr>
            <a:r>
              <a:rPr lang="en" sz="1800">
                <a:latin typeface="McLaren"/>
                <a:ea typeface="McLaren"/>
                <a:cs typeface="McLaren"/>
                <a:sym typeface="McLaren"/>
              </a:rPr>
              <a:t>Let’s watch an animated video that shows you a little bit more about these structures and how they will be represented in the model.</a:t>
            </a:r>
            <a:endParaRPr>
              <a:solidFill>
                <a:schemeClr val="dk1"/>
              </a:solidFill>
              <a:latin typeface="McLaren"/>
              <a:ea typeface="McLaren"/>
              <a:cs typeface="McLaren"/>
              <a:sym typeface="McLaren"/>
            </a:endParaRPr>
          </a:p>
          <a:p>
            <a:pPr indent="0" lvl="0" marL="457200" rtl="0" algn="l">
              <a:spcBef>
                <a:spcPts val="1600"/>
              </a:spcBef>
              <a:spcAft>
                <a:spcPts val="0"/>
              </a:spcAft>
              <a:buNone/>
            </a:pPr>
            <a:r>
              <a:t/>
            </a:r>
            <a:endParaRPr>
              <a:solidFill>
                <a:schemeClr val="dk1"/>
              </a:solidFill>
              <a:latin typeface="McLaren"/>
              <a:ea typeface="McLaren"/>
              <a:cs typeface="McLaren"/>
              <a:sym typeface="McLaren"/>
            </a:endParaRPr>
          </a:p>
        </p:txBody>
      </p:sp>
      <p:sp>
        <p:nvSpPr>
          <p:cNvPr id="730" name="Google Shape;730;p100"/>
          <p:cNvSpPr txBox="1"/>
          <p:nvPr/>
        </p:nvSpPr>
        <p:spPr>
          <a:xfrm>
            <a:off x="870647" y="639315"/>
            <a:ext cx="457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McLaren"/>
                <a:ea typeface="McLaren"/>
                <a:cs typeface="McLaren"/>
                <a:sym typeface="McLaren"/>
              </a:rPr>
              <a:t>Body Systems Model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36" name="Google Shape;736;p101"/>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id="737" name="Google Shape;737;p101" title="MSSCI_MET_NA_CS_20111.mp4">
            <a:hlinkClick r:id="rId3"/>
          </p:cNvPr>
          <p:cNvPicPr preferRelativeResize="0"/>
          <p:nvPr/>
        </p:nvPicPr>
        <p:blipFill>
          <a:blip r:embed="rId4">
            <a:alphaModFix/>
          </a:blip>
          <a:stretch>
            <a:fillRect/>
          </a:stretch>
        </p:blipFill>
        <p:spPr>
          <a:xfrm>
            <a:off x="784600" y="421339"/>
            <a:ext cx="7642021" cy="429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43" name="Google Shape;743;p102"/>
          <p:cNvSpPr txBox="1"/>
          <p:nvPr/>
        </p:nvSpPr>
        <p:spPr>
          <a:xfrm>
            <a:off x="725350" y="299275"/>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McLaren"/>
                <a:ea typeface="McLaren"/>
                <a:cs typeface="McLaren"/>
                <a:sym typeface="McLaren"/>
              </a:rPr>
              <a:t>Body Systems Model:</a:t>
            </a:r>
            <a:endParaRPr b="1" sz="2500">
              <a:solidFill>
                <a:srgbClr val="434343"/>
              </a:solidFill>
              <a:latin typeface="McLaren"/>
              <a:ea typeface="McLaren"/>
              <a:cs typeface="McLaren"/>
              <a:sym typeface="McLaren"/>
            </a:endParaRPr>
          </a:p>
        </p:txBody>
      </p:sp>
      <p:sp>
        <p:nvSpPr>
          <p:cNvPr id="744" name="Google Shape;744;p102"/>
          <p:cNvSpPr txBox="1"/>
          <p:nvPr/>
        </p:nvSpPr>
        <p:spPr>
          <a:xfrm>
            <a:off x="883250" y="1156675"/>
            <a:ext cx="4188600" cy="33219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SzPts val="1000"/>
              <a:buFont typeface="McLaren"/>
              <a:buChar char="➔"/>
            </a:pPr>
            <a:r>
              <a:rPr lang="en" sz="2100">
                <a:latin typeface="McLaren"/>
                <a:ea typeface="McLaren"/>
                <a:cs typeface="McLaren"/>
                <a:sym typeface="McLaren"/>
              </a:rPr>
              <a:t>Pipe cleaners represent </a:t>
            </a:r>
            <a:r>
              <a:rPr b="1" lang="en" sz="2100">
                <a:latin typeface="McLaren"/>
                <a:ea typeface="McLaren"/>
                <a:cs typeface="McLaren"/>
                <a:sym typeface="McLaren"/>
              </a:rPr>
              <a:t>molecules.</a:t>
            </a:r>
            <a:r>
              <a:rPr lang="en" sz="2100">
                <a:latin typeface="McLaren"/>
                <a:ea typeface="McLaren"/>
                <a:cs typeface="McLaren"/>
                <a:sym typeface="McLaren"/>
              </a:rPr>
              <a:t> The different colors represent different types of molecules.</a:t>
            </a:r>
            <a:endParaRPr sz="2100">
              <a:latin typeface="McLaren"/>
              <a:ea typeface="McLaren"/>
              <a:cs typeface="McLaren"/>
              <a:sym typeface="McLaren"/>
            </a:endParaRPr>
          </a:p>
          <a:p>
            <a:pPr indent="-292100" lvl="0" marL="457200" rtl="0" algn="l">
              <a:spcBef>
                <a:spcPts val="2000"/>
              </a:spcBef>
              <a:spcAft>
                <a:spcPts val="0"/>
              </a:spcAft>
              <a:buSzPts val="1000"/>
              <a:buFont typeface="McLaren"/>
              <a:buChar char="➔"/>
            </a:pPr>
            <a:r>
              <a:rPr lang="en" sz="2100">
                <a:latin typeface="McLaren"/>
                <a:ea typeface="McLaren"/>
                <a:cs typeface="McLaren"/>
                <a:sym typeface="McLaren"/>
              </a:rPr>
              <a:t>Large molecules are represented by several pipe cleaners twisted together.</a:t>
            </a:r>
            <a:endParaRPr sz="1000">
              <a:latin typeface="McLaren"/>
              <a:ea typeface="McLaren"/>
              <a:cs typeface="McLaren"/>
              <a:sym typeface="McLaren"/>
            </a:endParaRPr>
          </a:p>
          <a:p>
            <a:pPr indent="0" lvl="0" marL="0" rtl="0" algn="l">
              <a:spcBef>
                <a:spcPts val="2000"/>
              </a:spcBef>
              <a:spcAft>
                <a:spcPts val="0"/>
              </a:spcAft>
              <a:buNone/>
            </a:pPr>
            <a:r>
              <a:t/>
            </a:r>
            <a:endParaRPr sz="1000">
              <a:latin typeface="McLaren"/>
              <a:ea typeface="McLaren"/>
              <a:cs typeface="McLaren"/>
              <a:sym typeface="McLaren"/>
            </a:endParaRPr>
          </a:p>
          <a:p>
            <a:pPr indent="0" lvl="0" marL="0" rtl="0" algn="l">
              <a:spcBef>
                <a:spcPts val="0"/>
              </a:spcBef>
              <a:spcAft>
                <a:spcPts val="0"/>
              </a:spcAft>
              <a:buNone/>
            </a:pPr>
            <a:r>
              <a:t/>
            </a:r>
            <a:endParaRPr sz="1000">
              <a:latin typeface="McLaren"/>
              <a:ea typeface="McLaren"/>
              <a:cs typeface="McLaren"/>
              <a:sym typeface="McLaren"/>
            </a:endParaRPr>
          </a:p>
          <a:p>
            <a:pPr indent="0" lvl="0" marL="457200" rtl="0" algn="l">
              <a:spcBef>
                <a:spcPts val="0"/>
              </a:spcBef>
              <a:spcAft>
                <a:spcPts val="0"/>
              </a:spcAft>
              <a:buNone/>
            </a:pPr>
            <a:r>
              <a:t/>
            </a:r>
            <a:endParaRPr sz="1000">
              <a:latin typeface="McLaren"/>
              <a:ea typeface="McLaren"/>
              <a:cs typeface="McLaren"/>
              <a:sym typeface="McLaren"/>
            </a:endParaRPr>
          </a:p>
        </p:txBody>
      </p:sp>
      <p:pic>
        <p:nvPicPr>
          <p:cNvPr descr="Illustration of 5 sets of pipe cleaners.&#10;Set 1: Three yellow pipe cleaners twisted together and labeled Starch.&#10;Set 2: Three purple pipe cleaners twisted together and labeled Protein.&#10;Set 3: One single yellow pipe cleaner labeled Glucose.&#10;Set 4: One single purple pipe cleaner labeled Amino Acids.&#10;Set 5: One single green pipe cleaner labeled Oxygen." id="745" name="Google Shape;745;p102"/>
          <p:cNvPicPr preferRelativeResize="0"/>
          <p:nvPr/>
        </p:nvPicPr>
        <p:blipFill rotWithShape="1">
          <a:blip r:embed="rId3">
            <a:alphaModFix/>
          </a:blip>
          <a:srcRect b="7355" l="12896" r="12433" t="7423"/>
          <a:stretch/>
        </p:blipFill>
        <p:spPr>
          <a:xfrm>
            <a:off x="5828775" y="836932"/>
            <a:ext cx="2149075" cy="3028726"/>
          </a:xfrm>
          <a:prstGeom prst="rect">
            <a:avLst/>
          </a:prstGeom>
          <a:noFill/>
          <a:ln>
            <a:noFill/>
          </a:ln>
        </p:spPr>
      </p:pic>
      <p:sp>
        <p:nvSpPr>
          <p:cNvPr id="746" name="Google Shape;746;p102"/>
          <p:cNvSpPr txBox="1"/>
          <p:nvPr/>
        </p:nvSpPr>
        <p:spPr>
          <a:xfrm>
            <a:off x="6492055" y="1185406"/>
            <a:ext cx="809100" cy="378300"/>
          </a:xfrm>
          <a:prstGeom prst="rect">
            <a:avLst/>
          </a:prstGeom>
          <a:noFill/>
          <a:ln>
            <a:noFill/>
          </a:ln>
        </p:spPr>
        <p:txBody>
          <a:bodyPr anchorCtr="0" anchor="t" bIns="75925" lIns="75925" spcFirstLastPara="1" rIns="75925" wrap="square" tIns="75925">
            <a:noAutofit/>
          </a:bodyPr>
          <a:lstStyle/>
          <a:p>
            <a:pPr indent="0" lvl="0" marL="0" rtl="0" algn="ctr">
              <a:spcBef>
                <a:spcPts val="0"/>
              </a:spcBef>
              <a:spcAft>
                <a:spcPts val="0"/>
              </a:spcAft>
              <a:buNone/>
            </a:pPr>
            <a:r>
              <a:rPr lang="en" sz="1163">
                <a:latin typeface="Roboto Medium"/>
                <a:ea typeface="Roboto Medium"/>
                <a:cs typeface="Roboto Medium"/>
                <a:sym typeface="Roboto Medium"/>
              </a:rPr>
              <a:t>starch</a:t>
            </a:r>
            <a:endParaRPr sz="1163">
              <a:latin typeface="Roboto Medium"/>
              <a:ea typeface="Roboto Medium"/>
              <a:cs typeface="Roboto Medium"/>
              <a:sym typeface="Roboto Medium"/>
            </a:endParaRPr>
          </a:p>
        </p:txBody>
      </p:sp>
      <p:sp>
        <p:nvSpPr>
          <p:cNvPr id="747" name="Google Shape;747;p102"/>
          <p:cNvSpPr txBox="1"/>
          <p:nvPr/>
        </p:nvSpPr>
        <p:spPr>
          <a:xfrm>
            <a:off x="6492055" y="1965096"/>
            <a:ext cx="809100" cy="378300"/>
          </a:xfrm>
          <a:prstGeom prst="rect">
            <a:avLst/>
          </a:prstGeom>
          <a:noFill/>
          <a:ln>
            <a:noFill/>
          </a:ln>
        </p:spPr>
        <p:txBody>
          <a:bodyPr anchorCtr="0" anchor="t" bIns="75925" lIns="75925" spcFirstLastPara="1" rIns="75925" wrap="square" tIns="75925">
            <a:noAutofit/>
          </a:bodyPr>
          <a:lstStyle/>
          <a:p>
            <a:pPr indent="0" lvl="0" marL="0" rtl="0" algn="ctr">
              <a:spcBef>
                <a:spcPts val="0"/>
              </a:spcBef>
              <a:spcAft>
                <a:spcPts val="0"/>
              </a:spcAft>
              <a:buNone/>
            </a:pPr>
            <a:r>
              <a:rPr lang="en" sz="1163">
                <a:latin typeface="Roboto Medium"/>
                <a:ea typeface="Roboto Medium"/>
                <a:cs typeface="Roboto Medium"/>
                <a:sym typeface="Roboto Medium"/>
              </a:rPr>
              <a:t>protein</a:t>
            </a:r>
            <a:endParaRPr sz="1163">
              <a:latin typeface="Roboto Medium"/>
              <a:ea typeface="Roboto Medium"/>
              <a:cs typeface="Roboto Medium"/>
              <a:sym typeface="Roboto Medium"/>
            </a:endParaRPr>
          </a:p>
        </p:txBody>
      </p:sp>
      <p:sp>
        <p:nvSpPr>
          <p:cNvPr id="748" name="Google Shape;748;p102"/>
          <p:cNvSpPr txBox="1"/>
          <p:nvPr/>
        </p:nvSpPr>
        <p:spPr>
          <a:xfrm>
            <a:off x="6492055" y="2490812"/>
            <a:ext cx="809100" cy="378300"/>
          </a:xfrm>
          <a:prstGeom prst="rect">
            <a:avLst/>
          </a:prstGeom>
          <a:noFill/>
          <a:ln>
            <a:noFill/>
          </a:ln>
        </p:spPr>
        <p:txBody>
          <a:bodyPr anchorCtr="0" anchor="t" bIns="75925" lIns="75925" spcFirstLastPara="1" rIns="75925" wrap="square" tIns="75925">
            <a:noAutofit/>
          </a:bodyPr>
          <a:lstStyle/>
          <a:p>
            <a:pPr indent="0" lvl="0" marL="0" rtl="0" algn="ctr">
              <a:spcBef>
                <a:spcPts val="0"/>
              </a:spcBef>
              <a:spcAft>
                <a:spcPts val="0"/>
              </a:spcAft>
              <a:buNone/>
            </a:pPr>
            <a:r>
              <a:rPr lang="en" sz="1163">
                <a:latin typeface="Roboto Medium"/>
                <a:ea typeface="Roboto Medium"/>
                <a:cs typeface="Roboto Medium"/>
                <a:sym typeface="Roboto Medium"/>
              </a:rPr>
              <a:t>glucose</a:t>
            </a:r>
            <a:endParaRPr sz="1163">
              <a:latin typeface="Roboto Medium"/>
              <a:ea typeface="Roboto Medium"/>
              <a:cs typeface="Roboto Medium"/>
              <a:sym typeface="Roboto Medium"/>
            </a:endParaRPr>
          </a:p>
        </p:txBody>
      </p:sp>
      <p:sp>
        <p:nvSpPr>
          <p:cNvPr id="749" name="Google Shape;749;p102"/>
          <p:cNvSpPr txBox="1"/>
          <p:nvPr/>
        </p:nvSpPr>
        <p:spPr>
          <a:xfrm>
            <a:off x="6256498" y="3098754"/>
            <a:ext cx="1280400" cy="378300"/>
          </a:xfrm>
          <a:prstGeom prst="rect">
            <a:avLst/>
          </a:prstGeom>
          <a:noFill/>
          <a:ln>
            <a:noFill/>
          </a:ln>
        </p:spPr>
        <p:txBody>
          <a:bodyPr anchorCtr="0" anchor="t" bIns="75925" lIns="75925" spcFirstLastPara="1" rIns="75925" wrap="square" tIns="75925">
            <a:noAutofit/>
          </a:bodyPr>
          <a:lstStyle/>
          <a:p>
            <a:pPr indent="0" lvl="0" marL="0" rtl="0" algn="ctr">
              <a:spcBef>
                <a:spcPts val="0"/>
              </a:spcBef>
              <a:spcAft>
                <a:spcPts val="0"/>
              </a:spcAft>
              <a:buNone/>
            </a:pPr>
            <a:r>
              <a:rPr lang="en" sz="1163">
                <a:latin typeface="Roboto Medium"/>
                <a:ea typeface="Roboto Medium"/>
                <a:cs typeface="Roboto Medium"/>
                <a:sym typeface="Roboto Medium"/>
              </a:rPr>
              <a:t>amino acid</a:t>
            </a:r>
            <a:endParaRPr sz="1163">
              <a:latin typeface="Roboto Medium"/>
              <a:ea typeface="Roboto Medium"/>
              <a:cs typeface="Roboto Medium"/>
              <a:sym typeface="Roboto Medium"/>
            </a:endParaRPr>
          </a:p>
        </p:txBody>
      </p:sp>
      <p:sp>
        <p:nvSpPr>
          <p:cNvPr id="750" name="Google Shape;750;p102"/>
          <p:cNvSpPr txBox="1"/>
          <p:nvPr/>
        </p:nvSpPr>
        <p:spPr>
          <a:xfrm>
            <a:off x="6256498" y="3571176"/>
            <a:ext cx="1280400" cy="378300"/>
          </a:xfrm>
          <a:prstGeom prst="rect">
            <a:avLst/>
          </a:prstGeom>
          <a:noFill/>
          <a:ln>
            <a:noFill/>
          </a:ln>
        </p:spPr>
        <p:txBody>
          <a:bodyPr anchorCtr="0" anchor="t" bIns="75925" lIns="75925" spcFirstLastPara="1" rIns="75925" wrap="square" tIns="75925">
            <a:noAutofit/>
          </a:bodyPr>
          <a:lstStyle/>
          <a:p>
            <a:pPr indent="0" lvl="0" marL="0" rtl="0" algn="ctr">
              <a:spcBef>
                <a:spcPts val="0"/>
              </a:spcBef>
              <a:spcAft>
                <a:spcPts val="0"/>
              </a:spcAft>
              <a:buNone/>
            </a:pPr>
            <a:r>
              <a:rPr lang="en" sz="1163">
                <a:latin typeface="Roboto Medium"/>
                <a:ea typeface="Roboto Medium"/>
                <a:cs typeface="Roboto Medium"/>
                <a:sym typeface="Roboto Medium"/>
              </a:rPr>
              <a:t>oxygen</a:t>
            </a:r>
            <a:endParaRPr sz="1163">
              <a:latin typeface="Roboto Medium"/>
              <a:ea typeface="Roboto Medium"/>
              <a:cs typeface="Roboto Medium"/>
              <a:sym typeface="Robo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6" name="Google Shape;756;p103"/>
          <p:cNvSpPr txBox="1"/>
          <p:nvPr/>
        </p:nvSpPr>
        <p:spPr>
          <a:xfrm>
            <a:off x="5406775" y="1104225"/>
            <a:ext cx="2896200" cy="2506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3400">
                <a:solidFill>
                  <a:srgbClr val="434343"/>
                </a:solidFill>
                <a:latin typeface="Loved by the King"/>
                <a:ea typeface="Loved by the King"/>
                <a:cs typeface="Loved by the King"/>
                <a:sym typeface="Loved by the King"/>
              </a:rPr>
              <a:t>—--------</a:t>
            </a:r>
            <a:endParaRPr sz="3400">
              <a:solidFill>
                <a:srgbClr val="434343"/>
              </a:solidFill>
              <a:latin typeface="Loved by the King"/>
              <a:ea typeface="Loved by the King"/>
              <a:cs typeface="Loved by the King"/>
              <a:sym typeface="Loved by the King"/>
            </a:endParaRPr>
          </a:p>
        </p:txBody>
      </p:sp>
      <p:sp>
        <p:nvSpPr>
          <p:cNvPr id="757" name="Google Shape;757;p103"/>
          <p:cNvSpPr txBox="1"/>
          <p:nvPr/>
        </p:nvSpPr>
        <p:spPr>
          <a:xfrm>
            <a:off x="725350" y="299275"/>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McLaren"/>
                <a:ea typeface="McLaren"/>
                <a:cs typeface="McLaren"/>
                <a:sym typeface="McLaren"/>
              </a:rPr>
              <a:t>Body Systems Model:</a:t>
            </a:r>
            <a:endParaRPr b="1" sz="2500">
              <a:solidFill>
                <a:srgbClr val="434343"/>
              </a:solidFill>
              <a:latin typeface="McLaren"/>
              <a:ea typeface="McLaren"/>
              <a:cs typeface="McLaren"/>
              <a:sym typeface="McLaren"/>
            </a:endParaRPr>
          </a:p>
        </p:txBody>
      </p:sp>
      <p:sp>
        <p:nvSpPr>
          <p:cNvPr id="758" name="Google Shape;758;p103"/>
          <p:cNvSpPr txBox="1"/>
          <p:nvPr/>
        </p:nvSpPr>
        <p:spPr>
          <a:xfrm>
            <a:off x="725350" y="1156675"/>
            <a:ext cx="4419000" cy="3321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McLaren"/>
              <a:buChar char="➔"/>
            </a:pPr>
            <a:r>
              <a:rPr lang="en" sz="1800">
                <a:solidFill>
                  <a:srgbClr val="2F2F2F"/>
                </a:solidFill>
                <a:latin typeface="McLaren"/>
                <a:ea typeface="McLaren"/>
                <a:cs typeface="McLaren"/>
                <a:sym typeface="McLaren"/>
              </a:rPr>
              <a:t>We will use index cards with holes to represent the tiny openings that molecules pass through. There are three types of openings in the model: </a:t>
            </a:r>
            <a:r>
              <a:rPr lang="en" sz="1800">
                <a:solidFill>
                  <a:srgbClr val="2F2F2F"/>
                </a:solidFill>
                <a:latin typeface="McLaren"/>
                <a:ea typeface="McLaren"/>
                <a:cs typeface="McLaren"/>
                <a:sym typeface="McLaren"/>
              </a:rPr>
              <a:t>openings in</a:t>
            </a:r>
            <a:r>
              <a:rPr lang="en" sz="1800">
                <a:solidFill>
                  <a:srgbClr val="2F2F2F"/>
                </a:solidFill>
                <a:latin typeface="McLaren"/>
                <a:ea typeface="McLaren"/>
                <a:cs typeface="McLaren"/>
                <a:sym typeface="McLaren"/>
              </a:rPr>
              <a:t> </a:t>
            </a:r>
            <a:endParaRPr sz="1800">
              <a:solidFill>
                <a:srgbClr val="2F2F2F"/>
              </a:solidFill>
              <a:latin typeface="McLaren"/>
              <a:ea typeface="McLaren"/>
              <a:cs typeface="McLaren"/>
              <a:sym typeface="McLaren"/>
            </a:endParaRPr>
          </a:p>
          <a:p>
            <a:pPr indent="-317500" lvl="1" marL="914400" rtl="0" algn="l">
              <a:spcBef>
                <a:spcPts val="2000"/>
              </a:spcBef>
              <a:spcAft>
                <a:spcPts val="0"/>
              </a:spcAft>
              <a:buClr>
                <a:schemeClr val="dk1"/>
              </a:buClr>
              <a:buSzPts val="1400"/>
              <a:buFont typeface="McLaren"/>
              <a:buChar char="◆"/>
            </a:pPr>
            <a:r>
              <a:rPr b="1" lang="en" sz="1800">
                <a:solidFill>
                  <a:srgbClr val="2F2F2F"/>
                </a:solidFill>
                <a:latin typeface="McLaren"/>
                <a:ea typeface="McLaren"/>
                <a:cs typeface="McLaren"/>
                <a:sym typeface="McLaren"/>
              </a:rPr>
              <a:t>villi,</a:t>
            </a:r>
            <a:r>
              <a:rPr lang="en" sz="1800">
                <a:solidFill>
                  <a:srgbClr val="2F2F2F"/>
                </a:solidFill>
                <a:latin typeface="McLaren"/>
                <a:ea typeface="McLaren"/>
                <a:cs typeface="McLaren"/>
                <a:sym typeface="McLaren"/>
              </a:rPr>
              <a:t> </a:t>
            </a:r>
            <a:endParaRPr sz="1800">
              <a:solidFill>
                <a:srgbClr val="2F2F2F"/>
              </a:solidFill>
              <a:latin typeface="McLaren"/>
              <a:ea typeface="McLaren"/>
              <a:cs typeface="McLaren"/>
              <a:sym typeface="McLaren"/>
            </a:endParaRPr>
          </a:p>
          <a:p>
            <a:pPr indent="-317500" lvl="1" marL="914400" rtl="0" algn="l">
              <a:spcBef>
                <a:spcPts val="2000"/>
              </a:spcBef>
              <a:spcAft>
                <a:spcPts val="0"/>
              </a:spcAft>
              <a:buClr>
                <a:schemeClr val="dk1"/>
              </a:buClr>
              <a:buSzPts val="1400"/>
              <a:buFont typeface="McLaren"/>
              <a:buChar char="◆"/>
            </a:pPr>
            <a:r>
              <a:rPr b="1" lang="en" sz="1800">
                <a:solidFill>
                  <a:srgbClr val="2F2F2F"/>
                </a:solidFill>
                <a:latin typeface="McLaren"/>
                <a:ea typeface="McLaren"/>
                <a:cs typeface="McLaren"/>
                <a:sym typeface="McLaren"/>
              </a:rPr>
              <a:t>alveoli,</a:t>
            </a:r>
            <a:r>
              <a:rPr lang="en" sz="1800">
                <a:solidFill>
                  <a:srgbClr val="2F2F2F"/>
                </a:solidFill>
                <a:latin typeface="McLaren"/>
                <a:ea typeface="McLaren"/>
                <a:cs typeface="McLaren"/>
                <a:sym typeface="McLaren"/>
              </a:rPr>
              <a:t> and the </a:t>
            </a:r>
            <a:endParaRPr sz="1800">
              <a:solidFill>
                <a:srgbClr val="2F2F2F"/>
              </a:solidFill>
              <a:latin typeface="McLaren"/>
              <a:ea typeface="McLaren"/>
              <a:cs typeface="McLaren"/>
              <a:sym typeface="McLaren"/>
            </a:endParaRPr>
          </a:p>
          <a:p>
            <a:pPr indent="-317500" lvl="1" marL="914400" rtl="0" algn="l">
              <a:spcBef>
                <a:spcPts val="2000"/>
              </a:spcBef>
              <a:spcAft>
                <a:spcPts val="0"/>
              </a:spcAft>
              <a:buClr>
                <a:schemeClr val="dk1"/>
              </a:buClr>
              <a:buSzPts val="1400"/>
              <a:buFont typeface="McLaren"/>
              <a:buChar char="◆"/>
            </a:pPr>
            <a:r>
              <a:rPr b="1" lang="en" sz="1800">
                <a:solidFill>
                  <a:srgbClr val="2F2F2F"/>
                </a:solidFill>
                <a:latin typeface="McLaren"/>
                <a:ea typeface="McLaren"/>
                <a:cs typeface="McLaren"/>
                <a:sym typeface="McLaren"/>
              </a:rPr>
              <a:t>cell membrane.</a:t>
            </a:r>
            <a:endParaRPr sz="700">
              <a:solidFill>
                <a:schemeClr val="dk1"/>
              </a:solidFill>
              <a:latin typeface="McLaren"/>
              <a:ea typeface="McLaren"/>
              <a:cs typeface="McLaren"/>
              <a:sym typeface="McLaren"/>
            </a:endParaRPr>
          </a:p>
          <a:p>
            <a:pPr indent="0" lvl="0" marL="0" rtl="0" algn="l">
              <a:spcBef>
                <a:spcPts val="2000"/>
              </a:spcBef>
              <a:spcAft>
                <a:spcPts val="0"/>
              </a:spcAft>
              <a:buNone/>
            </a:pPr>
            <a:r>
              <a:t/>
            </a:r>
            <a:endParaRPr sz="700">
              <a:solidFill>
                <a:schemeClr val="dk1"/>
              </a:solidFill>
              <a:latin typeface="McLaren"/>
              <a:ea typeface="McLaren"/>
              <a:cs typeface="McLaren"/>
              <a:sym typeface="McLaren"/>
            </a:endParaRPr>
          </a:p>
          <a:p>
            <a:pPr indent="0" lvl="0" marL="0" rtl="0" algn="l">
              <a:spcBef>
                <a:spcPts val="0"/>
              </a:spcBef>
              <a:spcAft>
                <a:spcPts val="0"/>
              </a:spcAft>
              <a:buNone/>
            </a:pPr>
            <a:r>
              <a:t/>
            </a:r>
            <a:endParaRPr sz="700">
              <a:solidFill>
                <a:schemeClr val="dk1"/>
              </a:solidFill>
              <a:latin typeface="McLaren"/>
              <a:ea typeface="McLaren"/>
              <a:cs typeface="McLaren"/>
              <a:sym typeface="McLaren"/>
            </a:endParaRPr>
          </a:p>
          <a:p>
            <a:pPr indent="0" lvl="0" marL="457200" rtl="0" algn="l">
              <a:spcBef>
                <a:spcPts val="0"/>
              </a:spcBef>
              <a:spcAft>
                <a:spcPts val="0"/>
              </a:spcAft>
              <a:buNone/>
            </a:pPr>
            <a:r>
              <a:t/>
            </a:r>
            <a:endParaRPr sz="700">
              <a:solidFill>
                <a:schemeClr val="dk1"/>
              </a:solidFill>
              <a:latin typeface="McLaren"/>
              <a:ea typeface="McLaren"/>
              <a:cs typeface="McLaren"/>
              <a:sym typeface="McLaren"/>
            </a:endParaRPr>
          </a:p>
        </p:txBody>
      </p:sp>
      <p:pic>
        <p:nvPicPr>
          <p:cNvPr descr="Illustration of three index cards that each have one hole in the top center of the card. The bottom of each card is folded so that the cards are standing.&#10;Top card is labeled Villi. Below it is a card labeled Alveoli. To the left is a card labeled Cell Membrane." id="759" name="Google Shape;759;p103"/>
          <p:cNvPicPr preferRelativeResize="0"/>
          <p:nvPr/>
        </p:nvPicPr>
        <p:blipFill rotWithShape="1">
          <a:blip r:embed="rId3">
            <a:alphaModFix/>
          </a:blip>
          <a:srcRect b="15392" l="6514" r="8220" t="13646"/>
          <a:stretch/>
        </p:blipFill>
        <p:spPr>
          <a:xfrm>
            <a:off x="5525838" y="991688"/>
            <a:ext cx="2658076" cy="2731573"/>
          </a:xfrm>
          <a:prstGeom prst="rect">
            <a:avLst/>
          </a:prstGeom>
          <a:noFill/>
          <a:ln cap="flat" cmpd="sng" w="9525">
            <a:solidFill>
              <a:srgbClr val="D9D9D9"/>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0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65" name="Google Shape;765;p104"/>
          <p:cNvSpPr txBox="1"/>
          <p:nvPr/>
        </p:nvSpPr>
        <p:spPr>
          <a:xfrm>
            <a:off x="6857045" y="867468"/>
            <a:ext cx="1652700" cy="1452600"/>
          </a:xfrm>
          <a:prstGeom prst="rect">
            <a:avLst/>
          </a:prstGeom>
          <a:noFill/>
          <a:ln>
            <a:noFill/>
          </a:ln>
        </p:spPr>
        <p:txBody>
          <a:bodyPr anchorCtr="0" anchor="t" bIns="87950" lIns="87950" spcFirstLastPara="1" rIns="87950" wrap="square" tIns="87950">
            <a:noAutofit/>
          </a:bodyPr>
          <a:lstStyle/>
          <a:p>
            <a:pPr indent="0" lvl="0" marL="0" rtl="0" algn="ctr">
              <a:lnSpc>
                <a:spcPct val="100000"/>
              </a:lnSpc>
              <a:spcBef>
                <a:spcPts val="0"/>
              </a:spcBef>
              <a:spcAft>
                <a:spcPts val="0"/>
              </a:spcAft>
              <a:buNone/>
            </a:pPr>
            <a:r>
              <a:t/>
            </a:r>
            <a:endParaRPr sz="1924">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443">
              <a:solidFill>
                <a:srgbClr val="434343"/>
              </a:solidFill>
              <a:latin typeface="Give You Glory"/>
              <a:ea typeface="Give You Glory"/>
              <a:cs typeface="Give You Glory"/>
              <a:sym typeface="Give You Glory"/>
            </a:endParaRPr>
          </a:p>
        </p:txBody>
      </p:sp>
      <p:sp>
        <p:nvSpPr>
          <p:cNvPr id="766" name="Google Shape;766;p104"/>
          <p:cNvSpPr txBox="1"/>
          <p:nvPr/>
        </p:nvSpPr>
        <p:spPr>
          <a:xfrm>
            <a:off x="814089" y="1192874"/>
            <a:ext cx="4223700" cy="3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2000"/>
              </a:spcAft>
              <a:buNone/>
            </a:pPr>
            <a:r>
              <a:rPr lang="en" sz="2400">
                <a:solidFill>
                  <a:srgbClr val="2F2F2F"/>
                </a:solidFill>
                <a:latin typeface="McLaren"/>
                <a:ea typeface="McLaren"/>
                <a:cs typeface="McLaren"/>
                <a:sym typeface="McLaren"/>
              </a:rPr>
              <a:t>In the </a:t>
            </a:r>
            <a:r>
              <a:rPr b="1" lang="en" sz="2400">
                <a:solidFill>
                  <a:srgbClr val="2F2F2F"/>
                </a:solidFill>
                <a:latin typeface="McLaren"/>
                <a:ea typeface="McLaren"/>
                <a:cs typeface="McLaren"/>
                <a:sym typeface="McLaren"/>
              </a:rPr>
              <a:t>Digestive System role,</a:t>
            </a:r>
            <a:r>
              <a:rPr lang="en" sz="2400">
                <a:solidFill>
                  <a:srgbClr val="2F2F2F"/>
                </a:solidFill>
                <a:latin typeface="McLaren"/>
                <a:ea typeface="McLaren"/>
                <a:cs typeface="McLaren"/>
                <a:sym typeface="McLaren"/>
              </a:rPr>
              <a:t> you will take one food molecule at a time, </a:t>
            </a:r>
            <a:r>
              <a:rPr b="1" lang="en" sz="2400">
                <a:solidFill>
                  <a:srgbClr val="2F2F2F"/>
                </a:solidFill>
                <a:latin typeface="McLaren"/>
                <a:ea typeface="McLaren"/>
                <a:cs typeface="McLaren"/>
                <a:sym typeface="McLaren"/>
              </a:rPr>
              <a:t>break it down</a:t>
            </a:r>
            <a:r>
              <a:rPr lang="en" sz="2400">
                <a:solidFill>
                  <a:srgbClr val="2F2F2F"/>
                </a:solidFill>
                <a:latin typeface="McLaren"/>
                <a:ea typeface="McLaren"/>
                <a:cs typeface="McLaren"/>
                <a:sym typeface="McLaren"/>
              </a:rPr>
              <a:t> into smaller molecules, and then </a:t>
            </a:r>
            <a:r>
              <a:rPr b="1" lang="en" sz="2400">
                <a:solidFill>
                  <a:srgbClr val="2F2F2F"/>
                </a:solidFill>
                <a:latin typeface="McLaren"/>
                <a:ea typeface="McLaren"/>
                <a:cs typeface="McLaren"/>
                <a:sym typeface="McLaren"/>
              </a:rPr>
              <a:t>deliver these molecules</a:t>
            </a:r>
            <a:r>
              <a:rPr lang="en" sz="2400">
                <a:solidFill>
                  <a:srgbClr val="2F2F2F"/>
                </a:solidFill>
                <a:latin typeface="McLaren"/>
                <a:ea typeface="McLaren"/>
                <a:cs typeface="McLaren"/>
                <a:sym typeface="McLaren"/>
              </a:rPr>
              <a:t> to the circulatory system. </a:t>
            </a:r>
            <a:endParaRPr sz="2400">
              <a:latin typeface="McLaren"/>
              <a:ea typeface="McLaren"/>
              <a:cs typeface="McLaren"/>
              <a:sym typeface="McLaren"/>
            </a:endParaRPr>
          </a:p>
        </p:txBody>
      </p:sp>
      <p:pic>
        <p:nvPicPr>
          <p:cNvPr descr="An illustration with 3 panels.&#10;Top row, panel 1 is labeled 1. Enter. Below are three yellow pipe cleaners twisted together and labeled Starch. Below&#10;are three purple pipe cleaners twisted together and labeled Protein.&#10;Top row, panel 2 is labeled 2. Breakdown. Below are three single yellow pipe cleaners (not twisted) labeled Glucose. Below are three single purple pipe cleaners (not twisted) labeled Amino Acids.&#10;Bottom panel is labeled 3. Pass through. A hand holds one amino acid pipe cleaner. A glucose pipe cleaner goes through the Villi index card. An arrow points from the end of the glucose pipe cleaner to the right. Above the arrow is the label to bloodstream." id="767" name="Google Shape;767;p104"/>
          <p:cNvPicPr preferRelativeResize="0"/>
          <p:nvPr/>
        </p:nvPicPr>
        <p:blipFill rotWithShape="1">
          <a:blip r:embed="rId3">
            <a:alphaModFix/>
          </a:blip>
          <a:srcRect b="0" l="0" r="0" t="0"/>
          <a:stretch/>
        </p:blipFill>
        <p:spPr>
          <a:xfrm>
            <a:off x="5136264" y="460799"/>
            <a:ext cx="3333681" cy="4116524"/>
          </a:xfrm>
          <a:prstGeom prst="rect">
            <a:avLst/>
          </a:prstGeom>
          <a:noFill/>
          <a:ln>
            <a:noFill/>
          </a:ln>
        </p:spPr>
      </p:pic>
      <p:sp>
        <p:nvSpPr>
          <p:cNvPr id="768" name="Google Shape;768;p104"/>
          <p:cNvSpPr txBox="1"/>
          <p:nvPr/>
        </p:nvSpPr>
        <p:spPr>
          <a:xfrm>
            <a:off x="5526326" y="1229850"/>
            <a:ext cx="9372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starch</a:t>
            </a:r>
            <a:endParaRPr sz="1058">
              <a:latin typeface="Roboto"/>
              <a:ea typeface="Roboto"/>
              <a:cs typeface="Roboto"/>
              <a:sym typeface="Roboto"/>
            </a:endParaRPr>
          </a:p>
        </p:txBody>
      </p:sp>
      <p:sp>
        <p:nvSpPr>
          <p:cNvPr id="769" name="Google Shape;769;p104"/>
          <p:cNvSpPr txBox="1"/>
          <p:nvPr/>
        </p:nvSpPr>
        <p:spPr>
          <a:xfrm>
            <a:off x="5526326" y="1948244"/>
            <a:ext cx="9372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protein</a:t>
            </a:r>
            <a:endParaRPr sz="1058">
              <a:latin typeface="Roboto"/>
              <a:ea typeface="Roboto"/>
              <a:cs typeface="Roboto"/>
              <a:sym typeface="Roboto"/>
            </a:endParaRPr>
          </a:p>
        </p:txBody>
      </p:sp>
      <p:sp>
        <p:nvSpPr>
          <p:cNvPr id="770" name="Google Shape;770;p104"/>
          <p:cNvSpPr txBox="1"/>
          <p:nvPr/>
        </p:nvSpPr>
        <p:spPr>
          <a:xfrm>
            <a:off x="7170026" y="1306895"/>
            <a:ext cx="9372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glucose</a:t>
            </a:r>
            <a:endParaRPr sz="1058">
              <a:latin typeface="Roboto"/>
              <a:ea typeface="Roboto"/>
              <a:cs typeface="Roboto"/>
              <a:sym typeface="Roboto"/>
            </a:endParaRPr>
          </a:p>
        </p:txBody>
      </p:sp>
      <p:sp>
        <p:nvSpPr>
          <p:cNvPr id="771" name="Google Shape;771;p104"/>
          <p:cNvSpPr txBox="1"/>
          <p:nvPr/>
        </p:nvSpPr>
        <p:spPr>
          <a:xfrm>
            <a:off x="6897183" y="2147418"/>
            <a:ext cx="14829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amino acids</a:t>
            </a:r>
            <a:endParaRPr sz="1058">
              <a:latin typeface="Roboto"/>
              <a:ea typeface="Roboto"/>
              <a:cs typeface="Roboto"/>
              <a:sym typeface="Roboto"/>
            </a:endParaRPr>
          </a:p>
        </p:txBody>
      </p:sp>
      <p:sp>
        <p:nvSpPr>
          <p:cNvPr id="772" name="Google Shape;772;p104"/>
          <p:cNvSpPr txBox="1"/>
          <p:nvPr/>
        </p:nvSpPr>
        <p:spPr>
          <a:xfrm>
            <a:off x="5426805" y="4092251"/>
            <a:ext cx="14829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amino acid</a:t>
            </a:r>
            <a:endParaRPr sz="1058">
              <a:latin typeface="Roboto"/>
              <a:ea typeface="Roboto"/>
              <a:cs typeface="Roboto"/>
              <a:sym typeface="Roboto"/>
            </a:endParaRPr>
          </a:p>
        </p:txBody>
      </p:sp>
      <p:sp>
        <p:nvSpPr>
          <p:cNvPr id="773" name="Google Shape;773;p104"/>
          <p:cNvSpPr txBox="1"/>
          <p:nvPr/>
        </p:nvSpPr>
        <p:spPr>
          <a:xfrm>
            <a:off x="6152950" y="2968176"/>
            <a:ext cx="14829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glucose</a:t>
            </a:r>
            <a:endParaRPr sz="1058">
              <a:latin typeface="Roboto"/>
              <a:ea typeface="Roboto"/>
              <a:cs typeface="Roboto"/>
              <a:sym typeface="Roboto"/>
            </a:endParaRPr>
          </a:p>
        </p:txBody>
      </p:sp>
      <p:sp>
        <p:nvSpPr>
          <p:cNvPr id="774" name="Google Shape;774;p104"/>
          <p:cNvSpPr txBox="1"/>
          <p:nvPr/>
        </p:nvSpPr>
        <p:spPr>
          <a:xfrm>
            <a:off x="7026726" y="2583919"/>
            <a:ext cx="1482900" cy="438000"/>
          </a:xfrm>
          <a:prstGeom prst="rect">
            <a:avLst/>
          </a:prstGeom>
          <a:noFill/>
          <a:ln>
            <a:noFill/>
          </a:ln>
        </p:spPr>
        <p:txBody>
          <a:bodyPr anchorCtr="0" anchor="t" bIns="87950" lIns="87950" spcFirstLastPara="1" rIns="87950" wrap="square" tIns="87950">
            <a:noAutofit/>
          </a:bodyPr>
          <a:lstStyle/>
          <a:p>
            <a:pPr indent="0" lvl="0" marL="0" rtl="0" algn="ctr">
              <a:spcBef>
                <a:spcPts val="0"/>
              </a:spcBef>
              <a:spcAft>
                <a:spcPts val="0"/>
              </a:spcAft>
              <a:buNone/>
            </a:pPr>
            <a:r>
              <a:rPr lang="en" sz="1058">
                <a:latin typeface="Roboto"/>
                <a:ea typeface="Roboto"/>
                <a:cs typeface="Roboto"/>
                <a:sym typeface="Roboto"/>
              </a:rPr>
              <a:t>to bloodstream</a:t>
            </a:r>
            <a:endParaRPr sz="1058">
              <a:latin typeface="Roboto"/>
              <a:ea typeface="Roboto"/>
              <a:cs typeface="Roboto"/>
              <a:sym typeface="Roboto"/>
            </a:endParaRPr>
          </a:p>
        </p:txBody>
      </p:sp>
      <p:cxnSp>
        <p:nvCxnSpPr>
          <p:cNvPr id="775" name="Google Shape;775;p104"/>
          <p:cNvCxnSpPr/>
          <p:nvPr/>
        </p:nvCxnSpPr>
        <p:spPr>
          <a:xfrm flipH="1" rot="10800000">
            <a:off x="7604708" y="2923564"/>
            <a:ext cx="529200" cy="219300"/>
          </a:xfrm>
          <a:prstGeom prst="straightConnector1">
            <a:avLst/>
          </a:prstGeom>
          <a:noFill/>
          <a:ln cap="flat" cmpd="sng" w="18325">
            <a:solidFill>
              <a:srgbClr val="595959"/>
            </a:solidFill>
            <a:prstDash val="solid"/>
            <a:round/>
            <a:headEnd len="med" w="med" type="none"/>
            <a:tailEnd len="med" w="med" type="triangle"/>
          </a:ln>
        </p:spPr>
      </p:cxnSp>
      <p:sp>
        <p:nvSpPr>
          <p:cNvPr id="776" name="Google Shape;776;p104"/>
          <p:cNvSpPr txBox="1"/>
          <p:nvPr/>
        </p:nvSpPr>
        <p:spPr>
          <a:xfrm>
            <a:off x="5221472" y="453050"/>
            <a:ext cx="937200" cy="438000"/>
          </a:xfrm>
          <a:prstGeom prst="rect">
            <a:avLst/>
          </a:prstGeom>
          <a:noFill/>
          <a:ln>
            <a:noFill/>
          </a:ln>
        </p:spPr>
        <p:txBody>
          <a:bodyPr anchorCtr="0" anchor="t" bIns="87950" lIns="87950" spcFirstLastPara="1" rIns="87950" wrap="square" tIns="87950">
            <a:noAutofit/>
          </a:bodyPr>
          <a:lstStyle/>
          <a:p>
            <a:pPr indent="0" lvl="0" marL="0" rtl="0" algn="l">
              <a:spcBef>
                <a:spcPts val="0"/>
              </a:spcBef>
              <a:spcAft>
                <a:spcPts val="0"/>
              </a:spcAft>
              <a:buNone/>
            </a:pPr>
            <a:r>
              <a:rPr lang="en" sz="1347">
                <a:latin typeface="Roboto Medium"/>
                <a:ea typeface="Roboto Medium"/>
                <a:cs typeface="Roboto Medium"/>
                <a:sym typeface="Roboto Medium"/>
              </a:rPr>
              <a:t>1. Enter</a:t>
            </a:r>
            <a:endParaRPr sz="1347">
              <a:latin typeface="Roboto Medium"/>
              <a:ea typeface="Roboto Medium"/>
              <a:cs typeface="Roboto Medium"/>
              <a:sym typeface="Roboto Medium"/>
            </a:endParaRPr>
          </a:p>
        </p:txBody>
      </p:sp>
      <p:sp>
        <p:nvSpPr>
          <p:cNvPr id="777" name="Google Shape;777;p104"/>
          <p:cNvSpPr txBox="1"/>
          <p:nvPr/>
        </p:nvSpPr>
        <p:spPr>
          <a:xfrm>
            <a:off x="6885542" y="453047"/>
            <a:ext cx="1318500" cy="438000"/>
          </a:xfrm>
          <a:prstGeom prst="rect">
            <a:avLst/>
          </a:prstGeom>
          <a:noFill/>
          <a:ln>
            <a:noFill/>
          </a:ln>
        </p:spPr>
        <p:txBody>
          <a:bodyPr anchorCtr="0" anchor="t" bIns="87950" lIns="87950" spcFirstLastPara="1" rIns="87950" wrap="square" tIns="87950">
            <a:noAutofit/>
          </a:bodyPr>
          <a:lstStyle/>
          <a:p>
            <a:pPr indent="0" lvl="0" marL="0" rtl="0" algn="l">
              <a:spcBef>
                <a:spcPts val="0"/>
              </a:spcBef>
              <a:spcAft>
                <a:spcPts val="0"/>
              </a:spcAft>
              <a:buNone/>
            </a:pPr>
            <a:r>
              <a:rPr lang="en" sz="1347">
                <a:latin typeface="Roboto Medium"/>
                <a:ea typeface="Roboto Medium"/>
                <a:cs typeface="Roboto Medium"/>
                <a:sym typeface="Roboto Medium"/>
              </a:rPr>
              <a:t>2. Breakdown</a:t>
            </a:r>
            <a:endParaRPr sz="1347">
              <a:latin typeface="Roboto Medium"/>
              <a:ea typeface="Roboto Medium"/>
              <a:cs typeface="Roboto Medium"/>
              <a:sym typeface="Roboto Medium"/>
            </a:endParaRPr>
          </a:p>
        </p:txBody>
      </p:sp>
      <p:sp>
        <p:nvSpPr>
          <p:cNvPr id="778" name="Google Shape;778;p104"/>
          <p:cNvSpPr txBox="1"/>
          <p:nvPr/>
        </p:nvSpPr>
        <p:spPr>
          <a:xfrm>
            <a:off x="5227848" y="2574000"/>
            <a:ext cx="1482900" cy="438000"/>
          </a:xfrm>
          <a:prstGeom prst="rect">
            <a:avLst/>
          </a:prstGeom>
          <a:noFill/>
          <a:ln>
            <a:noFill/>
          </a:ln>
        </p:spPr>
        <p:txBody>
          <a:bodyPr anchorCtr="0" anchor="t" bIns="87950" lIns="87950" spcFirstLastPara="1" rIns="87950" wrap="square" tIns="87950">
            <a:noAutofit/>
          </a:bodyPr>
          <a:lstStyle/>
          <a:p>
            <a:pPr indent="0" lvl="0" marL="0" rtl="0" algn="l">
              <a:spcBef>
                <a:spcPts val="0"/>
              </a:spcBef>
              <a:spcAft>
                <a:spcPts val="0"/>
              </a:spcAft>
              <a:buNone/>
            </a:pPr>
            <a:r>
              <a:rPr lang="en" sz="1347">
                <a:latin typeface="Roboto Medium"/>
                <a:ea typeface="Roboto Medium"/>
                <a:cs typeface="Roboto Medium"/>
                <a:sym typeface="Roboto Medium"/>
              </a:rPr>
              <a:t>3. Pass</a:t>
            </a:r>
            <a:r>
              <a:rPr lang="en" sz="1347">
                <a:latin typeface="Roboto Medium"/>
                <a:ea typeface="Roboto Medium"/>
                <a:cs typeface="Roboto Medium"/>
                <a:sym typeface="Roboto Medium"/>
              </a:rPr>
              <a:t> </a:t>
            </a:r>
            <a:r>
              <a:rPr lang="en" sz="1347">
                <a:latin typeface="Roboto Medium"/>
                <a:ea typeface="Roboto Medium"/>
                <a:cs typeface="Roboto Medium"/>
                <a:sym typeface="Roboto Medium"/>
              </a:rPr>
              <a:t>through</a:t>
            </a:r>
            <a:endParaRPr sz="1347">
              <a:latin typeface="Roboto Medium"/>
              <a:ea typeface="Roboto Medium"/>
              <a:cs typeface="Roboto Medium"/>
              <a:sym typeface="Roboto Medium"/>
            </a:endParaRPr>
          </a:p>
        </p:txBody>
      </p:sp>
      <p:sp>
        <p:nvSpPr>
          <p:cNvPr id="779" name="Google Shape;779;p104"/>
          <p:cNvSpPr txBox="1"/>
          <p:nvPr/>
        </p:nvSpPr>
        <p:spPr>
          <a:xfrm>
            <a:off x="828619" y="547978"/>
            <a:ext cx="4365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2000"/>
              </a:spcAft>
              <a:buNone/>
            </a:pPr>
            <a:r>
              <a:rPr b="1" lang="en" sz="3000">
                <a:solidFill>
                  <a:srgbClr val="2F2F2F"/>
                </a:solidFill>
                <a:latin typeface="McLaren"/>
                <a:ea typeface="McLaren"/>
                <a:cs typeface="McLaren"/>
                <a:sym typeface="McLaren"/>
              </a:rPr>
              <a:t>Digestive System</a:t>
            </a:r>
            <a:endParaRPr b="1" sz="1600">
              <a:latin typeface="McLaren"/>
              <a:ea typeface="McLaren"/>
              <a:cs typeface="McLaren"/>
              <a:sym typeface="McLare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5"/>
          <p:cNvSpPr txBox="1"/>
          <p:nvPr>
            <p:ph idx="12" type="sldNum"/>
          </p:nvPr>
        </p:nvSpPr>
        <p:spPr>
          <a:xfrm>
            <a:off x="9239075" y="466502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85" name="Google Shape;785;p105"/>
          <p:cNvSpPr txBox="1"/>
          <p:nvPr/>
        </p:nvSpPr>
        <p:spPr>
          <a:xfrm>
            <a:off x="4372459" y="1217896"/>
            <a:ext cx="4223700" cy="3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2000"/>
              </a:spcAft>
              <a:buNone/>
            </a:pPr>
            <a:r>
              <a:rPr lang="en" sz="2400">
                <a:latin typeface="McLaren"/>
                <a:ea typeface="McLaren"/>
                <a:cs typeface="McLaren"/>
                <a:sym typeface="McLaren"/>
              </a:rPr>
              <a:t>In the </a:t>
            </a:r>
            <a:r>
              <a:rPr b="1" lang="en" sz="2400">
                <a:latin typeface="McLaren"/>
                <a:ea typeface="McLaren"/>
                <a:cs typeface="McLaren"/>
                <a:sym typeface="McLaren"/>
              </a:rPr>
              <a:t>Respiratory System role, </a:t>
            </a:r>
            <a:r>
              <a:rPr lang="en" sz="2400">
                <a:latin typeface="McLaren"/>
                <a:ea typeface="McLaren"/>
                <a:cs typeface="McLaren"/>
                <a:sym typeface="McLaren"/>
              </a:rPr>
              <a:t>you will take one oxygen molecule at a time from the Environment Station and </a:t>
            </a:r>
            <a:r>
              <a:rPr b="1" lang="en" sz="2400">
                <a:latin typeface="McLaren"/>
                <a:ea typeface="McLaren"/>
                <a:cs typeface="McLaren"/>
                <a:sym typeface="McLaren"/>
              </a:rPr>
              <a:t>deliver it</a:t>
            </a:r>
            <a:r>
              <a:rPr lang="en" sz="2400">
                <a:latin typeface="McLaren"/>
                <a:ea typeface="McLaren"/>
                <a:cs typeface="McLaren"/>
                <a:sym typeface="McLaren"/>
              </a:rPr>
              <a:t> to the circulatory system.</a:t>
            </a:r>
            <a:endParaRPr sz="2400">
              <a:latin typeface="McLaren"/>
              <a:ea typeface="McLaren"/>
              <a:cs typeface="McLaren"/>
              <a:sym typeface="McLaren"/>
            </a:endParaRPr>
          </a:p>
        </p:txBody>
      </p:sp>
      <p:pic>
        <p:nvPicPr>
          <p:cNvPr descr="A hand holds one oxygen pipe cleaner through the Alveoli index card. An arrow points from the end of the pipe cleaner to the right. Above the arrow is the label to bloodstream." id="786" name="Google Shape;786;p105"/>
          <p:cNvPicPr preferRelativeResize="0"/>
          <p:nvPr/>
        </p:nvPicPr>
        <p:blipFill rotWithShape="1">
          <a:blip r:embed="rId3">
            <a:alphaModFix/>
          </a:blip>
          <a:srcRect b="19231" l="0" r="0" t="15580"/>
          <a:stretch/>
        </p:blipFill>
        <p:spPr>
          <a:xfrm>
            <a:off x="760800" y="1240825"/>
            <a:ext cx="3465576" cy="2789699"/>
          </a:xfrm>
          <a:prstGeom prst="rect">
            <a:avLst/>
          </a:prstGeom>
          <a:noFill/>
          <a:ln>
            <a:noFill/>
          </a:ln>
        </p:spPr>
      </p:pic>
      <p:sp>
        <p:nvSpPr>
          <p:cNvPr id="787" name="Google Shape;787;p105"/>
          <p:cNvSpPr txBox="1"/>
          <p:nvPr/>
        </p:nvSpPr>
        <p:spPr>
          <a:xfrm>
            <a:off x="942113" y="3363670"/>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oxygen</a:t>
            </a:r>
            <a:endParaRPr>
              <a:latin typeface="Roboto Medium"/>
              <a:ea typeface="Roboto Medium"/>
              <a:cs typeface="Roboto Medium"/>
              <a:sym typeface="Roboto Medium"/>
            </a:endParaRPr>
          </a:p>
        </p:txBody>
      </p:sp>
      <p:sp>
        <p:nvSpPr>
          <p:cNvPr id="788" name="Google Shape;788;p105"/>
          <p:cNvSpPr txBox="1"/>
          <p:nvPr/>
        </p:nvSpPr>
        <p:spPr>
          <a:xfrm>
            <a:off x="2463894" y="1529914"/>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to bloodstream</a:t>
            </a:r>
            <a:endParaRPr>
              <a:latin typeface="Roboto Medium"/>
              <a:ea typeface="Roboto Medium"/>
              <a:cs typeface="Roboto Medium"/>
              <a:sym typeface="Roboto Medium"/>
            </a:endParaRPr>
          </a:p>
        </p:txBody>
      </p:sp>
      <p:cxnSp>
        <p:nvCxnSpPr>
          <p:cNvPr id="789" name="Google Shape;789;p105"/>
          <p:cNvCxnSpPr/>
          <p:nvPr/>
        </p:nvCxnSpPr>
        <p:spPr>
          <a:xfrm flipH="1" rot="10800000">
            <a:off x="3382965" y="1975012"/>
            <a:ext cx="592200" cy="357900"/>
          </a:xfrm>
          <a:prstGeom prst="straightConnector1">
            <a:avLst/>
          </a:prstGeom>
          <a:noFill/>
          <a:ln cap="flat" cmpd="sng" w="19050">
            <a:solidFill>
              <a:srgbClr val="595959"/>
            </a:solidFill>
            <a:prstDash val="solid"/>
            <a:round/>
            <a:headEnd len="med" w="med" type="none"/>
            <a:tailEnd len="med" w="med" type="triangle"/>
          </a:ln>
        </p:spPr>
      </p:cxnSp>
      <p:sp>
        <p:nvSpPr>
          <p:cNvPr id="790" name="Google Shape;790;p105"/>
          <p:cNvSpPr txBox="1"/>
          <p:nvPr/>
        </p:nvSpPr>
        <p:spPr>
          <a:xfrm>
            <a:off x="835300" y="544700"/>
            <a:ext cx="4948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2000"/>
              </a:spcAft>
              <a:buNone/>
            </a:pPr>
            <a:r>
              <a:rPr b="1" lang="en" sz="2800">
                <a:latin typeface="McLaren"/>
                <a:ea typeface="McLaren"/>
                <a:cs typeface="McLaren"/>
                <a:sym typeface="McLaren"/>
              </a:rPr>
              <a:t>Respiratory System</a:t>
            </a:r>
            <a:endParaRPr b="1">
              <a:latin typeface="McLaren"/>
              <a:ea typeface="McLaren"/>
              <a:cs typeface="McLaren"/>
              <a:sym typeface="McLare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0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96" name="Google Shape;796;p106"/>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97" name="Google Shape;797;p106"/>
          <p:cNvSpPr txBox="1"/>
          <p:nvPr/>
        </p:nvSpPr>
        <p:spPr>
          <a:xfrm>
            <a:off x="4343400" y="1237633"/>
            <a:ext cx="4223700" cy="3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2000"/>
              </a:spcAft>
              <a:buNone/>
            </a:pPr>
            <a:r>
              <a:rPr lang="en" sz="2400">
                <a:solidFill>
                  <a:srgbClr val="2F2F2F"/>
                </a:solidFill>
                <a:latin typeface="McLaren"/>
                <a:ea typeface="McLaren"/>
                <a:cs typeface="McLaren"/>
                <a:sym typeface="McLaren"/>
              </a:rPr>
              <a:t>In the </a:t>
            </a:r>
            <a:r>
              <a:rPr b="1" lang="en" sz="2400">
                <a:solidFill>
                  <a:srgbClr val="2F2F2F"/>
                </a:solidFill>
                <a:latin typeface="McLaren"/>
                <a:ea typeface="McLaren"/>
                <a:cs typeface="McLaren"/>
                <a:sym typeface="McLaren"/>
              </a:rPr>
              <a:t>Circulatory System role,</a:t>
            </a:r>
            <a:r>
              <a:rPr lang="en" sz="2400">
                <a:solidFill>
                  <a:srgbClr val="2F2F2F"/>
                </a:solidFill>
                <a:latin typeface="McLaren"/>
                <a:ea typeface="McLaren"/>
                <a:cs typeface="McLaren"/>
                <a:sym typeface="McLaren"/>
              </a:rPr>
              <a:t> you will </a:t>
            </a:r>
            <a:r>
              <a:rPr b="1" lang="en" sz="2400">
                <a:solidFill>
                  <a:srgbClr val="2F2F2F"/>
                </a:solidFill>
                <a:latin typeface="McLaren"/>
                <a:ea typeface="McLaren"/>
                <a:cs typeface="McLaren"/>
                <a:sym typeface="McLaren"/>
              </a:rPr>
              <a:t>pick up molecules</a:t>
            </a:r>
            <a:r>
              <a:rPr lang="en" sz="2400">
                <a:solidFill>
                  <a:srgbClr val="2F2F2F"/>
                </a:solidFill>
                <a:latin typeface="McLaren"/>
                <a:ea typeface="McLaren"/>
                <a:cs typeface="McLaren"/>
                <a:sym typeface="McLaren"/>
              </a:rPr>
              <a:t> at the Lungs Station and Small Intestine Station and carry them to one of the three cell stations.</a:t>
            </a:r>
            <a:endParaRPr sz="2400">
              <a:latin typeface="McLaren"/>
              <a:ea typeface="McLaren"/>
              <a:cs typeface="McLaren"/>
              <a:sym typeface="McLaren"/>
            </a:endParaRPr>
          </a:p>
        </p:txBody>
      </p:sp>
      <p:grpSp>
        <p:nvGrpSpPr>
          <p:cNvPr id="798" name="Google Shape;798;p106"/>
          <p:cNvGrpSpPr/>
          <p:nvPr/>
        </p:nvGrpSpPr>
        <p:grpSpPr>
          <a:xfrm>
            <a:off x="628575" y="1276864"/>
            <a:ext cx="3714819" cy="3113462"/>
            <a:chOff x="237750" y="1073339"/>
            <a:chExt cx="3714819" cy="3113462"/>
          </a:xfrm>
        </p:grpSpPr>
        <p:pic>
          <p:nvPicPr>
            <p:cNvPr descr="A hand holds one amino acid pipe cleaner. An oxygen pipe cleaner goes through the hole in the Cell Membrane index card. An arrow points from the end of the pipe cleaner to the right. Above the arrow is the label to cells. To the top left is one glucose pipe cleaner." id="799" name="Google Shape;799;p106"/>
            <p:cNvPicPr preferRelativeResize="0"/>
            <p:nvPr/>
          </p:nvPicPr>
          <p:blipFill rotWithShape="1">
            <a:blip r:embed="rId3">
              <a:alphaModFix/>
            </a:blip>
            <a:srcRect b="15838" l="0" r="0" t="11408"/>
            <a:stretch/>
          </p:blipFill>
          <p:spPr>
            <a:xfrm>
              <a:off x="237750" y="1073350"/>
              <a:ext cx="3465576" cy="3113451"/>
            </a:xfrm>
            <a:prstGeom prst="rect">
              <a:avLst/>
            </a:prstGeom>
            <a:noFill/>
            <a:ln>
              <a:noFill/>
            </a:ln>
          </p:spPr>
        </p:pic>
        <p:sp>
          <p:nvSpPr>
            <p:cNvPr id="800" name="Google Shape;800;p106"/>
            <p:cNvSpPr txBox="1"/>
            <p:nvPr/>
          </p:nvSpPr>
          <p:spPr>
            <a:xfrm>
              <a:off x="862361" y="1877286"/>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oxygen</a:t>
              </a:r>
              <a:endParaRPr>
                <a:latin typeface="Roboto Medium"/>
                <a:ea typeface="Roboto Medium"/>
                <a:cs typeface="Roboto Medium"/>
                <a:sym typeface="Roboto Medium"/>
              </a:endParaRPr>
            </a:p>
          </p:txBody>
        </p:sp>
        <p:sp>
          <p:nvSpPr>
            <p:cNvPr id="801" name="Google Shape;801;p106"/>
            <p:cNvSpPr txBox="1"/>
            <p:nvPr/>
          </p:nvSpPr>
          <p:spPr>
            <a:xfrm>
              <a:off x="592909" y="3731402"/>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amino acid</a:t>
              </a:r>
              <a:endParaRPr>
                <a:latin typeface="Roboto Medium"/>
                <a:ea typeface="Roboto Medium"/>
                <a:cs typeface="Roboto Medium"/>
                <a:sym typeface="Roboto Medium"/>
              </a:endParaRPr>
            </a:p>
          </p:txBody>
        </p:sp>
        <p:sp>
          <p:nvSpPr>
            <p:cNvPr id="802" name="Google Shape;802;p106"/>
            <p:cNvSpPr txBox="1"/>
            <p:nvPr/>
          </p:nvSpPr>
          <p:spPr>
            <a:xfrm>
              <a:off x="356294" y="1439087"/>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glucose</a:t>
              </a:r>
              <a:endParaRPr>
                <a:latin typeface="Roboto Medium"/>
                <a:ea typeface="Roboto Medium"/>
                <a:cs typeface="Roboto Medium"/>
                <a:sym typeface="Roboto Medium"/>
              </a:endParaRPr>
            </a:p>
          </p:txBody>
        </p:sp>
        <p:sp>
          <p:nvSpPr>
            <p:cNvPr id="803" name="Google Shape;803;p106"/>
            <p:cNvSpPr txBox="1"/>
            <p:nvPr/>
          </p:nvSpPr>
          <p:spPr>
            <a:xfrm>
              <a:off x="2410869" y="1073339"/>
              <a:ext cx="15417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to cells</a:t>
              </a:r>
              <a:endParaRPr>
                <a:latin typeface="Roboto Medium"/>
                <a:ea typeface="Roboto Medium"/>
                <a:cs typeface="Roboto Medium"/>
                <a:sym typeface="Roboto Medium"/>
              </a:endParaRPr>
            </a:p>
          </p:txBody>
        </p:sp>
        <p:cxnSp>
          <p:nvCxnSpPr>
            <p:cNvPr id="804" name="Google Shape;804;p106"/>
            <p:cNvCxnSpPr/>
            <p:nvPr/>
          </p:nvCxnSpPr>
          <p:spPr>
            <a:xfrm flipH="1" rot="10800000">
              <a:off x="2938865" y="1383337"/>
              <a:ext cx="592200" cy="357900"/>
            </a:xfrm>
            <a:prstGeom prst="straightConnector1">
              <a:avLst/>
            </a:prstGeom>
            <a:noFill/>
            <a:ln cap="flat" cmpd="sng" w="19050">
              <a:solidFill>
                <a:srgbClr val="595959"/>
              </a:solidFill>
              <a:prstDash val="solid"/>
              <a:round/>
              <a:headEnd len="med" w="med" type="none"/>
              <a:tailEnd len="med" w="med" type="triangle"/>
            </a:ln>
          </p:spPr>
        </p:cxnSp>
      </p:grpSp>
      <p:sp>
        <p:nvSpPr>
          <p:cNvPr id="805" name="Google Shape;805;p106"/>
          <p:cNvSpPr txBox="1"/>
          <p:nvPr/>
        </p:nvSpPr>
        <p:spPr>
          <a:xfrm>
            <a:off x="820770" y="544684"/>
            <a:ext cx="4419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2000"/>
              </a:spcAft>
              <a:buNone/>
            </a:pPr>
            <a:r>
              <a:rPr b="1" lang="en" sz="3000">
                <a:solidFill>
                  <a:srgbClr val="2F2F2F"/>
                </a:solidFill>
                <a:latin typeface="McLaren"/>
                <a:ea typeface="McLaren"/>
                <a:cs typeface="McLaren"/>
                <a:sym typeface="McLaren"/>
              </a:rPr>
              <a:t>Circulatory System </a:t>
            </a:r>
            <a:endParaRPr b="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9" name="Shape 809"/>
        <p:cNvGrpSpPr/>
        <p:nvPr/>
      </p:nvGrpSpPr>
      <p:grpSpPr>
        <a:xfrm>
          <a:off x="0" y="0"/>
          <a:ext cx="0" cy="0"/>
          <a:chOff x="0" y="0"/>
          <a:chExt cx="0" cy="0"/>
        </a:xfrm>
      </p:grpSpPr>
      <p:sp>
        <p:nvSpPr>
          <p:cNvPr id="810" name="Google Shape;810;p10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11" name="Google Shape;811;p107"/>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Screenshot of the Classroom Map for Model Setup." id="812" name="Google Shape;812;p107"/>
          <p:cNvPicPr preferRelativeResize="0"/>
          <p:nvPr/>
        </p:nvPicPr>
        <p:blipFill rotWithShape="1">
          <a:blip r:embed="rId3">
            <a:alphaModFix/>
          </a:blip>
          <a:srcRect b="1935" l="2783" r="6858" t="4124"/>
          <a:stretch/>
        </p:blipFill>
        <p:spPr>
          <a:xfrm>
            <a:off x="1061725" y="453059"/>
            <a:ext cx="7151753" cy="41845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8"/>
          <p:cNvSpPr txBox="1"/>
          <p:nvPr>
            <p:ph idx="4294967295" type="body"/>
          </p:nvPr>
        </p:nvSpPr>
        <p:spPr>
          <a:xfrm>
            <a:off x="3011400" y="1281225"/>
            <a:ext cx="2978700" cy="23235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600">
                <a:solidFill>
                  <a:srgbClr val="000000"/>
                </a:solidFill>
                <a:latin typeface="McLaren"/>
                <a:ea typeface="McLaren"/>
                <a:cs typeface="McLaren"/>
                <a:sym typeface="McLaren"/>
              </a:rPr>
              <a:t>Investigation Question: </a:t>
            </a:r>
            <a:br>
              <a:rPr b="1" lang="en" sz="2600">
                <a:solidFill>
                  <a:srgbClr val="000000"/>
                </a:solidFill>
                <a:latin typeface="McLaren"/>
                <a:ea typeface="McLaren"/>
                <a:cs typeface="McLaren"/>
                <a:sym typeface="McLaren"/>
              </a:rPr>
            </a:br>
            <a:r>
              <a:rPr lang="en" sz="2600">
                <a:solidFill>
                  <a:srgbClr val="000000"/>
                </a:solidFill>
                <a:latin typeface="Loved by the King"/>
                <a:ea typeface="Loved by the King"/>
                <a:cs typeface="Loved by the King"/>
                <a:sym typeface="Loved by the King"/>
              </a:rPr>
              <a:t>How do molecules from food and air get to the cells in the body?</a:t>
            </a:r>
            <a:endParaRPr sz="26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b="1" sz="2600">
              <a:solidFill>
                <a:srgbClr val="434343"/>
              </a:solidFill>
              <a:latin typeface="McLaren"/>
              <a:ea typeface="McLaren"/>
              <a:cs typeface="McLaren"/>
              <a:sym typeface="McLare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1" name="Shape 821"/>
        <p:cNvGrpSpPr/>
        <p:nvPr/>
      </p:nvGrpSpPr>
      <p:grpSpPr>
        <a:xfrm>
          <a:off x="0" y="0"/>
          <a:ext cx="0" cy="0"/>
          <a:chOff x="0" y="0"/>
          <a:chExt cx="0" cy="0"/>
        </a:xfrm>
      </p:grpSpPr>
      <p:sp>
        <p:nvSpPr>
          <p:cNvPr id="822" name="Google Shape;822;p10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23" name="Google Shape;823;p109"/>
          <p:cNvSpPr txBox="1"/>
          <p:nvPr/>
        </p:nvSpPr>
        <p:spPr>
          <a:xfrm>
            <a:off x="828169" y="537598"/>
            <a:ext cx="6539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latin typeface="McLaren"/>
                <a:ea typeface="McLaren"/>
                <a:cs typeface="McLaren"/>
                <a:sym typeface="McLaren"/>
              </a:rPr>
              <a:t>Running the Model</a:t>
            </a:r>
            <a:endParaRPr b="1" sz="3400">
              <a:latin typeface="McLaren"/>
              <a:ea typeface="McLaren"/>
              <a:cs typeface="McLaren"/>
              <a:sym typeface="McLaren"/>
            </a:endParaRPr>
          </a:p>
        </p:txBody>
      </p:sp>
      <p:pic>
        <p:nvPicPr>
          <p:cNvPr id="824" name="Google Shape;824;p109"/>
          <p:cNvPicPr preferRelativeResize="0"/>
          <p:nvPr/>
        </p:nvPicPr>
        <p:blipFill rotWithShape="1">
          <a:blip r:embed="rId3">
            <a:alphaModFix/>
          </a:blip>
          <a:srcRect b="4711" l="2278" r="9414" t="4520"/>
          <a:stretch/>
        </p:blipFill>
        <p:spPr>
          <a:xfrm>
            <a:off x="1977092" y="1216541"/>
            <a:ext cx="5101501" cy="3430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8" name="Shape 828"/>
        <p:cNvGrpSpPr/>
        <p:nvPr/>
      </p:nvGrpSpPr>
      <p:grpSpPr>
        <a:xfrm>
          <a:off x="0" y="0"/>
          <a:ext cx="0" cy="0"/>
          <a:chOff x="0" y="0"/>
          <a:chExt cx="0" cy="0"/>
        </a:xfrm>
      </p:grpSpPr>
      <p:sp>
        <p:nvSpPr>
          <p:cNvPr id="829" name="Google Shape;829;p110"/>
          <p:cNvSpPr txBox="1"/>
          <p:nvPr>
            <p:ph idx="12" type="sldNum"/>
          </p:nvPr>
        </p:nvSpPr>
        <p:spPr>
          <a:xfrm>
            <a:off x="8774144" y="4603727"/>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30" name="Google Shape;830;p110"/>
          <p:cNvSpPr txBox="1"/>
          <p:nvPr/>
        </p:nvSpPr>
        <p:spPr>
          <a:xfrm>
            <a:off x="799108" y="464950"/>
            <a:ext cx="7149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latin typeface="McLaren"/>
                <a:ea typeface="McLaren"/>
                <a:cs typeface="McLaren"/>
                <a:sym typeface="McLaren"/>
              </a:rPr>
              <a:t>Running the Model</a:t>
            </a:r>
            <a:endParaRPr b="1" sz="4000">
              <a:latin typeface="McLaren"/>
              <a:ea typeface="McLaren"/>
              <a:cs typeface="McLaren"/>
              <a:sym typeface="McLaren"/>
            </a:endParaRPr>
          </a:p>
        </p:txBody>
      </p:sp>
      <p:sp>
        <p:nvSpPr>
          <p:cNvPr id="831" name="Google Shape;831;p110"/>
          <p:cNvSpPr txBox="1"/>
          <p:nvPr/>
        </p:nvSpPr>
        <p:spPr>
          <a:xfrm>
            <a:off x="551847" y="2569968"/>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1600"/>
              </a:spcAft>
              <a:buNone/>
            </a:pPr>
            <a:r>
              <a:rPr b="1" lang="en" sz="1300">
                <a:latin typeface="McLaren"/>
                <a:ea typeface="McLaren"/>
                <a:cs typeface="McLaren"/>
                <a:sym typeface="McLaren"/>
              </a:rPr>
              <a:t>Digestive System</a:t>
            </a:r>
            <a:endParaRPr b="1" sz="1300">
              <a:latin typeface="McLaren"/>
              <a:ea typeface="McLaren"/>
              <a:cs typeface="McLaren"/>
              <a:sym typeface="McLaren"/>
            </a:endParaRPr>
          </a:p>
        </p:txBody>
      </p:sp>
      <p:sp>
        <p:nvSpPr>
          <p:cNvPr id="832" name="Google Shape;832;p110"/>
          <p:cNvSpPr txBox="1"/>
          <p:nvPr/>
        </p:nvSpPr>
        <p:spPr>
          <a:xfrm>
            <a:off x="551844" y="2853478"/>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McLaren"/>
                <a:ea typeface="McLaren"/>
                <a:cs typeface="McLaren"/>
                <a:sym typeface="McLaren"/>
              </a:rPr>
              <a:t>Start at:</a:t>
            </a:r>
            <a:r>
              <a:rPr lang="en" sz="1300">
                <a:latin typeface="McLaren"/>
                <a:ea typeface="McLaren"/>
                <a:cs typeface="McLaren"/>
                <a:sym typeface="McLaren"/>
              </a:rPr>
              <a:t> Environment Station</a:t>
            </a:r>
            <a:endParaRPr sz="1300">
              <a:latin typeface="McLaren"/>
              <a:ea typeface="McLaren"/>
              <a:cs typeface="McLaren"/>
              <a:sym typeface="McLaren"/>
            </a:endParaRPr>
          </a:p>
          <a:p>
            <a:pPr indent="0" lvl="0" marL="0" rtl="0" algn="l">
              <a:spcBef>
                <a:spcPts val="0"/>
              </a:spcBef>
              <a:spcAft>
                <a:spcPts val="0"/>
              </a:spcAft>
              <a:buNone/>
            </a:pPr>
            <a:r>
              <a:t/>
            </a:r>
            <a:endParaRPr sz="1300">
              <a:latin typeface="McLaren"/>
              <a:ea typeface="McLaren"/>
              <a:cs typeface="McLaren"/>
              <a:sym typeface="McLaren"/>
            </a:endParaRPr>
          </a:p>
          <a:p>
            <a:pPr indent="0" lvl="0" marL="0" rtl="0" algn="l">
              <a:spcBef>
                <a:spcPts val="0"/>
              </a:spcBef>
              <a:spcAft>
                <a:spcPts val="0"/>
              </a:spcAft>
              <a:buNone/>
            </a:pPr>
            <a:r>
              <a:rPr b="1" lang="en" sz="1300">
                <a:latin typeface="McLaren"/>
                <a:ea typeface="McLaren"/>
                <a:cs typeface="McLaren"/>
                <a:sym typeface="McLaren"/>
              </a:rPr>
              <a:t>Goal:</a:t>
            </a:r>
            <a:r>
              <a:rPr lang="en" sz="1300">
                <a:latin typeface="McLaren"/>
                <a:ea typeface="McLaren"/>
                <a:cs typeface="McLaren"/>
                <a:sym typeface="McLaren"/>
              </a:rPr>
              <a:t> Carry molecules from the Environment Station to the Small Intestine Station.</a:t>
            </a:r>
            <a:endParaRPr sz="1300">
              <a:latin typeface="McLaren"/>
              <a:ea typeface="McLaren"/>
              <a:cs typeface="McLaren"/>
              <a:sym typeface="McLaren"/>
            </a:endParaRPr>
          </a:p>
          <a:p>
            <a:pPr indent="0" lvl="0" marL="0" rtl="0" algn="l">
              <a:spcBef>
                <a:spcPts val="0"/>
              </a:spcBef>
              <a:spcAft>
                <a:spcPts val="0"/>
              </a:spcAft>
              <a:buNone/>
            </a:pPr>
            <a:r>
              <a:t/>
            </a:r>
            <a:endParaRPr sz="1300">
              <a:latin typeface="McLaren"/>
              <a:ea typeface="McLaren"/>
              <a:cs typeface="McLaren"/>
              <a:sym typeface="McLaren"/>
            </a:endParaRPr>
          </a:p>
          <a:p>
            <a:pPr indent="0" lvl="0" marL="0" rtl="0" algn="l">
              <a:spcBef>
                <a:spcPts val="0"/>
              </a:spcBef>
              <a:spcAft>
                <a:spcPts val="0"/>
              </a:spcAft>
              <a:buNone/>
            </a:pPr>
            <a:r>
              <a:t/>
            </a:r>
            <a:endParaRPr sz="1300">
              <a:latin typeface="McLaren"/>
              <a:ea typeface="McLaren"/>
              <a:cs typeface="McLaren"/>
              <a:sym typeface="McLaren"/>
            </a:endParaRPr>
          </a:p>
        </p:txBody>
      </p:sp>
      <p:sp>
        <p:nvSpPr>
          <p:cNvPr id="833" name="Google Shape;833;p110"/>
          <p:cNvSpPr txBox="1"/>
          <p:nvPr/>
        </p:nvSpPr>
        <p:spPr>
          <a:xfrm>
            <a:off x="2606197" y="2569968"/>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1600"/>
              </a:spcAft>
              <a:buNone/>
            </a:pPr>
            <a:r>
              <a:rPr b="1" lang="en" sz="1300">
                <a:latin typeface="McLaren"/>
                <a:ea typeface="McLaren"/>
                <a:cs typeface="McLaren"/>
                <a:sym typeface="McLaren"/>
              </a:rPr>
              <a:t>Respiratory System</a:t>
            </a:r>
            <a:endParaRPr b="1" sz="1300">
              <a:latin typeface="McLaren"/>
              <a:ea typeface="McLaren"/>
              <a:cs typeface="McLaren"/>
              <a:sym typeface="McLaren"/>
            </a:endParaRPr>
          </a:p>
        </p:txBody>
      </p:sp>
      <p:sp>
        <p:nvSpPr>
          <p:cNvPr id="834" name="Google Shape;834;p110"/>
          <p:cNvSpPr txBox="1"/>
          <p:nvPr/>
        </p:nvSpPr>
        <p:spPr>
          <a:xfrm>
            <a:off x="2606194" y="2853478"/>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McLaren"/>
                <a:ea typeface="McLaren"/>
                <a:cs typeface="McLaren"/>
                <a:sym typeface="McLaren"/>
              </a:rPr>
              <a:t>Start at: </a:t>
            </a:r>
            <a:r>
              <a:rPr lang="en" sz="1300">
                <a:latin typeface="McLaren"/>
                <a:ea typeface="McLaren"/>
                <a:cs typeface="McLaren"/>
                <a:sym typeface="McLaren"/>
              </a:rPr>
              <a:t>Environment Station</a:t>
            </a:r>
            <a:endParaRPr sz="1300">
              <a:latin typeface="McLaren"/>
              <a:ea typeface="McLaren"/>
              <a:cs typeface="McLaren"/>
              <a:sym typeface="McLaren"/>
            </a:endParaRPr>
          </a:p>
          <a:p>
            <a:pPr indent="0" lvl="0" marL="0" rtl="0" algn="l">
              <a:spcBef>
                <a:spcPts val="0"/>
              </a:spcBef>
              <a:spcAft>
                <a:spcPts val="0"/>
              </a:spcAft>
              <a:buNone/>
            </a:pPr>
            <a:r>
              <a:t/>
            </a:r>
            <a:endParaRPr sz="1300">
              <a:latin typeface="McLaren"/>
              <a:ea typeface="McLaren"/>
              <a:cs typeface="McLaren"/>
              <a:sym typeface="McLaren"/>
            </a:endParaRPr>
          </a:p>
          <a:p>
            <a:pPr indent="0" lvl="0" marL="0" rtl="0" algn="l">
              <a:spcBef>
                <a:spcPts val="0"/>
              </a:spcBef>
              <a:spcAft>
                <a:spcPts val="0"/>
              </a:spcAft>
              <a:buNone/>
            </a:pPr>
            <a:r>
              <a:rPr b="1" lang="en" sz="1300">
                <a:latin typeface="McLaren"/>
                <a:ea typeface="McLaren"/>
                <a:cs typeface="McLaren"/>
                <a:sym typeface="McLaren"/>
              </a:rPr>
              <a:t>Goal: </a:t>
            </a:r>
            <a:r>
              <a:rPr lang="en" sz="1300">
                <a:latin typeface="McLaren"/>
                <a:ea typeface="McLaren"/>
                <a:cs typeface="McLaren"/>
                <a:sym typeface="McLaren"/>
              </a:rPr>
              <a:t>Carry molecules from the Environment Station to the Lungs Station.</a:t>
            </a:r>
            <a:endParaRPr sz="1300">
              <a:latin typeface="McLaren"/>
              <a:ea typeface="McLaren"/>
              <a:cs typeface="McLaren"/>
              <a:sym typeface="McLaren"/>
            </a:endParaRPr>
          </a:p>
        </p:txBody>
      </p:sp>
      <p:sp>
        <p:nvSpPr>
          <p:cNvPr id="835" name="Google Shape;835;p110"/>
          <p:cNvSpPr txBox="1"/>
          <p:nvPr/>
        </p:nvSpPr>
        <p:spPr>
          <a:xfrm>
            <a:off x="4660547" y="2569968"/>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1600"/>
              </a:spcAft>
              <a:buNone/>
            </a:pPr>
            <a:r>
              <a:rPr b="1" lang="en" sz="1300">
                <a:latin typeface="McLaren"/>
                <a:ea typeface="McLaren"/>
                <a:cs typeface="McLaren"/>
                <a:sym typeface="McLaren"/>
              </a:rPr>
              <a:t>Circulatory System</a:t>
            </a:r>
            <a:endParaRPr b="1" sz="1300">
              <a:latin typeface="McLaren"/>
              <a:ea typeface="McLaren"/>
              <a:cs typeface="McLaren"/>
              <a:sym typeface="McLaren"/>
            </a:endParaRPr>
          </a:p>
        </p:txBody>
      </p:sp>
      <p:sp>
        <p:nvSpPr>
          <p:cNvPr id="836" name="Google Shape;836;p110"/>
          <p:cNvSpPr txBox="1"/>
          <p:nvPr/>
        </p:nvSpPr>
        <p:spPr>
          <a:xfrm>
            <a:off x="4660544" y="2853478"/>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McLaren"/>
                <a:ea typeface="McLaren"/>
                <a:cs typeface="McLaren"/>
                <a:sym typeface="McLaren"/>
              </a:rPr>
              <a:t>Start at: </a:t>
            </a:r>
            <a:r>
              <a:rPr lang="en" sz="1300">
                <a:latin typeface="McLaren"/>
                <a:ea typeface="McLaren"/>
                <a:cs typeface="McLaren"/>
                <a:sym typeface="McLaren"/>
              </a:rPr>
              <a:t>Lungs or Small Intestine Stations</a:t>
            </a:r>
            <a:endParaRPr sz="1300">
              <a:latin typeface="McLaren"/>
              <a:ea typeface="McLaren"/>
              <a:cs typeface="McLaren"/>
              <a:sym typeface="McLaren"/>
            </a:endParaRPr>
          </a:p>
          <a:p>
            <a:pPr indent="0" lvl="0" marL="0" rtl="0" algn="l">
              <a:spcBef>
                <a:spcPts val="0"/>
              </a:spcBef>
              <a:spcAft>
                <a:spcPts val="0"/>
              </a:spcAft>
              <a:buNone/>
            </a:pPr>
            <a:r>
              <a:t/>
            </a:r>
            <a:endParaRPr sz="1300">
              <a:latin typeface="McLaren"/>
              <a:ea typeface="McLaren"/>
              <a:cs typeface="McLaren"/>
              <a:sym typeface="McLaren"/>
            </a:endParaRPr>
          </a:p>
          <a:p>
            <a:pPr indent="0" lvl="0" marL="0" rtl="0" algn="l">
              <a:spcBef>
                <a:spcPts val="0"/>
              </a:spcBef>
              <a:spcAft>
                <a:spcPts val="0"/>
              </a:spcAft>
              <a:buNone/>
            </a:pPr>
            <a:r>
              <a:rPr b="1" lang="en" sz="1300">
                <a:latin typeface="McLaren"/>
                <a:ea typeface="McLaren"/>
                <a:cs typeface="McLaren"/>
                <a:sym typeface="McLaren"/>
              </a:rPr>
              <a:t>Goal: </a:t>
            </a:r>
            <a:r>
              <a:rPr lang="en" sz="1300">
                <a:latin typeface="McLaren"/>
                <a:ea typeface="McLaren"/>
                <a:cs typeface="McLaren"/>
                <a:sym typeface="McLaren"/>
              </a:rPr>
              <a:t>Carry molecules from the Lungs and Small Intestine to the Cells.</a:t>
            </a:r>
            <a:endParaRPr sz="1300">
              <a:latin typeface="McLaren"/>
              <a:ea typeface="McLaren"/>
              <a:cs typeface="McLaren"/>
              <a:sym typeface="McLaren"/>
            </a:endParaRPr>
          </a:p>
        </p:txBody>
      </p:sp>
      <p:sp>
        <p:nvSpPr>
          <p:cNvPr id="837" name="Google Shape;837;p110"/>
          <p:cNvSpPr txBox="1"/>
          <p:nvPr/>
        </p:nvSpPr>
        <p:spPr>
          <a:xfrm>
            <a:off x="6714897" y="2569968"/>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1600"/>
              </a:spcAft>
              <a:buNone/>
            </a:pPr>
            <a:r>
              <a:rPr b="1" lang="en" sz="1300">
                <a:latin typeface="McLaren"/>
                <a:ea typeface="McLaren"/>
                <a:cs typeface="McLaren"/>
                <a:sym typeface="McLaren"/>
              </a:rPr>
              <a:t>Cell Stations</a:t>
            </a:r>
            <a:endParaRPr b="1" sz="1300">
              <a:latin typeface="McLaren"/>
              <a:ea typeface="McLaren"/>
              <a:cs typeface="McLaren"/>
              <a:sym typeface="McLaren"/>
            </a:endParaRPr>
          </a:p>
        </p:txBody>
      </p:sp>
      <p:sp>
        <p:nvSpPr>
          <p:cNvPr id="838" name="Google Shape;838;p110"/>
          <p:cNvSpPr txBox="1"/>
          <p:nvPr/>
        </p:nvSpPr>
        <p:spPr>
          <a:xfrm>
            <a:off x="6714894" y="2853478"/>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McLaren"/>
                <a:ea typeface="McLaren"/>
                <a:cs typeface="McLaren"/>
                <a:sym typeface="McLaren"/>
              </a:rPr>
              <a:t>Start at:</a:t>
            </a:r>
            <a:r>
              <a:rPr lang="en" sz="1300">
                <a:latin typeface="McLaren"/>
                <a:ea typeface="McLaren"/>
                <a:cs typeface="McLaren"/>
                <a:sym typeface="McLaren"/>
              </a:rPr>
              <a:t> the station matching your cell</a:t>
            </a:r>
            <a:endParaRPr sz="1300">
              <a:latin typeface="McLaren"/>
              <a:ea typeface="McLaren"/>
              <a:cs typeface="McLaren"/>
              <a:sym typeface="McLaren"/>
            </a:endParaRPr>
          </a:p>
          <a:p>
            <a:pPr indent="0" lvl="0" marL="0" rtl="0" algn="l">
              <a:spcBef>
                <a:spcPts val="0"/>
              </a:spcBef>
              <a:spcAft>
                <a:spcPts val="0"/>
              </a:spcAft>
              <a:buNone/>
            </a:pPr>
            <a:r>
              <a:t/>
            </a:r>
            <a:endParaRPr b="1" sz="1300">
              <a:latin typeface="McLaren"/>
              <a:ea typeface="McLaren"/>
              <a:cs typeface="McLaren"/>
              <a:sym typeface="McLaren"/>
            </a:endParaRPr>
          </a:p>
          <a:p>
            <a:pPr indent="0" lvl="0" marL="0" rtl="0" algn="l">
              <a:spcBef>
                <a:spcPts val="0"/>
              </a:spcBef>
              <a:spcAft>
                <a:spcPts val="0"/>
              </a:spcAft>
              <a:buNone/>
            </a:pPr>
            <a:r>
              <a:rPr b="1" lang="en" sz="1300">
                <a:latin typeface="McLaren"/>
                <a:ea typeface="McLaren"/>
                <a:cs typeface="McLaren"/>
                <a:sym typeface="McLaren"/>
              </a:rPr>
              <a:t>Goal: </a:t>
            </a:r>
            <a:r>
              <a:rPr lang="en" sz="1300">
                <a:latin typeface="McLaren"/>
                <a:ea typeface="McLaren"/>
                <a:cs typeface="McLaren"/>
                <a:sym typeface="McLaren"/>
              </a:rPr>
              <a:t>Collect and send signals about the molecules </a:t>
            </a:r>
            <a:r>
              <a:rPr lang="en" sz="1300">
                <a:latin typeface="McLaren"/>
                <a:ea typeface="McLaren"/>
                <a:cs typeface="McLaren"/>
                <a:sym typeface="McLaren"/>
              </a:rPr>
              <a:t>needed</a:t>
            </a:r>
            <a:r>
              <a:rPr lang="en" sz="1300">
                <a:latin typeface="McLaren"/>
                <a:ea typeface="McLaren"/>
                <a:cs typeface="McLaren"/>
                <a:sym typeface="McLaren"/>
              </a:rPr>
              <a:t>.</a:t>
            </a:r>
            <a:endParaRPr sz="1300">
              <a:latin typeface="McLaren"/>
              <a:ea typeface="McLaren"/>
              <a:cs typeface="McLaren"/>
              <a:sym typeface="McLaren"/>
            </a:endParaRPr>
          </a:p>
        </p:txBody>
      </p:sp>
      <p:pic>
        <p:nvPicPr>
          <p:cNvPr descr="A row of four illustrations.&#10;Digestive System illustration: A student holds a purple pipe cleaner. She stands next to a desk that has a sign with the text Small Intestine Station.&#10;Respiratory System illustration: A student holds an orange pipe cleaner. She stands next to a desk that has a sign with the text Lungs Station.&#10;Circulatory System illustration: A student holds a green pipe cleaner. He stands next to a desk that has a sign with the text Cell Station.&#10;Cell Stations illustration: A student is talking. " id="839" name="Google Shape;839;p110"/>
          <p:cNvPicPr preferRelativeResize="0"/>
          <p:nvPr/>
        </p:nvPicPr>
        <p:blipFill rotWithShape="1">
          <a:blip r:embed="rId3">
            <a:alphaModFix/>
          </a:blip>
          <a:srcRect b="0" l="0" r="0" t="0"/>
          <a:stretch/>
        </p:blipFill>
        <p:spPr>
          <a:xfrm>
            <a:off x="661623" y="1280664"/>
            <a:ext cx="1874520" cy="1170432"/>
          </a:xfrm>
          <a:prstGeom prst="rect">
            <a:avLst/>
          </a:prstGeom>
          <a:noFill/>
          <a:ln>
            <a:noFill/>
          </a:ln>
        </p:spPr>
      </p:pic>
      <p:pic>
        <p:nvPicPr>
          <p:cNvPr id="840" name="Google Shape;840;p110"/>
          <p:cNvPicPr preferRelativeResize="0"/>
          <p:nvPr/>
        </p:nvPicPr>
        <p:blipFill rotWithShape="1">
          <a:blip r:embed="rId4">
            <a:alphaModFix/>
          </a:blip>
          <a:srcRect b="0" l="0" r="0" t="0"/>
          <a:stretch/>
        </p:blipFill>
        <p:spPr>
          <a:xfrm>
            <a:off x="2719023" y="1280664"/>
            <a:ext cx="1874520" cy="1170432"/>
          </a:xfrm>
          <a:prstGeom prst="rect">
            <a:avLst/>
          </a:prstGeom>
          <a:noFill/>
          <a:ln>
            <a:noFill/>
          </a:ln>
        </p:spPr>
      </p:pic>
      <p:pic>
        <p:nvPicPr>
          <p:cNvPr id="841" name="Google Shape;841;p110"/>
          <p:cNvPicPr preferRelativeResize="0"/>
          <p:nvPr/>
        </p:nvPicPr>
        <p:blipFill rotWithShape="1">
          <a:blip r:embed="rId5">
            <a:alphaModFix/>
          </a:blip>
          <a:srcRect b="0" l="0" r="0" t="0"/>
          <a:stretch/>
        </p:blipFill>
        <p:spPr>
          <a:xfrm>
            <a:off x="4780998" y="1280664"/>
            <a:ext cx="1874520" cy="1170432"/>
          </a:xfrm>
          <a:prstGeom prst="rect">
            <a:avLst/>
          </a:prstGeom>
          <a:noFill/>
          <a:ln>
            <a:noFill/>
          </a:ln>
        </p:spPr>
      </p:pic>
      <p:pic>
        <p:nvPicPr>
          <p:cNvPr id="842" name="Google Shape;842;p110"/>
          <p:cNvPicPr preferRelativeResize="0"/>
          <p:nvPr/>
        </p:nvPicPr>
        <p:blipFill rotWithShape="1">
          <a:blip r:embed="rId6">
            <a:alphaModFix/>
          </a:blip>
          <a:srcRect b="0" l="0" r="0" t="0"/>
          <a:stretch/>
        </p:blipFill>
        <p:spPr>
          <a:xfrm>
            <a:off x="6842967" y="1280664"/>
            <a:ext cx="1874520" cy="1170432"/>
          </a:xfrm>
          <a:prstGeom prst="rect">
            <a:avLst/>
          </a:prstGeom>
          <a:noFill/>
          <a:ln>
            <a:noFill/>
          </a:ln>
        </p:spPr>
      </p:pic>
      <p:sp>
        <p:nvSpPr>
          <p:cNvPr id="843" name="Google Shape;843;p110"/>
          <p:cNvSpPr txBox="1"/>
          <p:nvPr/>
        </p:nvSpPr>
        <p:spPr>
          <a:xfrm>
            <a:off x="631177" y="1960252"/>
            <a:ext cx="1043700" cy="45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Roboto Medium"/>
                <a:ea typeface="Roboto Medium"/>
                <a:cs typeface="Roboto Medium"/>
                <a:sym typeface="Roboto Medium"/>
              </a:rPr>
              <a:t>Small Intestine</a:t>
            </a:r>
            <a:endParaRPr sz="800">
              <a:latin typeface="Roboto Medium"/>
              <a:ea typeface="Roboto Medium"/>
              <a:cs typeface="Roboto Medium"/>
              <a:sym typeface="Roboto Medium"/>
            </a:endParaRPr>
          </a:p>
          <a:p>
            <a:pPr indent="0" lvl="0" marL="0" rtl="0" algn="ctr">
              <a:spcBef>
                <a:spcPts val="0"/>
              </a:spcBef>
              <a:spcAft>
                <a:spcPts val="0"/>
              </a:spcAft>
              <a:buNone/>
            </a:pPr>
            <a:r>
              <a:rPr lang="en" sz="800">
                <a:latin typeface="Roboto Medium"/>
                <a:ea typeface="Roboto Medium"/>
                <a:cs typeface="Roboto Medium"/>
                <a:sym typeface="Roboto Medium"/>
              </a:rPr>
              <a:t>Station</a:t>
            </a:r>
            <a:endParaRPr sz="800">
              <a:latin typeface="Roboto Medium"/>
              <a:ea typeface="Roboto Medium"/>
              <a:cs typeface="Roboto Medium"/>
              <a:sym typeface="Roboto Medium"/>
            </a:endParaRPr>
          </a:p>
        </p:txBody>
      </p:sp>
      <p:sp>
        <p:nvSpPr>
          <p:cNvPr id="844" name="Google Shape;844;p110"/>
          <p:cNvSpPr txBox="1"/>
          <p:nvPr/>
        </p:nvSpPr>
        <p:spPr>
          <a:xfrm>
            <a:off x="2682779" y="1960252"/>
            <a:ext cx="1043700" cy="45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Roboto Medium"/>
                <a:ea typeface="Roboto Medium"/>
                <a:cs typeface="Roboto Medium"/>
                <a:sym typeface="Roboto Medium"/>
              </a:rPr>
              <a:t>Lungs</a:t>
            </a:r>
            <a:endParaRPr sz="800">
              <a:latin typeface="Roboto Medium"/>
              <a:ea typeface="Roboto Medium"/>
              <a:cs typeface="Roboto Medium"/>
              <a:sym typeface="Roboto Medium"/>
            </a:endParaRPr>
          </a:p>
          <a:p>
            <a:pPr indent="0" lvl="0" marL="0" rtl="0" algn="ctr">
              <a:spcBef>
                <a:spcPts val="0"/>
              </a:spcBef>
              <a:spcAft>
                <a:spcPts val="0"/>
              </a:spcAft>
              <a:buNone/>
            </a:pPr>
            <a:r>
              <a:rPr lang="en" sz="800">
                <a:latin typeface="Roboto Medium"/>
                <a:ea typeface="Roboto Medium"/>
                <a:cs typeface="Roboto Medium"/>
                <a:sym typeface="Roboto Medium"/>
              </a:rPr>
              <a:t>Station</a:t>
            </a:r>
            <a:endParaRPr sz="800">
              <a:latin typeface="Roboto Medium"/>
              <a:ea typeface="Roboto Medium"/>
              <a:cs typeface="Roboto Medium"/>
              <a:sym typeface="Roboto Medium"/>
            </a:endParaRPr>
          </a:p>
        </p:txBody>
      </p:sp>
      <p:sp>
        <p:nvSpPr>
          <p:cNvPr id="845" name="Google Shape;845;p110"/>
          <p:cNvSpPr txBox="1"/>
          <p:nvPr/>
        </p:nvSpPr>
        <p:spPr>
          <a:xfrm>
            <a:off x="4747602" y="1960252"/>
            <a:ext cx="1043700" cy="45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Roboto Medium"/>
                <a:ea typeface="Roboto Medium"/>
                <a:cs typeface="Roboto Medium"/>
                <a:sym typeface="Roboto Medium"/>
              </a:rPr>
              <a:t>Cell</a:t>
            </a:r>
            <a:endParaRPr sz="800">
              <a:latin typeface="Roboto Medium"/>
              <a:ea typeface="Roboto Medium"/>
              <a:cs typeface="Roboto Medium"/>
              <a:sym typeface="Roboto Medium"/>
            </a:endParaRPr>
          </a:p>
          <a:p>
            <a:pPr indent="0" lvl="0" marL="0" rtl="0" algn="ctr">
              <a:spcBef>
                <a:spcPts val="0"/>
              </a:spcBef>
              <a:spcAft>
                <a:spcPts val="0"/>
              </a:spcAft>
              <a:buNone/>
            </a:pPr>
            <a:r>
              <a:rPr lang="en" sz="800">
                <a:latin typeface="Roboto Medium"/>
                <a:ea typeface="Roboto Medium"/>
                <a:cs typeface="Roboto Medium"/>
                <a:sym typeface="Roboto Medium"/>
              </a:rPr>
              <a:t>Station</a:t>
            </a:r>
            <a:endParaRPr sz="800">
              <a:latin typeface="Roboto Medium"/>
              <a:ea typeface="Roboto Medium"/>
              <a:cs typeface="Roboto Medium"/>
              <a:sym typeface="Robot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9" name="Shape 849"/>
        <p:cNvGrpSpPr/>
        <p:nvPr/>
      </p:nvGrpSpPr>
      <p:grpSpPr>
        <a:xfrm>
          <a:off x="0" y="0"/>
          <a:ext cx="0" cy="0"/>
          <a:chOff x="0" y="0"/>
          <a:chExt cx="0" cy="0"/>
        </a:xfrm>
      </p:grpSpPr>
      <p:sp>
        <p:nvSpPr>
          <p:cNvPr id="850" name="Google Shape;850;p1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51" name="Google Shape;851;p111"/>
          <p:cNvSpPr txBox="1"/>
          <p:nvPr/>
        </p:nvSpPr>
        <p:spPr>
          <a:xfrm>
            <a:off x="725350" y="299275"/>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latin typeface="McLaren"/>
                <a:ea typeface="McLaren"/>
                <a:cs typeface="McLaren"/>
                <a:sym typeface="McLaren"/>
              </a:rPr>
              <a:t>Debriefing the Model</a:t>
            </a:r>
            <a:endParaRPr b="1" sz="1500">
              <a:latin typeface="McLaren"/>
              <a:ea typeface="McLaren"/>
              <a:cs typeface="McLaren"/>
              <a:sym typeface="McLaren"/>
            </a:endParaRPr>
          </a:p>
        </p:txBody>
      </p:sp>
      <p:sp>
        <p:nvSpPr>
          <p:cNvPr id="852" name="Google Shape;852;p111"/>
          <p:cNvSpPr txBox="1"/>
          <p:nvPr/>
        </p:nvSpPr>
        <p:spPr>
          <a:xfrm>
            <a:off x="725350" y="1156675"/>
            <a:ext cx="4419000" cy="3321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McLaren"/>
              <a:buChar char="➔"/>
            </a:pPr>
            <a:r>
              <a:rPr lang="en" sz="1500">
                <a:latin typeface="McLaren"/>
                <a:ea typeface="McLaren"/>
                <a:cs typeface="McLaren"/>
                <a:sym typeface="McLaren"/>
              </a:rPr>
              <a:t>What did you </a:t>
            </a:r>
            <a:r>
              <a:rPr b="1" lang="en" sz="1500">
                <a:latin typeface="McLaren"/>
                <a:ea typeface="McLaren"/>
                <a:cs typeface="McLaren"/>
                <a:sym typeface="McLaren"/>
              </a:rPr>
              <a:t>do</a:t>
            </a:r>
            <a:r>
              <a:rPr lang="en" sz="1500">
                <a:latin typeface="McLaren"/>
                <a:ea typeface="McLaren"/>
                <a:cs typeface="McLaren"/>
                <a:sym typeface="McLaren"/>
              </a:rPr>
              <a:t> in your role in the classroom body systems model?</a:t>
            </a:r>
            <a:endParaRPr sz="1500">
              <a:latin typeface="McLaren"/>
              <a:ea typeface="McLaren"/>
              <a:cs typeface="McLaren"/>
              <a:sym typeface="McLaren"/>
            </a:endParaRPr>
          </a:p>
          <a:p>
            <a:pPr indent="-323850" lvl="0" marL="457200" rtl="0" algn="l">
              <a:spcBef>
                <a:spcPts val="1600"/>
              </a:spcBef>
              <a:spcAft>
                <a:spcPts val="0"/>
              </a:spcAft>
              <a:buSzPts val="1500"/>
              <a:buFont typeface="McLaren"/>
              <a:buChar char="➔"/>
            </a:pPr>
            <a:r>
              <a:rPr lang="en" sz="1500">
                <a:latin typeface="McLaren"/>
                <a:ea typeface="McLaren"/>
                <a:cs typeface="McLaren"/>
                <a:sym typeface="McLaren"/>
              </a:rPr>
              <a:t>What did you </a:t>
            </a:r>
            <a:r>
              <a:rPr b="1" lang="en" sz="1500">
                <a:latin typeface="McLaren"/>
                <a:ea typeface="McLaren"/>
                <a:cs typeface="McLaren"/>
                <a:sym typeface="McLaren"/>
              </a:rPr>
              <a:t>learn</a:t>
            </a:r>
            <a:r>
              <a:rPr lang="en" sz="1500">
                <a:latin typeface="McLaren"/>
                <a:ea typeface="McLaren"/>
                <a:cs typeface="McLaren"/>
                <a:sym typeface="McLaren"/>
              </a:rPr>
              <a:t> about this body system or the cells in the body from participating?</a:t>
            </a:r>
            <a:endParaRPr sz="1500">
              <a:latin typeface="McLaren"/>
              <a:ea typeface="McLaren"/>
              <a:cs typeface="McLaren"/>
              <a:sym typeface="McLaren"/>
            </a:endParaRPr>
          </a:p>
          <a:p>
            <a:pPr indent="-323850" lvl="0" marL="457200" rtl="0" algn="l">
              <a:spcBef>
                <a:spcPts val="1600"/>
              </a:spcBef>
              <a:spcAft>
                <a:spcPts val="0"/>
              </a:spcAft>
              <a:buSzPts val="1500"/>
              <a:buFont typeface="McLaren"/>
              <a:buChar char="➔"/>
            </a:pPr>
            <a:r>
              <a:rPr lang="en" sz="1500">
                <a:latin typeface="McLaren"/>
                <a:ea typeface="McLaren"/>
                <a:cs typeface="McLaren"/>
                <a:sym typeface="McLaren"/>
              </a:rPr>
              <a:t>What happened in the last few minutes of the model that </a:t>
            </a:r>
            <a:r>
              <a:rPr b="1" lang="en" sz="1500">
                <a:latin typeface="McLaren"/>
                <a:ea typeface="McLaren"/>
                <a:cs typeface="McLaren"/>
                <a:sym typeface="McLaren"/>
              </a:rPr>
              <a:t>changed</a:t>
            </a:r>
            <a:r>
              <a:rPr lang="en" sz="1500">
                <a:latin typeface="McLaren"/>
                <a:ea typeface="McLaren"/>
                <a:cs typeface="McLaren"/>
                <a:sym typeface="McLaren"/>
              </a:rPr>
              <a:t> how the body systems were working?</a:t>
            </a:r>
            <a:endParaRPr sz="1500">
              <a:latin typeface="McLaren"/>
              <a:ea typeface="McLaren"/>
              <a:cs typeface="McLaren"/>
              <a:sym typeface="McLaren"/>
            </a:endParaRPr>
          </a:p>
          <a:p>
            <a:pPr indent="-323850" lvl="0" marL="457200" rtl="0" algn="l">
              <a:spcBef>
                <a:spcPts val="2000"/>
              </a:spcBef>
              <a:spcAft>
                <a:spcPts val="2000"/>
              </a:spcAft>
              <a:buSzPts val="1500"/>
              <a:buFont typeface="McLaren"/>
              <a:buChar char="➔"/>
            </a:pPr>
            <a:r>
              <a:rPr lang="en" sz="1500">
                <a:solidFill>
                  <a:srgbClr val="2F2F2F"/>
                </a:solidFill>
                <a:latin typeface="McLaren"/>
                <a:ea typeface="McLaren"/>
                <a:cs typeface="McLaren"/>
                <a:sym typeface="McLaren"/>
              </a:rPr>
              <a:t>In real heart failure, the heart cannot pump enough blood to </a:t>
            </a:r>
            <a:r>
              <a:rPr b="1" lang="en" sz="1500">
                <a:solidFill>
                  <a:srgbClr val="2F2F2F"/>
                </a:solidFill>
                <a:latin typeface="McLaren"/>
                <a:ea typeface="McLaren"/>
                <a:cs typeface="McLaren"/>
                <a:sym typeface="McLaren"/>
              </a:rPr>
              <a:t>meet the cells’ needs.</a:t>
            </a:r>
            <a:endParaRPr sz="1500">
              <a:latin typeface="McLaren"/>
              <a:ea typeface="McLaren"/>
              <a:cs typeface="McLaren"/>
              <a:sym typeface="McLaren"/>
            </a:endParaRPr>
          </a:p>
        </p:txBody>
      </p:sp>
      <p:pic>
        <p:nvPicPr>
          <p:cNvPr descr="Screenshot of Heart Failure card.&#10;The title is Heart Failure!&#10;Below is the text The patient represented in the model is now in heart failure, which means there is not enough blood flowing through his body. To represent this in our model, please STOP participating in the model and sit down at your desk. Observe the model carefully for the next few minutes to see what happens to the patient." id="853" name="Google Shape;853;p111"/>
          <p:cNvPicPr preferRelativeResize="0"/>
          <p:nvPr/>
        </p:nvPicPr>
        <p:blipFill>
          <a:blip r:embed="rId3">
            <a:alphaModFix/>
          </a:blip>
          <a:stretch>
            <a:fillRect/>
          </a:stretch>
        </p:blipFill>
        <p:spPr>
          <a:xfrm rot="5400000">
            <a:off x="5777057" y="780425"/>
            <a:ext cx="2216561" cy="2958601"/>
          </a:xfrm>
          <a:prstGeom prst="rect">
            <a:avLst/>
          </a:prstGeom>
          <a:noFill/>
          <a:ln cap="flat" cmpd="sng" w="9525">
            <a:solidFill>
              <a:srgbClr val="EFEFEF"/>
            </a:solidFill>
            <a:prstDash val="solid"/>
            <a:round/>
            <a:headEnd len="sm" w="sm" type="none"/>
            <a:tailEnd len="sm" w="sm" type="none"/>
          </a:ln>
          <a:effectLst>
            <a:outerShdw blurRad="57150" rotWithShape="0" algn="bl" dir="5400000" dist="19050">
              <a:srgbClr val="CCCCCC">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12"/>
          <p:cNvSpPr txBox="1"/>
          <p:nvPr>
            <p:ph idx="4294967295" type="body"/>
          </p:nvPr>
        </p:nvSpPr>
        <p:spPr>
          <a:xfrm>
            <a:off x="3011400" y="1208575"/>
            <a:ext cx="2978700" cy="23961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Key Concept #1:</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600">
                <a:solidFill>
                  <a:srgbClr val="000000"/>
                </a:solidFill>
                <a:latin typeface="Loved by the King"/>
                <a:ea typeface="Loved by the King"/>
                <a:cs typeface="Loved by the King"/>
                <a:sym typeface="Loved by the King"/>
              </a:rPr>
              <a:t>What is happening in Elisa’s body that could be preventing molecules from getting to her cells?</a:t>
            </a:r>
            <a:endParaRPr sz="26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30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13"/>
          <p:cNvSpPr txBox="1"/>
          <p:nvPr>
            <p:ph idx="4294967295" type="body"/>
          </p:nvPr>
        </p:nvSpPr>
        <p:spPr>
          <a:xfrm>
            <a:off x="3011400" y="1266700"/>
            <a:ext cx="2978700" cy="2338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Key Concept #2:</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3000">
                <a:solidFill>
                  <a:srgbClr val="000000"/>
                </a:solidFill>
                <a:latin typeface="Loved by the King"/>
                <a:ea typeface="Loved by the King"/>
                <a:cs typeface="Loved by the King"/>
                <a:sym typeface="Loved by the King"/>
              </a:rPr>
              <a:t>Cells can only use molecules that are small enough to enter a cell.</a:t>
            </a:r>
            <a:endParaRPr sz="30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3000">
              <a:solidFill>
                <a:srgbClr val="000000"/>
              </a:solidFill>
              <a:latin typeface="Loved by the King"/>
              <a:ea typeface="Loved by the King"/>
              <a:cs typeface="Loved by the King"/>
              <a:sym typeface="Loved by the King"/>
            </a:endParaRPr>
          </a:p>
          <a:p>
            <a:pPr indent="0" lvl="0" marL="0" rtl="0" algn="l">
              <a:lnSpc>
                <a:spcPct val="100000"/>
              </a:lnSpc>
              <a:spcBef>
                <a:spcPts val="0"/>
              </a:spcBef>
              <a:spcAft>
                <a:spcPts val="0"/>
              </a:spcAft>
              <a:buNone/>
            </a:pPr>
            <a:r>
              <a:t/>
            </a:r>
            <a:endParaRPr>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14"/>
          <p:cNvSpPr txBox="1"/>
          <p:nvPr>
            <p:ph idx="4294967295" type="body"/>
          </p:nvPr>
        </p:nvSpPr>
        <p:spPr>
          <a:xfrm>
            <a:off x="2895163" y="1184986"/>
            <a:ext cx="3222900" cy="23763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Key Concept #3:</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600">
                <a:solidFill>
                  <a:srgbClr val="000000"/>
                </a:solidFill>
                <a:latin typeface="Loved by the King"/>
                <a:ea typeface="Loved by the King"/>
                <a:cs typeface="Loved by the King"/>
                <a:sym typeface="Loved by the King"/>
              </a:rPr>
              <a:t>The respiratory system brings in oxygen molecules from the air. These oxygen molecules are already small enough to fit into cells.</a:t>
            </a:r>
            <a:endParaRPr sz="30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15"/>
          <p:cNvSpPr txBox="1"/>
          <p:nvPr>
            <p:ph idx="4294967295" type="body"/>
          </p:nvPr>
        </p:nvSpPr>
        <p:spPr>
          <a:xfrm>
            <a:off x="2851574" y="1142106"/>
            <a:ext cx="3222900" cy="24045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100">
                <a:solidFill>
                  <a:srgbClr val="000000"/>
                </a:solidFill>
                <a:latin typeface="McLaren"/>
                <a:ea typeface="McLaren"/>
                <a:cs typeface="McLaren"/>
                <a:sym typeface="McLaren"/>
              </a:rPr>
              <a:t>Key Concept #4:</a:t>
            </a:r>
            <a:endParaRPr b="1" sz="21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500">
                <a:solidFill>
                  <a:srgbClr val="000000"/>
                </a:solidFill>
                <a:latin typeface="Loved by the King"/>
                <a:ea typeface="Loved by the King"/>
                <a:cs typeface="Loved by the King"/>
                <a:sym typeface="Loved by the King"/>
              </a:rPr>
              <a:t>The digestive system brings in food and breaks it down into smaller molecules, such as glucose and amino acids, that can fit into cells.</a:t>
            </a:r>
            <a:endParaRPr sz="25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29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7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16"/>
          <p:cNvSpPr txBox="1"/>
          <p:nvPr>
            <p:ph idx="4294967295" type="body"/>
          </p:nvPr>
        </p:nvSpPr>
        <p:spPr>
          <a:xfrm>
            <a:off x="2880633" y="1266700"/>
            <a:ext cx="3164700" cy="23382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Key Concept #5:</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600">
                <a:solidFill>
                  <a:srgbClr val="000000"/>
                </a:solidFill>
                <a:latin typeface="Loved by the King"/>
                <a:ea typeface="Loved by the King"/>
                <a:cs typeface="Loved by the King"/>
                <a:sym typeface="Loved by the King"/>
              </a:rPr>
              <a:t>The circulatory system transports glucose, oxygen, and amino acid molecules to every cell in the body.</a:t>
            </a:r>
            <a:endParaRPr sz="26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Clr>
                <a:schemeClr val="dk1"/>
              </a:buClr>
              <a:buSzPts val="1100"/>
              <a:buFont typeface="Arial"/>
              <a:buNone/>
            </a:pPr>
            <a:r>
              <a:t/>
            </a:r>
            <a:endParaRPr sz="30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7"/>
          <p:cNvSpPr txBox="1"/>
          <p:nvPr/>
        </p:nvSpPr>
        <p:spPr>
          <a:xfrm>
            <a:off x="755550" y="552125"/>
            <a:ext cx="4572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latin typeface="McLaren"/>
                <a:ea typeface="McLaren"/>
                <a:cs typeface="McLaren"/>
                <a:sym typeface="McLaren"/>
              </a:rPr>
              <a:t>Homework</a:t>
            </a:r>
            <a:endParaRPr b="1" sz="1900">
              <a:latin typeface="McLaren"/>
              <a:ea typeface="McLaren"/>
              <a:cs typeface="McLaren"/>
              <a:sym typeface="McLaren"/>
            </a:endParaRPr>
          </a:p>
        </p:txBody>
      </p:sp>
      <p:sp>
        <p:nvSpPr>
          <p:cNvPr id="884" name="Google Shape;884;p117"/>
          <p:cNvSpPr txBox="1"/>
          <p:nvPr/>
        </p:nvSpPr>
        <p:spPr>
          <a:xfrm>
            <a:off x="755550" y="1144658"/>
            <a:ext cx="5871000" cy="343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300">
                <a:latin typeface="McLaren"/>
                <a:ea typeface="McLaren"/>
                <a:cs typeface="McLaren"/>
                <a:sym typeface="McLaren"/>
              </a:rPr>
              <a:t>For this activity, you will </a:t>
            </a:r>
            <a:r>
              <a:rPr b="1" lang="en" sz="1300">
                <a:latin typeface="McLaren"/>
                <a:ea typeface="McLaren"/>
                <a:cs typeface="McLaren"/>
                <a:sym typeface="McLaren"/>
              </a:rPr>
              <a:t>observe</a:t>
            </a:r>
            <a:r>
              <a:rPr lang="en" sz="1300">
                <a:latin typeface="McLaren"/>
                <a:ea typeface="McLaren"/>
                <a:cs typeface="McLaren"/>
                <a:sym typeface="McLaren"/>
              </a:rPr>
              <a:t> the different body systems in the Sim and </a:t>
            </a:r>
            <a:r>
              <a:rPr b="1" lang="en" sz="1300">
                <a:latin typeface="McLaren"/>
                <a:ea typeface="McLaren"/>
                <a:cs typeface="McLaren"/>
                <a:sym typeface="McLaren"/>
              </a:rPr>
              <a:t>answer questions </a:t>
            </a:r>
            <a:r>
              <a:rPr lang="en" sz="1300">
                <a:latin typeface="McLaren"/>
                <a:ea typeface="McLaren"/>
                <a:cs typeface="McLaren"/>
                <a:sym typeface="McLaren"/>
              </a:rPr>
              <a:t>about what you observe.</a:t>
            </a:r>
            <a:endParaRPr sz="1300">
              <a:latin typeface="McLaren"/>
              <a:ea typeface="McLaren"/>
              <a:cs typeface="McLaren"/>
              <a:sym typeface="McLaren"/>
            </a:endParaRPr>
          </a:p>
          <a:p>
            <a:pPr indent="0" lvl="0" marL="0" rtl="0" algn="l">
              <a:lnSpc>
                <a:spcPct val="100000"/>
              </a:lnSpc>
              <a:spcBef>
                <a:spcPts val="2000"/>
              </a:spcBef>
              <a:spcAft>
                <a:spcPts val="0"/>
              </a:spcAft>
              <a:buNone/>
            </a:pPr>
            <a:r>
              <a:rPr lang="en" sz="1300">
                <a:latin typeface="McLaren"/>
                <a:ea typeface="McLaren"/>
                <a:cs typeface="McLaren"/>
                <a:sym typeface="McLaren"/>
              </a:rPr>
              <a:t>Make observations about how the different body systems work in the </a:t>
            </a:r>
            <a:r>
              <a:rPr i="1" lang="en" sz="1300">
                <a:latin typeface="McLaren"/>
                <a:ea typeface="McLaren"/>
                <a:cs typeface="McLaren"/>
                <a:sym typeface="McLaren"/>
              </a:rPr>
              <a:t>Metabolism</a:t>
            </a:r>
            <a:r>
              <a:rPr lang="en" sz="1300">
                <a:latin typeface="McLaren"/>
                <a:ea typeface="McLaren"/>
                <a:cs typeface="McLaren"/>
                <a:sym typeface="McLaren"/>
              </a:rPr>
              <a:t> Sim. Record your observations below. Then press NEXT to use what you learned—from your observations and the classroom body systems model—to continue this activity and answer questions about the body.</a:t>
            </a:r>
            <a:endParaRPr sz="1300">
              <a:latin typeface="McLaren"/>
              <a:ea typeface="McLaren"/>
              <a:cs typeface="McLaren"/>
              <a:sym typeface="McLaren"/>
            </a:endParaRPr>
          </a:p>
          <a:p>
            <a:pPr indent="-311150" lvl="0" marL="787400" rtl="0" algn="l">
              <a:lnSpc>
                <a:spcPct val="100000"/>
              </a:lnSpc>
              <a:spcBef>
                <a:spcPts val="1500"/>
              </a:spcBef>
              <a:spcAft>
                <a:spcPts val="0"/>
              </a:spcAft>
              <a:buClr>
                <a:srgbClr val="000000"/>
              </a:buClr>
              <a:buSzPts val="1300"/>
              <a:buFont typeface="McLaren"/>
              <a:buAutoNum type="arabicPeriod"/>
            </a:pPr>
            <a:r>
              <a:rPr lang="en" sz="1300">
                <a:latin typeface="McLaren"/>
                <a:ea typeface="McLaren"/>
                <a:cs typeface="McLaren"/>
                <a:sym typeface="McLaren"/>
              </a:rPr>
              <a:t>Launch the </a:t>
            </a:r>
            <a:r>
              <a:rPr i="1" lang="en" sz="1300">
                <a:uFill>
                  <a:noFill/>
                </a:uFill>
                <a:latin typeface="McLaren"/>
                <a:ea typeface="McLaren"/>
                <a:cs typeface="McLaren"/>
                <a:sym typeface="McLaren"/>
                <a:hlinkClick r:id="rId3"/>
              </a:rPr>
              <a:t>Metabolism</a:t>
            </a:r>
            <a:r>
              <a:rPr lang="en" sz="1300">
                <a:uFill>
                  <a:noFill/>
                </a:uFill>
                <a:latin typeface="McLaren"/>
                <a:ea typeface="McLaren"/>
                <a:cs typeface="McLaren"/>
                <a:sym typeface="McLaren"/>
                <a:hlinkClick r:id="rId4"/>
              </a:rPr>
              <a:t> Simulation</a:t>
            </a:r>
            <a:r>
              <a:rPr lang="en" sz="1300">
                <a:latin typeface="McLaren"/>
                <a:ea typeface="McLaren"/>
                <a:cs typeface="McLaren"/>
                <a:sym typeface="McLaren"/>
              </a:rPr>
              <a:t>, select HEALTHY BODY, and select OBSERVE.</a:t>
            </a:r>
            <a:endParaRPr sz="1300">
              <a:latin typeface="McLaren"/>
              <a:ea typeface="McLaren"/>
              <a:cs typeface="McLaren"/>
              <a:sym typeface="McLaren"/>
            </a:endParaRPr>
          </a:p>
          <a:p>
            <a:pPr indent="-311150" lvl="0" marL="787400" rtl="0" algn="l">
              <a:lnSpc>
                <a:spcPct val="100000"/>
              </a:lnSpc>
              <a:spcBef>
                <a:spcPts val="0"/>
              </a:spcBef>
              <a:spcAft>
                <a:spcPts val="0"/>
              </a:spcAft>
              <a:buClr>
                <a:srgbClr val="000000"/>
              </a:buClr>
              <a:buSzPts val="1300"/>
              <a:buFont typeface="McLaren"/>
              <a:buAutoNum type="arabicPeriod"/>
            </a:pPr>
            <a:r>
              <a:rPr lang="en" sz="1300">
                <a:latin typeface="McLaren"/>
                <a:ea typeface="McLaren"/>
                <a:cs typeface="McLaren"/>
                <a:sym typeface="McLaren"/>
              </a:rPr>
              <a:t>Feed the body sandwiches (which provide a mix of molecule types).</a:t>
            </a:r>
            <a:endParaRPr sz="1300">
              <a:latin typeface="McLaren"/>
              <a:ea typeface="McLaren"/>
              <a:cs typeface="McLaren"/>
              <a:sym typeface="McLaren"/>
            </a:endParaRPr>
          </a:p>
          <a:p>
            <a:pPr indent="-311150" lvl="0" marL="787400" rtl="0" algn="l">
              <a:lnSpc>
                <a:spcPct val="100000"/>
              </a:lnSpc>
              <a:spcBef>
                <a:spcPts val="0"/>
              </a:spcBef>
              <a:spcAft>
                <a:spcPts val="0"/>
              </a:spcAft>
              <a:buClr>
                <a:srgbClr val="000000"/>
              </a:buClr>
              <a:buSzPts val="1300"/>
              <a:buFont typeface="McLaren"/>
              <a:buAutoNum type="arabicPeriod"/>
            </a:pPr>
            <a:r>
              <a:rPr lang="en" sz="1300">
                <a:latin typeface="McLaren"/>
                <a:ea typeface="McLaren"/>
                <a:cs typeface="McLaren"/>
                <a:sym typeface="McLaren"/>
              </a:rPr>
              <a:t>Focus on what happens to starch in the digestive system.</a:t>
            </a:r>
            <a:endParaRPr sz="1300">
              <a:latin typeface="McLaren"/>
              <a:ea typeface="McLaren"/>
              <a:cs typeface="McLaren"/>
              <a:sym typeface="McLaren"/>
            </a:endParaRPr>
          </a:p>
          <a:p>
            <a:pPr indent="-228600" lvl="1" marL="1574800" rtl="0" algn="l">
              <a:lnSpc>
                <a:spcPct val="100000"/>
              </a:lnSpc>
              <a:spcBef>
                <a:spcPts val="0"/>
              </a:spcBef>
              <a:spcAft>
                <a:spcPts val="0"/>
              </a:spcAft>
              <a:buClr>
                <a:srgbClr val="000000"/>
              </a:buClr>
              <a:buSzPts val="1300"/>
              <a:buFont typeface="McLaren"/>
              <a:buNone/>
            </a:pPr>
            <a:r>
              <a:rPr lang="en" sz="1300">
                <a:latin typeface="McLaren"/>
                <a:ea typeface="McLaren"/>
                <a:cs typeface="McLaren"/>
                <a:sym typeface="McLaren"/>
              </a:rPr>
              <a:t>Turn off all the molecules except for starch and glucose. What do you observe?</a:t>
            </a:r>
            <a:endParaRPr sz="1300">
              <a:latin typeface="McLaren"/>
              <a:ea typeface="McLaren"/>
              <a:cs typeface="McLaren"/>
              <a:sym typeface="McLaren"/>
            </a:endParaRPr>
          </a:p>
        </p:txBody>
      </p:sp>
      <p:pic>
        <p:nvPicPr>
          <p:cNvPr descr="Screenshot of Metabolism SIM in Healthy Body Mode" id="885" name="Google Shape;885;p117"/>
          <p:cNvPicPr preferRelativeResize="0"/>
          <p:nvPr/>
        </p:nvPicPr>
        <p:blipFill rotWithShape="1">
          <a:blip r:embed="rId5">
            <a:alphaModFix/>
          </a:blip>
          <a:srcRect b="0" l="0" r="25931" t="0"/>
          <a:stretch/>
        </p:blipFill>
        <p:spPr>
          <a:xfrm>
            <a:off x="6867006" y="730186"/>
            <a:ext cx="1775626" cy="1797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S Slides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aques template">
  <a:themeElements>
    <a:clrScheme name="Custom 347">
      <a:dk1>
        <a:srgbClr val="434343"/>
      </a:dk1>
      <a:lt1>
        <a:srgbClr val="FFFFFF"/>
      </a:lt1>
      <a:dk2>
        <a:srgbClr val="0B5394"/>
      </a:dk2>
      <a:lt2>
        <a:srgbClr val="D5DDE4"/>
      </a:lt2>
      <a:accent1>
        <a:srgbClr val="55AAEE"/>
      </a:accent1>
      <a:accent2>
        <a:srgbClr val="FFBA3F"/>
      </a:accent2>
      <a:accent3>
        <a:srgbClr val="BDE06C"/>
      </a:accent3>
      <a:accent4>
        <a:srgbClr val="6AD8D6"/>
      </a:accent4>
      <a:accent5>
        <a:srgbClr val="AE98E4"/>
      </a:accent5>
      <a:accent6>
        <a:srgbClr val="F55A5A"/>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