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0" r:id="rId4"/>
    <p:sldMasterId id="214748374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Black"/>
      <p:bold r:id="rId16"/>
      <p:boldItalic r:id="rId17"/>
    </p:embeddedFont>
    <p:embeddedFont>
      <p:font typeface="Roboto"/>
      <p:regular r:id="rId18"/>
      <p:bold r:id="rId19"/>
      <p:italic r:id="rId20"/>
      <p:boldItalic r:id="rId21"/>
    </p:embeddedFont>
    <p:embeddedFont>
      <p:font typeface="Roboto Medium"/>
      <p:regular r:id="rId22"/>
      <p:bold r:id="rId23"/>
      <p:italic r:id="rId24"/>
      <p:boldItalic r:id="rId25"/>
    </p:embeddedFont>
    <p:embeddedFont>
      <p:font typeface="Inconsolata"/>
      <p:regular r:id="rId26"/>
      <p:bold r:id="rId27"/>
    </p:embeddedFont>
    <p:embeddedFont>
      <p:font typeface="Pangolin"/>
      <p:regular r:id="rId28"/>
    </p:embeddedFont>
    <p:embeddedFont>
      <p:font typeface="Loved by the King"/>
      <p:regular r:id="rId29"/>
    </p:embeddedFont>
    <p:embeddedFont>
      <p:font typeface="Give You Glory"/>
      <p:regular r:id="rId30"/>
    </p:embeddedFont>
    <p:embeddedFont>
      <p:font typeface="McLaren"/>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cLaren-regular.fntdata"/><Relationship Id="rId30" Type="http://schemas.openxmlformats.org/officeDocument/2006/relationships/font" Target="fonts/GiveYouGlory-regular.fntdata"/><Relationship Id="rId20" Type="http://schemas.openxmlformats.org/officeDocument/2006/relationships/font" Target="fonts/Roboto-italic.fntdata"/><Relationship Id="rId22" Type="http://schemas.openxmlformats.org/officeDocument/2006/relationships/font" Target="fonts/RobotoMedium-regular.fntdata"/><Relationship Id="rId21" Type="http://schemas.openxmlformats.org/officeDocument/2006/relationships/font" Target="fonts/Roboto-boldItalic.fntdata"/><Relationship Id="rId24" Type="http://schemas.openxmlformats.org/officeDocument/2006/relationships/font" Target="fonts/RobotoMedium-italic.fntdata"/><Relationship Id="rId23" Type="http://schemas.openxmlformats.org/officeDocument/2006/relationships/font" Target="fonts/RobotoMedium-bold.fntdata"/><Relationship Id="rId26" Type="http://schemas.openxmlformats.org/officeDocument/2006/relationships/font" Target="fonts/Inconsolata-regular.fntdata"/><Relationship Id="rId25" Type="http://schemas.openxmlformats.org/officeDocument/2006/relationships/font" Target="fonts/RobotoMedium-boldItalic.fntdata"/><Relationship Id="rId28" Type="http://schemas.openxmlformats.org/officeDocument/2006/relationships/font" Target="fonts/Pangolin-regular.fntdata"/><Relationship Id="rId27" Type="http://schemas.openxmlformats.org/officeDocument/2006/relationships/font" Target="fonts/Inconsolata-bold.fntdata"/><Relationship Id="rId29" Type="http://schemas.openxmlformats.org/officeDocument/2006/relationships/font" Target="fonts/LovedbytheKing-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lack-boldItalic.fntdata"/><Relationship Id="rId16" Type="http://schemas.openxmlformats.org/officeDocument/2006/relationships/font" Target="fonts/RobotoBlack-bold.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c8180b59c5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c8180b59c5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a:solidFill>
                <a:schemeClr val="dk1"/>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69694836b9_0_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69694836b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69694836b9_0_1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69694836b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c8180b59c5_0_11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c8180b59c5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c8180b59c5_0_11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c8180b59c5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c8180b59c5_0_11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c8180b59c5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c8180b59c5_0_11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c8180b59c5_0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c8180b59c5_0_11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c8180b59c5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c8180b59c5_0_11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c8180b59c5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4.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45450" y="1197750"/>
            <a:ext cx="3434100" cy="2748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1pPr>
            <a:lvl2pPr lvl="1"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2pPr>
            <a:lvl3pPr lvl="2"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3pPr>
            <a:lvl4pPr lvl="3"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4pPr>
            <a:lvl5pPr lvl="4"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5pPr>
            <a:lvl6pPr lvl="5"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6pPr>
            <a:lvl7pPr lvl="6"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7pPr>
            <a:lvl8pPr lvl="7"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8pPr>
            <a:lvl9pPr lvl="8"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703525" y="1735750"/>
            <a:ext cx="3486300" cy="115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1pPr>
            <a:lvl2pPr lvl="1"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2pPr>
            <a:lvl3pPr lvl="2"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3pPr>
            <a:lvl4pPr lvl="3"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4pPr>
            <a:lvl5pPr lvl="4"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5pPr>
            <a:lvl6pPr lvl="5"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6pPr>
            <a:lvl7pPr lvl="6"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7pPr>
            <a:lvl8pPr lvl="7"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8pPr>
            <a:lvl9pPr lvl="8"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9pPr>
          </a:lstStyle>
          <a:p/>
        </p:txBody>
      </p:sp>
      <p:sp>
        <p:nvSpPr>
          <p:cNvPr id="13" name="Google Shape;13;p3"/>
          <p:cNvSpPr txBox="1"/>
          <p:nvPr>
            <p:ph idx="1" type="subTitle"/>
          </p:nvPr>
        </p:nvSpPr>
        <p:spPr>
          <a:xfrm>
            <a:off x="2703525" y="2763852"/>
            <a:ext cx="34863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400"/>
              <a:buFont typeface="Inconsolata"/>
              <a:buNone/>
              <a:defRPr>
                <a:solidFill>
                  <a:srgbClr val="434343"/>
                </a:solidFill>
                <a:latin typeface="Inconsolata"/>
                <a:ea typeface="Inconsolata"/>
                <a:cs typeface="Inconsolata"/>
                <a:sym typeface="Inconsolata"/>
              </a:defRPr>
            </a:lvl1pPr>
            <a:lvl2pPr lvl="1"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2pPr>
            <a:lvl3pPr lvl="2"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3pPr>
            <a:lvl4pPr lvl="3"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4pPr>
            <a:lvl5pPr lvl="4"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5pPr>
            <a:lvl6pPr lvl="5"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6pPr>
            <a:lvl7pPr lvl="6"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7pPr>
            <a:lvl8pPr lvl="7"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8pPr>
            <a:lvl9pPr lvl="8"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4"/>
          <p:cNvSpPr txBox="1"/>
          <p:nvPr>
            <p:ph idx="1" type="body"/>
          </p:nvPr>
        </p:nvSpPr>
        <p:spPr>
          <a:xfrm>
            <a:off x="962850" y="876850"/>
            <a:ext cx="4955700" cy="819900"/>
          </a:xfrm>
          <a:prstGeom prst="rect">
            <a:avLst/>
          </a:prstGeom>
        </p:spPr>
        <p:txBody>
          <a:bodyPr anchorCtr="0" anchor="t" bIns="91425" lIns="91425" spcFirstLastPara="1" rIns="91425" wrap="square" tIns="91425">
            <a:noAutofit/>
          </a:bodyPr>
          <a:lstStyle>
            <a:lvl1pPr indent="-419100" lvl="0" marL="457200">
              <a:lnSpc>
                <a:spcPct val="130000"/>
              </a:lnSpc>
              <a:spcBef>
                <a:spcPts val="0"/>
              </a:spcBef>
              <a:spcAft>
                <a:spcPts val="0"/>
              </a:spcAft>
              <a:buSzPts val="3000"/>
              <a:buChar char="✗"/>
              <a:defRPr i="1" sz="3000"/>
            </a:lvl1pPr>
            <a:lvl2pPr indent="-419100" lvl="1" marL="914400">
              <a:lnSpc>
                <a:spcPct val="130000"/>
              </a:lnSpc>
              <a:spcBef>
                <a:spcPts val="0"/>
              </a:spcBef>
              <a:spcAft>
                <a:spcPts val="0"/>
              </a:spcAft>
              <a:buSzPts val="3000"/>
              <a:buChar char="✗"/>
              <a:defRPr i="1" sz="3000"/>
            </a:lvl2pPr>
            <a:lvl3pPr indent="-419100" lvl="2" marL="1371600">
              <a:lnSpc>
                <a:spcPct val="130000"/>
              </a:lnSpc>
              <a:spcBef>
                <a:spcPts val="0"/>
              </a:spcBef>
              <a:spcAft>
                <a:spcPts val="0"/>
              </a:spcAft>
              <a:buSzPts val="3000"/>
              <a:buChar char="✗"/>
              <a:defRPr i="1" sz="3000"/>
            </a:lvl3pPr>
            <a:lvl4pPr indent="-419100" lvl="3" marL="1828800">
              <a:lnSpc>
                <a:spcPct val="130000"/>
              </a:lnSpc>
              <a:spcBef>
                <a:spcPts val="0"/>
              </a:spcBef>
              <a:spcAft>
                <a:spcPts val="0"/>
              </a:spcAft>
              <a:buSzPts val="3000"/>
              <a:buChar char="✗"/>
              <a:defRPr i="1" sz="3000"/>
            </a:lvl4pPr>
            <a:lvl5pPr indent="-419100" lvl="4" marL="2286000">
              <a:lnSpc>
                <a:spcPct val="130000"/>
              </a:lnSpc>
              <a:spcBef>
                <a:spcPts val="0"/>
              </a:spcBef>
              <a:spcAft>
                <a:spcPts val="0"/>
              </a:spcAft>
              <a:buSzPts val="3000"/>
              <a:buChar char="✗"/>
              <a:defRPr i="1" sz="3000"/>
            </a:lvl5pPr>
            <a:lvl6pPr indent="-419100" lvl="5" marL="2743200">
              <a:lnSpc>
                <a:spcPct val="130000"/>
              </a:lnSpc>
              <a:spcBef>
                <a:spcPts val="0"/>
              </a:spcBef>
              <a:spcAft>
                <a:spcPts val="0"/>
              </a:spcAft>
              <a:buSzPts val="3000"/>
              <a:buChar char="✗"/>
              <a:defRPr i="1" sz="3000"/>
            </a:lvl6pPr>
            <a:lvl7pPr indent="-419100" lvl="6" marL="3200400">
              <a:lnSpc>
                <a:spcPct val="130000"/>
              </a:lnSpc>
              <a:spcBef>
                <a:spcPts val="0"/>
              </a:spcBef>
              <a:spcAft>
                <a:spcPts val="0"/>
              </a:spcAft>
              <a:buSzPts val="3000"/>
              <a:buChar char="✗"/>
              <a:defRPr i="1" sz="3000"/>
            </a:lvl7pPr>
            <a:lvl8pPr indent="-419100" lvl="7" marL="3657600">
              <a:lnSpc>
                <a:spcPct val="130000"/>
              </a:lnSpc>
              <a:spcBef>
                <a:spcPts val="0"/>
              </a:spcBef>
              <a:spcAft>
                <a:spcPts val="0"/>
              </a:spcAft>
              <a:buSzPts val="3000"/>
              <a:buChar char="✗"/>
              <a:defRPr i="1" sz="3000"/>
            </a:lvl8pPr>
            <a:lvl9pPr indent="-419100" lvl="8" marL="4114800">
              <a:lnSpc>
                <a:spcPct val="130000"/>
              </a:lnSpc>
              <a:spcBef>
                <a:spcPts val="0"/>
              </a:spcBef>
              <a:spcAft>
                <a:spcPts val="0"/>
              </a:spcAft>
              <a:buSzPts val="3000"/>
              <a:buChar char="✗"/>
              <a:defRPr i="1" sz="3000"/>
            </a:lvl9pPr>
          </a:lstStyle>
          <a:p/>
        </p:txBody>
      </p:sp>
      <p:sp>
        <p:nvSpPr>
          <p:cNvPr id="16" name="Google Shape;16;p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866375" y="1304543"/>
            <a:ext cx="5626200" cy="30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6"/>
          <p:cNvSpPr txBox="1"/>
          <p:nvPr>
            <p:ph type="title"/>
          </p:nvPr>
        </p:nvSpPr>
        <p:spPr>
          <a:xfrm>
            <a:off x="866375" y="642310"/>
            <a:ext cx="3966600" cy="8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 name="Google Shape;23;p6"/>
          <p:cNvSpPr txBox="1"/>
          <p:nvPr>
            <p:ph idx="1" type="body"/>
          </p:nvPr>
        </p:nvSpPr>
        <p:spPr>
          <a:xfrm>
            <a:off x="866375" y="1609350"/>
            <a:ext cx="3966600" cy="283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7"/>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7"/>
          <p:cNvSpPr txBox="1"/>
          <p:nvPr>
            <p:ph idx="1" type="body"/>
          </p:nvPr>
        </p:nvSpPr>
        <p:spPr>
          <a:xfrm>
            <a:off x="866375"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 name="Google Shape;28;p7"/>
          <p:cNvSpPr txBox="1"/>
          <p:nvPr>
            <p:ph idx="2" type="body"/>
          </p:nvPr>
        </p:nvSpPr>
        <p:spPr>
          <a:xfrm>
            <a:off x="3761704"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 name="Google Shape;29;p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66375" y="358375"/>
            <a:ext cx="75678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8"/>
          <p:cNvSpPr txBox="1"/>
          <p:nvPr>
            <p:ph idx="1" type="body"/>
          </p:nvPr>
        </p:nvSpPr>
        <p:spPr>
          <a:xfrm>
            <a:off x="866375"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3" name="Google Shape;33;p8"/>
          <p:cNvSpPr txBox="1"/>
          <p:nvPr>
            <p:ph idx="2" type="body"/>
          </p:nvPr>
        </p:nvSpPr>
        <p:spPr>
          <a:xfrm>
            <a:off x="3430687"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4" name="Google Shape;34;p8"/>
          <p:cNvSpPr txBox="1"/>
          <p:nvPr>
            <p:ph idx="3" type="body"/>
          </p:nvPr>
        </p:nvSpPr>
        <p:spPr>
          <a:xfrm>
            <a:off x="5994999"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5" name="Google Shape;35;p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0"/>
          <p:cNvSpPr txBox="1"/>
          <p:nvPr>
            <p:ph idx="1" type="body"/>
          </p:nvPr>
        </p:nvSpPr>
        <p:spPr>
          <a:xfrm>
            <a:off x="924850" y="3872900"/>
            <a:ext cx="75990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41" name="Google Shape;41;p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laroid"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stit">
  <p:cSld name="BLANK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ig postit">
  <p:cSld name="BLANK_1_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2_1">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_1">
    <p:bg>
      <p:bgPr>
        <a:noFill/>
      </p:bgPr>
    </p:bg>
    <p:spTree>
      <p:nvGrpSpPr>
        <p:cNvPr id="50" name="Shape 50"/>
        <p:cNvGrpSpPr/>
        <p:nvPr/>
      </p:nvGrpSpPr>
      <p:grpSpPr>
        <a:xfrm>
          <a:off x="0" y="0"/>
          <a:ext cx="0" cy="0"/>
          <a:chOff x="0" y="0"/>
          <a:chExt cx="0" cy="0"/>
        </a:xfrm>
      </p:grpSpPr>
      <p:pic>
        <p:nvPicPr>
          <p:cNvPr descr="notepad4.png" id="51" name="Google Shape;51;p15"/>
          <p:cNvPicPr preferRelativeResize="0"/>
          <p:nvPr/>
        </p:nvPicPr>
        <p:blipFill>
          <a:blip r:embed="rId2">
            <a:alphaModFix/>
          </a:blip>
          <a:stretch>
            <a:fillRect/>
          </a:stretch>
        </p:blipFill>
        <p:spPr>
          <a:xfrm>
            <a:off x="0" y="0"/>
            <a:ext cx="9144000" cy="5143516"/>
          </a:xfrm>
          <a:prstGeom prst="rect">
            <a:avLst/>
          </a:prstGeom>
          <a:noFill/>
          <a:ln>
            <a:noFill/>
          </a:ln>
        </p:spPr>
      </p:pic>
      <p:sp>
        <p:nvSpPr>
          <p:cNvPr id="52" name="Google Shape;52;p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5" name="Google Shape;55;p16"/>
          <p:cNvSpPr txBox="1"/>
          <p:nvPr>
            <p:ph type="title"/>
          </p:nvPr>
        </p:nvSpPr>
        <p:spPr>
          <a:xfrm>
            <a:off x="808850" y="2596896"/>
            <a:ext cx="7439700" cy="553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56" name="Google Shape;56;p16"/>
          <p:cNvSpPr txBox="1"/>
          <p:nvPr>
            <p:ph idx="2" type="title"/>
          </p:nvPr>
        </p:nvSpPr>
        <p:spPr>
          <a:xfrm>
            <a:off x="808850" y="3109821"/>
            <a:ext cx="7439700" cy="865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57" name="Shape 57"/>
        <p:cNvGrpSpPr/>
        <p:nvPr/>
      </p:nvGrpSpPr>
      <p:grpSpPr>
        <a:xfrm>
          <a:off x="0" y="0"/>
          <a:ext cx="0" cy="0"/>
          <a:chOff x="0" y="0"/>
          <a:chExt cx="0" cy="0"/>
        </a:xfrm>
      </p:grpSpPr>
      <p:sp>
        <p:nvSpPr>
          <p:cNvPr id="58" name="Google Shape;58;p17"/>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7"/>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7"/>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61" name="Shape 61"/>
        <p:cNvGrpSpPr/>
        <p:nvPr/>
      </p:nvGrpSpPr>
      <p:grpSpPr>
        <a:xfrm>
          <a:off x="0" y="0"/>
          <a:ext cx="0" cy="0"/>
          <a:chOff x="0" y="0"/>
          <a:chExt cx="0" cy="0"/>
        </a:xfrm>
      </p:grpSpPr>
      <p:sp>
        <p:nvSpPr>
          <p:cNvPr id="62" name="Google Shape;62;p18"/>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3" name="Google Shape;63;p18"/>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5" name="Google Shape;65;p1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6" name="Google Shape;66;p18"/>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67" name="Shape 67"/>
        <p:cNvGrpSpPr/>
        <p:nvPr/>
      </p:nvGrpSpPr>
      <p:grpSpPr>
        <a:xfrm>
          <a:off x="0" y="0"/>
          <a:ext cx="0" cy="0"/>
          <a:chOff x="0" y="0"/>
          <a:chExt cx="0" cy="0"/>
        </a:xfrm>
      </p:grpSpPr>
      <p:sp>
        <p:nvSpPr>
          <p:cNvPr id="68" name="Google Shape;68;p19"/>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9" name="Google Shape;69;p19"/>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70" name="Google Shape;70;p19"/>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 name="Google Shape;71;p19"/>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2" name="Google Shape;72;p19"/>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73" name="Shape 73"/>
        <p:cNvGrpSpPr/>
        <p:nvPr/>
      </p:nvGrpSpPr>
      <p:grpSpPr>
        <a:xfrm>
          <a:off x="0" y="0"/>
          <a:ext cx="0" cy="0"/>
          <a:chOff x="0" y="0"/>
          <a:chExt cx="0" cy="0"/>
        </a:xfrm>
      </p:grpSpPr>
      <p:sp>
        <p:nvSpPr>
          <p:cNvPr id="74" name="Google Shape;7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2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76" name="Shape 76"/>
        <p:cNvGrpSpPr/>
        <p:nvPr/>
      </p:nvGrpSpPr>
      <p:grpSpPr>
        <a:xfrm>
          <a:off x="0" y="0"/>
          <a:ext cx="0" cy="0"/>
          <a:chOff x="0" y="0"/>
          <a:chExt cx="0" cy="0"/>
        </a:xfrm>
      </p:grpSpPr>
      <p:sp>
        <p:nvSpPr>
          <p:cNvPr id="77" name="Google Shape;77;p2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2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 name="Google Shape;79;p21"/>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0" name="Google Shape;80;p2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82" name="Shape 82"/>
        <p:cNvGrpSpPr/>
        <p:nvPr/>
      </p:nvGrpSpPr>
      <p:grpSpPr>
        <a:xfrm>
          <a:off x="0" y="0"/>
          <a:ext cx="0" cy="0"/>
          <a:chOff x="0" y="0"/>
          <a:chExt cx="0" cy="0"/>
        </a:xfrm>
      </p:grpSpPr>
      <p:pic>
        <p:nvPicPr>
          <p:cNvPr id="83" name="Google Shape;83;p22"/>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84" name="Google Shape;84;p22"/>
          <p:cNvSpPr txBox="1"/>
          <p:nvPr>
            <p:ph type="title"/>
          </p:nvPr>
        </p:nvSpPr>
        <p:spPr>
          <a:xfrm>
            <a:off x="1229950" y="1739144"/>
            <a:ext cx="7011900" cy="572700"/>
          </a:xfrm>
          <a:prstGeom prst="rect">
            <a:avLst/>
          </a:prstGeom>
        </p:spPr>
        <p:txBody>
          <a:bodyPr anchorCtr="0" anchor="b" bIns="91425" lIns="91425" spcFirstLastPara="1" rIns="91425" wrap="square" tIns="91425">
            <a:noAutofit/>
          </a:bodyPr>
          <a:lstStyle>
            <a:lvl1pPr lvl="0">
              <a:spcBef>
                <a:spcPts val="0"/>
              </a:spcBef>
              <a:spcAft>
                <a:spcPts val="0"/>
              </a:spcAft>
              <a:buClr>
                <a:srgbClr val="2F2F2F"/>
              </a:buClr>
              <a:buSzPts val="2800"/>
              <a:buFont typeface="Roboto Black"/>
              <a:buNone/>
              <a:defRPr sz="2800">
                <a:solidFill>
                  <a:srgbClr val="2F2F2F"/>
                </a:solidFill>
                <a:latin typeface="Roboto Black"/>
                <a:ea typeface="Roboto Black"/>
                <a:cs typeface="Roboto Black"/>
                <a:sym typeface="Roboto Black"/>
              </a:defRPr>
            </a:lvl1pPr>
            <a:lvl2pPr lvl="1">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2pPr>
            <a:lvl3pPr lvl="2">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3pPr>
            <a:lvl4pPr lvl="3">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4pPr>
            <a:lvl5pPr lvl="4">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5pPr>
            <a:lvl6pPr lvl="5">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6pPr>
            <a:lvl7pPr lvl="6">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7pPr>
            <a:lvl8pPr lvl="7">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8pPr>
            <a:lvl9pPr lvl="8">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9pPr>
          </a:lstStyle>
          <a:p/>
        </p:txBody>
      </p:sp>
      <p:sp>
        <p:nvSpPr>
          <p:cNvPr id="85" name="Google Shape;85;p2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6" name="Google Shape;86;p2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 name="Google Shape;87;p22"/>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81000" lvl="1" marL="914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2pPr>
            <a:lvl3pPr indent="-381000" lvl="2" marL="1371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3pPr>
            <a:lvl4pPr indent="-381000" lvl="3" marL="1828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4pPr>
            <a:lvl5pPr indent="-381000" lvl="4" marL="22860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5pPr>
            <a:lvl6pPr indent="-381000" lvl="5" marL="27432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6pPr>
            <a:lvl7pPr indent="-381000" lvl="6" marL="3200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7pPr>
            <a:lvl8pPr indent="-381000" lvl="7" marL="3657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8pPr>
            <a:lvl9pPr indent="-381000" lvl="8" marL="4114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88" name="Shape 88"/>
        <p:cNvGrpSpPr/>
        <p:nvPr/>
      </p:nvGrpSpPr>
      <p:grpSpPr>
        <a:xfrm>
          <a:off x="0" y="0"/>
          <a:ext cx="0" cy="0"/>
          <a:chOff x="0" y="0"/>
          <a:chExt cx="0" cy="0"/>
        </a:xfrm>
      </p:grpSpPr>
      <p:sp>
        <p:nvSpPr>
          <p:cNvPr id="89" name="Google Shape;89;p2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0" name="Google Shape;90;p2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 name="Google Shape;91;p2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2" name="Google Shape;92;p2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93" name="Google Shape;93;p23"/>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23"/>
          <p:cNvGrpSpPr/>
          <p:nvPr/>
        </p:nvGrpSpPr>
        <p:grpSpPr>
          <a:xfrm>
            <a:off x="256025" y="1280050"/>
            <a:ext cx="3657600" cy="164700"/>
            <a:chOff x="256025" y="1280050"/>
            <a:chExt cx="3657600" cy="164700"/>
          </a:xfrm>
        </p:grpSpPr>
        <p:sp>
          <p:nvSpPr>
            <p:cNvPr id="95" name="Google Shape;95;p23"/>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23"/>
            <p:cNvGrpSpPr/>
            <p:nvPr/>
          </p:nvGrpSpPr>
          <p:grpSpPr>
            <a:xfrm>
              <a:off x="323020" y="1326935"/>
              <a:ext cx="264664" cy="61800"/>
              <a:chOff x="322595" y="642846"/>
              <a:chExt cx="264664" cy="61800"/>
            </a:xfrm>
          </p:grpSpPr>
          <p:sp>
            <p:nvSpPr>
              <p:cNvPr id="97" name="Google Shape;97;p2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100" name="Shape 100"/>
        <p:cNvGrpSpPr/>
        <p:nvPr/>
      </p:nvGrpSpPr>
      <p:grpSpPr>
        <a:xfrm>
          <a:off x="0" y="0"/>
          <a:ext cx="0" cy="0"/>
          <a:chOff x="0" y="0"/>
          <a:chExt cx="0" cy="0"/>
        </a:xfrm>
      </p:grpSpPr>
      <p:sp>
        <p:nvSpPr>
          <p:cNvPr id="101" name="Google Shape;101;p2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02" name="Google Shape;102;p24"/>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03" name="Google Shape;103;p2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4" name="Google Shape;104;p24"/>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5" name="Google Shape;105;p24"/>
          <p:cNvSpPr/>
          <p:nvPr/>
        </p:nvSpPr>
        <p:spPr>
          <a:xfrm>
            <a:off x="246888" y="594360"/>
            <a:ext cx="3447300" cy="426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4"/>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107" name="Shape 107"/>
        <p:cNvGrpSpPr/>
        <p:nvPr/>
      </p:nvGrpSpPr>
      <p:grpSpPr>
        <a:xfrm>
          <a:off x="0" y="0"/>
          <a:ext cx="0" cy="0"/>
          <a:chOff x="0" y="0"/>
          <a:chExt cx="0" cy="0"/>
        </a:xfrm>
      </p:grpSpPr>
      <p:sp>
        <p:nvSpPr>
          <p:cNvPr id="108" name="Google Shape;108;p2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9" name="Google Shape;109;p2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 name="Google Shape;111;p2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12" name="Google Shape;112;p2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
        <p:nvSpPr>
          <p:cNvPr id="113" name="Google Shape;113;p2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5"/>
          <p:cNvGrpSpPr/>
          <p:nvPr/>
        </p:nvGrpSpPr>
        <p:grpSpPr>
          <a:xfrm>
            <a:off x="256025" y="1280050"/>
            <a:ext cx="3657600" cy="164700"/>
            <a:chOff x="256025" y="1280050"/>
            <a:chExt cx="3657600" cy="164700"/>
          </a:xfrm>
        </p:grpSpPr>
        <p:sp>
          <p:nvSpPr>
            <p:cNvPr id="115" name="Google Shape;115;p2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25"/>
            <p:cNvGrpSpPr/>
            <p:nvPr/>
          </p:nvGrpSpPr>
          <p:grpSpPr>
            <a:xfrm>
              <a:off x="323020" y="1326935"/>
              <a:ext cx="264664" cy="61800"/>
              <a:chOff x="322595" y="642846"/>
              <a:chExt cx="264664" cy="61800"/>
            </a:xfrm>
          </p:grpSpPr>
          <p:sp>
            <p:nvSpPr>
              <p:cNvPr id="117" name="Google Shape;117;p2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20" name="Shape 120"/>
        <p:cNvGrpSpPr/>
        <p:nvPr/>
      </p:nvGrpSpPr>
      <p:grpSpPr>
        <a:xfrm>
          <a:off x="0" y="0"/>
          <a:ext cx="0" cy="0"/>
          <a:chOff x="0" y="0"/>
          <a:chExt cx="0" cy="0"/>
        </a:xfrm>
      </p:grpSpPr>
      <p:pic>
        <p:nvPicPr>
          <p:cNvPr id="121" name="Google Shape;121;p26"/>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22" name="Google Shape;122;p26"/>
          <p:cNvSpPr txBox="1"/>
          <p:nvPr>
            <p:ph type="title"/>
          </p:nvPr>
        </p:nvSpPr>
        <p:spPr>
          <a:xfrm>
            <a:off x="820200" y="1184699"/>
            <a:ext cx="75036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23" name="Google Shape;123;p26"/>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4" name="Google Shape;124;p26"/>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5" name="Google Shape;125;p26"/>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0"/>
              </a:spcBef>
              <a:spcAft>
                <a:spcPts val="0"/>
              </a:spcAft>
              <a:buSzPts val="2000"/>
              <a:buFont typeface="Roboto Medium"/>
              <a:buChar char="✗"/>
              <a:defRPr sz="2000">
                <a:latin typeface="Roboto Medium"/>
                <a:ea typeface="Roboto Medium"/>
                <a:cs typeface="Roboto Medium"/>
                <a:sym typeface="Roboto Medium"/>
              </a:defRPr>
            </a:lvl9pPr>
          </a:lstStyle>
          <a:p/>
        </p:txBody>
      </p:sp>
      <p:sp>
        <p:nvSpPr>
          <p:cNvPr id="126" name="Google Shape;126;p26"/>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Black"/>
              <a:buChar char="✗"/>
              <a:defRPr sz="4000">
                <a:latin typeface="Roboto Black"/>
                <a:ea typeface="Roboto Black"/>
                <a:cs typeface="Roboto Black"/>
                <a:sym typeface="Roboto Black"/>
              </a:defRPr>
            </a:lvl1pPr>
            <a:lvl2pPr indent="-482600" lvl="1" marL="914400" algn="ctr">
              <a:spcBef>
                <a:spcPts val="0"/>
              </a:spcBef>
              <a:spcAft>
                <a:spcPts val="0"/>
              </a:spcAft>
              <a:buSzPts val="4000"/>
              <a:buFont typeface="Roboto Black"/>
              <a:buChar char="✗"/>
              <a:defRPr sz="4000">
                <a:latin typeface="Roboto Black"/>
                <a:ea typeface="Roboto Black"/>
                <a:cs typeface="Roboto Black"/>
                <a:sym typeface="Roboto Black"/>
              </a:defRPr>
            </a:lvl2pPr>
            <a:lvl3pPr indent="-482600" lvl="2" marL="1371600" algn="ctr">
              <a:spcBef>
                <a:spcPts val="0"/>
              </a:spcBef>
              <a:spcAft>
                <a:spcPts val="0"/>
              </a:spcAft>
              <a:buSzPts val="4000"/>
              <a:buFont typeface="Roboto Black"/>
              <a:buChar char="✗"/>
              <a:defRPr sz="4000">
                <a:latin typeface="Roboto Black"/>
                <a:ea typeface="Roboto Black"/>
                <a:cs typeface="Roboto Black"/>
                <a:sym typeface="Roboto Black"/>
              </a:defRPr>
            </a:lvl3pPr>
            <a:lvl4pPr indent="-482600" lvl="3" marL="1828800" algn="ctr">
              <a:spcBef>
                <a:spcPts val="0"/>
              </a:spcBef>
              <a:spcAft>
                <a:spcPts val="0"/>
              </a:spcAft>
              <a:buSzPts val="4000"/>
              <a:buFont typeface="Roboto Black"/>
              <a:buChar char="✗"/>
              <a:defRPr sz="4000">
                <a:latin typeface="Roboto Black"/>
                <a:ea typeface="Roboto Black"/>
                <a:cs typeface="Roboto Black"/>
                <a:sym typeface="Roboto Black"/>
              </a:defRPr>
            </a:lvl4pPr>
            <a:lvl5pPr indent="-482600" lvl="4" marL="2286000" algn="ctr">
              <a:spcBef>
                <a:spcPts val="0"/>
              </a:spcBef>
              <a:spcAft>
                <a:spcPts val="0"/>
              </a:spcAft>
              <a:buSzPts val="4000"/>
              <a:buFont typeface="Roboto Black"/>
              <a:buChar char="✗"/>
              <a:defRPr sz="4000">
                <a:latin typeface="Roboto Black"/>
                <a:ea typeface="Roboto Black"/>
                <a:cs typeface="Roboto Black"/>
                <a:sym typeface="Roboto Black"/>
              </a:defRPr>
            </a:lvl5pPr>
            <a:lvl6pPr indent="-482600" lvl="5" marL="2743200" algn="ctr">
              <a:spcBef>
                <a:spcPts val="0"/>
              </a:spcBef>
              <a:spcAft>
                <a:spcPts val="0"/>
              </a:spcAft>
              <a:buSzPts val="4000"/>
              <a:buFont typeface="Roboto Black"/>
              <a:buChar char="✗"/>
              <a:defRPr sz="4000">
                <a:latin typeface="Roboto Black"/>
                <a:ea typeface="Roboto Black"/>
                <a:cs typeface="Roboto Black"/>
                <a:sym typeface="Roboto Black"/>
              </a:defRPr>
            </a:lvl6pPr>
            <a:lvl7pPr indent="-482600" lvl="6" marL="3200400" algn="ctr">
              <a:spcBef>
                <a:spcPts val="0"/>
              </a:spcBef>
              <a:spcAft>
                <a:spcPts val="0"/>
              </a:spcAft>
              <a:buSzPts val="4000"/>
              <a:buFont typeface="Roboto Black"/>
              <a:buChar char="✗"/>
              <a:defRPr sz="4000">
                <a:latin typeface="Roboto Black"/>
                <a:ea typeface="Roboto Black"/>
                <a:cs typeface="Roboto Black"/>
                <a:sym typeface="Roboto Black"/>
              </a:defRPr>
            </a:lvl7pPr>
            <a:lvl8pPr indent="-482600" lvl="7" marL="3657600" algn="ctr">
              <a:spcBef>
                <a:spcPts val="0"/>
              </a:spcBef>
              <a:spcAft>
                <a:spcPts val="0"/>
              </a:spcAft>
              <a:buSzPts val="4000"/>
              <a:buFont typeface="Roboto Black"/>
              <a:buChar char="✗"/>
              <a:defRPr sz="4000">
                <a:latin typeface="Roboto Black"/>
                <a:ea typeface="Roboto Black"/>
                <a:cs typeface="Roboto Black"/>
                <a:sym typeface="Roboto Black"/>
              </a:defRPr>
            </a:lvl8pPr>
            <a:lvl9pPr indent="-482600" lvl="8" marL="4114800" algn="ctr">
              <a:spcBef>
                <a:spcPts val="0"/>
              </a:spcBef>
              <a:spcAft>
                <a:spcPts val="0"/>
              </a:spcAft>
              <a:buSzPts val="4000"/>
              <a:buFont typeface="Roboto Black"/>
              <a:buChar char="✗"/>
              <a:defRPr sz="4000">
                <a:latin typeface="Roboto Black"/>
                <a:ea typeface="Roboto Black"/>
                <a:cs typeface="Roboto Black"/>
                <a:sym typeface="Roboto Black"/>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127" name="Shape 127"/>
        <p:cNvGrpSpPr/>
        <p:nvPr/>
      </p:nvGrpSpPr>
      <p:grpSpPr>
        <a:xfrm>
          <a:off x="0" y="0"/>
          <a:ext cx="0" cy="0"/>
          <a:chOff x="0" y="0"/>
          <a:chExt cx="0" cy="0"/>
        </a:xfrm>
      </p:grpSpPr>
      <p:sp>
        <p:nvSpPr>
          <p:cNvPr id="128" name="Google Shape;128;p2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29" name="Google Shape;129;p2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0" name="Google Shape;130;p2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1" name="Google Shape;131;p2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132" name="Google Shape;132;p27"/>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27"/>
          <p:cNvGrpSpPr/>
          <p:nvPr/>
        </p:nvGrpSpPr>
        <p:grpSpPr>
          <a:xfrm>
            <a:off x="248150" y="722275"/>
            <a:ext cx="3447300" cy="164700"/>
            <a:chOff x="248150" y="722275"/>
            <a:chExt cx="3447300" cy="164700"/>
          </a:xfrm>
        </p:grpSpPr>
        <p:sp>
          <p:nvSpPr>
            <p:cNvPr id="134" name="Google Shape;134;p27"/>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7"/>
            <p:cNvGrpSpPr/>
            <p:nvPr/>
          </p:nvGrpSpPr>
          <p:grpSpPr>
            <a:xfrm>
              <a:off x="322595" y="769160"/>
              <a:ext cx="264664" cy="61800"/>
              <a:chOff x="322595" y="642846"/>
              <a:chExt cx="264664" cy="61800"/>
            </a:xfrm>
          </p:grpSpPr>
          <p:sp>
            <p:nvSpPr>
              <p:cNvPr id="136" name="Google Shape;136;p27"/>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7"/>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139" name="Shape 139"/>
        <p:cNvGrpSpPr/>
        <p:nvPr/>
      </p:nvGrpSpPr>
      <p:grpSpPr>
        <a:xfrm>
          <a:off x="0" y="0"/>
          <a:ext cx="0" cy="0"/>
          <a:chOff x="0" y="0"/>
          <a:chExt cx="0" cy="0"/>
        </a:xfrm>
      </p:grpSpPr>
      <p:sp>
        <p:nvSpPr>
          <p:cNvPr id="140" name="Google Shape;140;p28"/>
          <p:cNvSpPr txBox="1"/>
          <p:nvPr/>
        </p:nvSpPr>
        <p:spPr>
          <a:xfrm>
            <a:off x="804676" y="2133000"/>
            <a:ext cx="7408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800">
                <a:solidFill>
                  <a:srgbClr val="333FBF"/>
                </a:solidFill>
                <a:latin typeface="Roboto"/>
                <a:ea typeface="Roboto"/>
                <a:cs typeface="Roboto"/>
                <a:sym typeface="Roboto"/>
              </a:rPr>
              <a:t>End of @Home Lesson </a:t>
            </a:r>
            <a:endParaRPr b="1" sz="4800">
              <a:solidFill>
                <a:srgbClr val="333FBF"/>
              </a:solidFill>
              <a:latin typeface="Roboto"/>
              <a:ea typeface="Roboto"/>
              <a:cs typeface="Roboto"/>
              <a:sym typeface="Roboto"/>
            </a:endParaRPr>
          </a:p>
        </p:txBody>
      </p:sp>
      <p:pic>
        <p:nvPicPr>
          <p:cNvPr id="141" name="Google Shape;141;p28"/>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142" name="Google Shape;142;p28"/>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8"/>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144" name="Google Shape;144;p28"/>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145" name="Google Shape;145;p28"/>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150" name="Shape 150"/>
        <p:cNvGrpSpPr/>
        <p:nvPr/>
      </p:nvGrpSpPr>
      <p:grpSpPr>
        <a:xfrm>
          <a:off x="0" y="0"/>
          <a:ext cx="0" cy="0"/>
          <a:chOff x="0" y="0"/>
          <a:chExt cx="0" cy="0"/>
        </a:xfrm>
      </p:grpSpPr>
      <p:sp>
        <p:nvSpPr>
          <p:cNvPr id="151" name="Google Shape;151;p3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52" name="Google Shape;152;p30"/>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53" name="Google Shape;153;p30"/>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Font typeface="Roboto"/>
              <a:buChar char="○"/>
              <a:defRPr sz="2800">
                <a:latin typeface="Roboto"/>
                <a:ea typeface="Roboto"/>
                <a:cs typeface="Roboto"/>
                <a:sym typeface="Roboto"/>
              </a:defRPr>
            </a:lvl2pPr>
            <a:lvl3pPr indent="-406400" lvl="2" marL="1371600">
              <a:lnSpc>
                <a:spcPct val="100000"/>
              </a:lnSpc>
              <a:spcBef>
                <a:spcPts val="1600"/>
              </a:spcBef>
              <a:spcAft>
                <a:spcPts val="0"/>
              </a:spcAft>
              <a:buSzPts val="2800"/>
              <a:buFont typeface="Roboto"/>
              <a:buChar char="■"/>
              <a:defRPr sz="2800">
                <a:latin typeface="Roboto"/>
                <a:ea typeface="Roboto"/>
                <a:cs typeface="Roboto"/>
                <a:sym typeface="Roboto"/>
              </a:defRPr>
            </a:lvl3pPr>
            <a:lvl4pPr indent="-406400" lvl="3" marL="1828800">
              <a:lnSpc>
                <a:spcPct val="100000"/>
              </a:lnSpc>
              <a:spcBef>
                <a:spcPts val="1600"/>
              </a:spcBef>
              <a:spcAft>
                <a:spcPts val="0"/>
              </a:spcAft>
              <a:buSzPts val="2800"/>
              <a:buFont typeface="Roboto"/>
              <a:buChar char="●"/>
              <a:defRPr sz="2800">
                <a:latin typeface="Roboto"/>
                <a:ea typeface="Roboto"/>
                <a:cs typeface="Roboto"/>
                <a:sym typeface="Roboto"/>
              </a:defRPr>
            </a:lvl4pPr>
            <a:lvl5pPr indent="-406400" lvl="4" marL="2286000">
              <a:lnSpc>
                <a:spcPct val="100000"/>
              </a:lnSpc>
              <a:spcBef>
                <a:spcPts val="1600"/>
              </a:spcBef>
              <a:spcAft>
                <a:spcPts val="0"/>
              </a:spcAft>
              <a:buSzPts val="2800"/>
              <a:buFont typeface="Roboto"/>
              <a:buChar char="○"/>
              <a:defRPr sz="2800">
                <a:latin typeface="Roboto"/>
                <a:ea typeface="Roboto"/>
                <a:cs typeface="Roboto"/>
                <a:sym typeface="Roboto"/>
              </a:defRPr>
            </a:lvl5pPr>
            <a:lvl6pPr indent="-406400" lvl="5" marL="2743200">
              <a:lnSpc>
                <a:spcPct val="100000"/>
              </a:lnSpc>
              <a:spcBef>
                <a:spcPts val="1600"/>
              </a:spcBef>
              <a:spcAft>
                <a:spcPts val="0"/>
              </a:spcAft>
              <a:buSzPts val="2800"/>
              <a:buFont typeface="Roboto"/>
              <a:buChar char="■"/>
              <a:defRPr sz="2800">
                <a:latin typeface="Roboto"/>
                <a:ea typeface="Roboto"/>
                <a:cs typeface="Roboto"/>
                <a:sym typeface="Roboto"/>
              </a:defRPr>
            </a:lvl6pPr>
            <a:lvl7pPr indent="-406400" lvl="6" marL="3200400">
              <a:lnSpc>
                <a:spcPct val="100000"/>
              </a:lnSpc>
              <a:spcBef>
                <a:spcPts val="1600"/>
              </a:spcBef>
              <a:spcAft>
                <a:spcPts val="0"/>
              </a:spcAft>
              <a:buSzPts val="2800"/>
              <a:buFont typeface="Roboto"/>
              <a:buChar char="●"/>
              <a:defRPr sz="2800">
                <a:latin typeface="Roboto"/>
                <a:ea typeface="Roboto"/>
                <a:cs typeface="Roboto"/>
                <a:sym typeface="Roboto"/>
              </a:defRPr>
            </a:lvl7pPr>
            <a:lvl8pPr indent="-406400" lvl="7" marL="3657600">
              <a:lnSpc>
                <a:spcPct val="100000"/>
              </a:lnSpc>
              <a:spcBef>
                <a:spcPts val="1600"/>
              </a:spcBef>
              <a:spcAft>
                <a:spcPts val="0"/>
              </a:spcAft>
              <a:buSzPts val="2800"/>
              <a:buFont typeface="Roboto"/>
              <a:buChar char="○"/>
              <a:defRPr sz="2800">
                <a:latin typeface="Roboto"/>
                <a:ea typeface="Roboto"/>
                <a:cs typeface="Roboto"/>
                <a:sym typeface="Roboto"/>
              </a:defRPr>
            </a:lvl8pPr>
            <a:lvl9pPr indent="-406400" lvl="8" marL="4114800">
              <a:lnSpc>
                <a:spcPct val="100000"/>
              </a:lnSpc>
              <a:spcBef>
                <a:spcPts val="1600"/>
              </a:spcBef>
              <a:spcAft>
                <a:spcPts val="1600"/>
              </a:spcAft>
              <a:buSzPts val="2800"/>
              <a:buFont typeface="Roboto"/>
              <a:buChar char="■"/>
              <a:defRPr sz="28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itle">
  <p:cSld name="SECTION_HEADER_1_1_2_4">
    <p:bg>
      <p:bgPr>
        <a:solidFill>
          <a:srgbClr val="FFFFFF"/>
        </a:solidFill>
      </p:bgPr>
    </p:bg>
    <p:spTree>
      <p:nvGrpSpPr>
        <p:cNvPr id="154" name="Shape 154"/>
        <p:cNvGrpSpPr/>
        <p:nvPr/>
      </p:nvGrpSpPr>
      <p:grpSpPr>
        <a:xfrm>
          <a:off x="0" y="0"/>
          <a:ext cx="0" cy="0"/>
          <a:chOff x="0" y="0"/>
          <a:chExt cx="0" cy="0"/>
        </a:xfrm>
      </p:grpSpPr>
      <p:sp>
        <p:nvSpPr>
          <p:cNvPr id="155" name="Google Shape;155;p3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
          <p:cNvSpPr txBox="1"/>
          <p:nvPr>
            <p:ph idx="1" type="subTitle"/>
          </p:nvPr>
        </p:nvSpPr>
        <p:spPr>
          <a:xfrm>
            <a:off x="804672" y="2048256"/>
            <a:ext cx="6080700" cy="5760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160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7" name="Google Shape;157;p31"/>
          <p:cNvSpPr txBox="1"/>
          <p:nvPr>
            <p:ph type="title"/>
          </p:nvPr>
        </p:nvSpPr>
        <p:spPr>
          <a:xfrm>
            <a:off x="804675" y="2477494"/>
            <a:ext cx="6080700" cy="8568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58" name="Google Shape;158;p31"/>
          <p:cNvSpPr txBox="1"/>
          <p:nvPr>
            <p:ph idx="2" type="subTitle"/>
          </p:nvPr>
        </p:nvSpPr>
        <p:spPr>
          <a:xfrm>
            <a:off x="6839700"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FFFFFF"/>
                </a:solidFill>
                <a:latin typeface="Roboto"/>
                <a:ea typeface="Roboto"/>
                <a:cs typeface="Roboto"/>
                <a:sym typeface="Roboto"/>
              </a:defRPr>
            </a:lvl1pPr>
            <a:lvl2pPr lvl="1">
              <a:spcBef>
                <a:spcPts val="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9" name="Google Shape;159;p31"/>
          <p:cNvSpPr txBox="1"/>
          <p:nvPr>
            <p:ph idx="3" type="subTitle"/>
          </p:nvPr>
        </p:nvSpPr>
        <p:spPr>
          <a:xfrm>
            <a:off x="228600" y="164600"/>
            <a:ext cx="43434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FFFFFF"/>
                </a:solidFill>
                <a:latin typeface="Roboto"/>
                <a:ea typeface="Roboto"/>
                <a:cs typeface="Roboto"/>
                <a:sym typeface="Roboto"/>
              </a:defRPr>
            </a:lvl1pPr>
            <a:lvl2pPr lvl="1">
              <a:spcBef>
                <a:spcPts val="0"/>
              </a:spcBef>
              <a:spcAft>
                <a:spcPts val="0"/>
              </a:spcAft>
              <a:buNone/>
              <a:defRPr>
                <a:solidFill>
                  <a:srgbClr val="FFFFFF"/>
                </a:solidFill>
                <a:latin typeface="Roboto"/>
                <a:ea typeface="Roboto"/>
                <a:cs typeface="Roboto"/>
                <a:sym typeface="Roboto"/>
              </a:defRPr>
            </a:lvl2pPr>
            <a:lvl3pPr lvl="2">
              <a:spcBef>
                <a:spcPts val="1600"/>
              </a:spcBef>
              <a:spcAft>
                <a:spcPts val="0"/>
              </a:spcAft>
              <a:buNone/>
              <a:defRPr>
                <a:solidFill>
                  <a:srgbClr val="FFFFFF"/>
                </a:solidFill>
                <a:latin typeface="Roboto"/>
                <a:ea typeface="Roboto"/>
                <a:cs typeface="Roboto"/>
                <a:sym typeface="Roboto"/>
              </a:defRPr>
            </a:lvl3pPr>
            <a:lvl4pPr lvl="3">
              <a:spcBef>
                <a:spcPts val="1600"/>
              </a:spcBef>
              <a:spcAft>
                <a:spcPts val="0"/>
              </a:spcAft>
              <a:buNone/>
              <a:defRPr>
                <a:solidFill>
                  <a:srgbClr val="FFFFFF"/>
                </a:solidFill>
                <a:latin typeface="Roboto"/>
                <a:ea typeface="Roboto"/>
                <a:cs typeface="Roboto"/>
                <a:sym typeface="Roboto"/>
              </a:defRPr>
            </a:lvl4pPr>
            <a:lvl5pPr lvl="4">
              <a:spcBef>
                <a:spcPts val="1600"/>
              </a:spcBef>
              <a:spcAft>
                <a:spcPts val="0"/>
              </a:spcAft>
              <a:buNone/>
              <a:defRPr>
                <a:solidFill>
                  <a:srgbClr val="FFFFFF"/>
                </a:solidFill>
                <a:latin typeface="Roboto"/>
                <a:ea typeface="Roboto"/>
                <a:cs typeface="Roboto"/>
                <a:sym typeface="Roboto"/>
              </a:defRPr>
            </a:lvl5pPr>
            <a:lvl6pPr lvl="5">
              <a:spcBef>
                <a:spcPts val="1600"/>
              </a:spcBef>
              <a:spcAft>
                <a:spcPts val="0"/>
              </a:spcAft>
              <a:buNone/>
              <a:defRPr>
                <a:solidFill>
                  <a:srgbClr val="FFFFFF"/>
                </a:solidFill>
                <a:latin typeface="Roboto"/>
                <a:ea typeface="Roboto"/>
                <a:cs typeface="Roboto"/>
                <a:sym typeface="Roboto"/>
              </a:defRPr>
            </a:lvl6pPr>
            <a:lvl7pPr lvl="6">
              <a:spcBef>
                <a:spcPts val="1600"/>
              </a:spcBef>
              <a:spcAft>
                <a:spcPts val="0"/>
              </a:spcAft>
              <a:buNone/>
              <a:defRPr>
                <a:solidFill>
                  <a:srgbClr val="FFFFFF"/>
                </a:solidFill>
                <a:latin typeface="Roboto"/>
                <a:ea typeface="Roboto"/>
                <a:cs typeface="Roboto"/>
                <a:sym typeface="Roboto"/>
              </a:defRPr>
            </a:lvl7pPr>
            <a:lvl8pPr lvl="7">
              <a:spcBef>
                <a:spcPts val="1600"/>
              </a:spcBef>
              <a:spcAft>
                <a:spcPts val="0"/>
              </a:spcAft>
              <a:buNone/>
              <a:defRPr>
                <a:solidFill>
                  <a:srgbClr val="FFFFFF"/>
                </a:solidFill>
                <a:latin typeface="Roboto"/>
                <a:ea typeface="Roboto"/>
                <a:cs typeface="Roboto"/>
                <a:sym typeface="Roboto"/>
              </a:defRPr>
            </a:lvl8pPr>
            <a:lvl9pPr lvl="8">
              <a:spcBef>
                <a:spcPts val="1600"/>
              </a:spcBef>
              <a:spcAft>
                <a:spcPts val="1600"/>
              </a:spcAft>
              <a:buNone/>
              <a:defRPr>
                <a:solidFill>
                  <a:srgbClr val="FFFFFF"/>
                </a:solidFill>
                <a:latin typeface="Roboto"/>
                <a:ea typeface="Roboto"/>
                <a:cs typeface="Roboto"/>
                <a:sym typeface="Roboto"/>
              </a:defRPr>
            </a:lvl9pPr>
          </a:lstStyle>
          <a:p/>
        </p:txBody>
      </p:sp>
      <p:pic>
        <p:nvPicPr>
          <p:cNvPr id="160" name="Google Shape;160;p31"/>
          <p:cNvPicPr preferRelativeResize="0"/>
          <p:nvPr/>
        </p:nvPicPr>
        <p:blipFill>
          <a:blip r:embed="rId2">
            <a:alphaModFix/>
          </a:blip>
          <a:stretch>
            <a:fillRect/>
          </a:stretch>
        </p:blipFill>
        <p:spPr>
          <a:xfrm>
            <a:off x="8716563" y="173736"/>
            <a:ext cx="193362" cy="224275"/>
          </a:xfrm>
          <a:prstGeom prst="rect">
            <a:avLst/>
          </a:prstGeom>
          <a:noFill/>
          <a:ln>
            <a:noFill/>
          </a:ln>
        </p:spPr>
      </p:pic>
    </p:spTree>
  </p:cSld>
  <p:clrMapOvr>
    <a:masterClrMapping/>
  </p:clrMapOvr>
  <p:extLst>
    <p:ext uri="{DCECCB84-F9BA-43D5-87BE-67443E8EF086}">
      <p15:sldGuideLst>
        <p15:guide id="1" pos="144">
          <p15:clr>
            <a:srgbClr val="F9AD4C"/>
          </p15:clr>
        </p15:guide>
        <p15:guide id="2" pos="2880">
          <p15:clr>
            <a:srgbClr val="F9AD4C"/>
          </p15:clr>
        </p15:guide>
        <p15:guide id="3" pos="5451">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 pg#">
  <p:cSld name="CUSTOM">
    <p:spTree>
      <p:nvGrpSpPr>
        <p:cNvPr id="161" name="Shape 161"/>
        <p:cNvGrpSpPr/>
        <p:nvPr/>
      </p:nvGrpSpPr>
      <p:grpSpPr>
        <a:xfrm>
          <a:off x="0" y="0"/>
          <a:ext cx="0" cy="0"/>
          <a:chOff x="0" y="0"/>
          <a:chExt cx="0" cy="0"/>
        </a:xfrm>
      </p:grpSpPr>
      <p:pic>
        <p:nvPicPr>
          <p:cNvPr id="162" name="Google Shape;162;p32"/>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63" name="Google Shape;163;p32"/>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32"/>
          <p:cNvGrpSpPr/>
          <p:nvPr/>
        </p:nvGrpSpPr>
        <p:grpSpPr>
          <a:xfrm>
            <a:off x="-75" y="457670"/>
            <a:ext cx="9144000" cy="165300"/>
            <a:chOff x="0" y="548800"/>
            <a:chExt cx="9144000" cy="165300"/>
          </a:xfrm>
        </p:grpSpPr>
        <p:sp>
          <p:nvSpPr>
            <p:cNvPr id="165" name="Google Shape;165;p32"/>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2"/>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2"/>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2"/>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3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70" name="Google Shape;170;p32"/>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71" name="Google Shape;171;p32"/>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Differentiation - pg#">
  <p:cSld name="CUSTOM_3">
    <p:spTree>
      <p:nvGrpSpPr>
        <p:cNvPr id="172" name="Shape 172"/>
        <p:cNvGrpSpPr/>
        <p:nvPr/>
      </p:nvGrpSpPr>
      <p:grpSpPr>
        <a:xfrm>
          <a:off x="0" y="0"/>
          <a:ext cx="0" cy="0"/>
          <a:chOff x="0" y="0"/>
          <a:chExt cx="0" cy="0"/>
        </a:xfrm>
      </p:grpSpPr>
      <p:pic>
        <p:nvPicPr>
          <p:cNvPr id="173" name="Google Shape;173;p33"/>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74" name="Google Shape;174;p33"/>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33"/>
          <p:cNvGrpSpPr/>
          <p:nvPr/>
        </p:nvGrpSpPr>
        <p:grpSpPr>
          <a:xfrm>
            <a:off x="-75" y="457670"/>
            <a:ext cx="9144000" cy="165300"/>
            <a:chOff x="0" y="548800"/>
            <a:chExt cx="9144000" cy="165300"/>
          </a:xfrm>
        </p:grpSpPr>
        <p:sp>
          <p:nvSpPr>
            <p:cNvPr id="176" name="Google Shape;176;p33"/>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3"/>
          <p:cNvSpPr txBox="1"/>
          <p:nvPr>
            <p:ph idx="1" type="subTitle"/>
          </p:nvPr>
        </p:nvSpPr>
        <p:spPr>
          <a:xfrm>
            <a:off x="3511296" y="4800600"/>
            <a:ext cx="16734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81" name="Google Shape;181;p33"/>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82" name="Google Shape;182;p33"/>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
        <p:nvSpPr>
          <p:cNvPr id="183" name="Google Shape;183;p33"/>
          <p:cNvSpPr txBox="1"/>
          <p:nvPr>
            <p:ph idx="4" type="subTitle"/>
          </p:nvPr>
        </p:nvSpPr>
        <p:spPr>
          <a:xfrm>
            <a:off x="5184648"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4" name="Google Shape;184;p33"/>
          <p:cNvSpPr txBox="1"/>
          <p:nvPr>
            <p:ph idx="5" type="subTitle"/>
          </p:nvPr>
        </p:nvSpPr>
        <p:spPr>
          <a:xfrm>
            <a:off x="6391656"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5" name="Google Shape;185;p33"/>
          <p:cNvSpPr txBox="1"/>
          <p:nvPr>
            <p:ph idx="6" type="subTitle"/>
          </p:nvPr>
        </p:nvSpPr>
        <p:spPr>
          <a:xfrm>
            <a:off x="7598664"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6" name="Google Shape;186;p33"/>
          <p:cNvSpPr/>
          <p:nvPr/>
        </p:nvSpPr>
        <p:spPr>
          <a:xfrm>
            <a:off x="7217750" y="4822650"/>
            <a:ext cx="192000" cy="184500"/>
          </a:xfrm>
          <a:prstGeom prst="pentagon">
            <a:avLst>
              <a:gd fmla="val 105146" name="hf"/>
              <a:gd fmla="val 110557" name="vf"/>
            </a:avLst>
          </a:prstGeom>
          <a:solidFill>
            <a:srgbClr val="17B4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6008350" y="4820250"/>
            <a:ext cx="219600" cy="189300"/>
          </a:xfrm>
          <a:prstGeom prst="triangle">
            <a:avLst>
              <a:gd fmla="val 50000" name="adj"/>
            </a:avLst>
          </a:prstGeom>
          <a:solidFill>
            <a:srgbClr val="8FC3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a:off x="8427388" y="4823400"/>
            <a:ext cx="183000" cy="183000"/>
          </a:xfrm>
          <a:prstGeom prst="ellipse">
            <a:avLst/>
          </a:prstGeom>
          <a:solidFill>
            <a:srgbClr val="9A5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 name="Google Shape;189;p33"/>
          <p:cNvCxnSpPr/>
          <p:nvPr/>
        </p:nvCxnSpPr>
        <p:spPr>
          <a:xfrm>
            <a:off x="5270375"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0" name="Google Shape;190;p33"/>
          <p:cNvCxnSpPr/>
          <p:nvPr/>
        </p:nvCxnSpPr>
        <p:spPr>
          <a:xfrm>
            <a:off x="6449450"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1" name="Google Shape;191;p33"/>
          <p:cNvCxnSpPr/>
          <p:nvPr/>
        </p:nvCxnSpPr>
        <p:spPr>
          <a:xfrm>
            <a:off x="7650100" y="5057204"/>
            <a:ext cx="960300" cy="0"/>
          </a:xfrm>
          <a:prstGeom prst="straightConnector1">
            <a:avLst/>
          </a:prstGeom>
          <a:noFill/>
          <a:ln cap="flat" cmpd="sng" w="19050">
            <a:solidFill>
              <a:srgbClr val="D9D9D9"/>
            </a:solidFill>
            <a:prstDash val="solid"/>
            <a:round/>
            <a:headEnd len="med" w="med" type="none"/>
            <a:tailEnd len="med" w="med" type="none"/>
          </a:ln>
        </p:spPr>
      </p:cxnSp>
      <p:pic>
        <p:nvPicPr>
          <p:cNvPr id="192" name="Google Shape;192;p33"/>
          <p:cNvPicPr preferRelativeResize="0"/>
          <p:nvPr/>
        </p:nvPicPr>
        <p:blipFill>
          <a:blip r:embed="rId3">
            <a:alphaModFix/>
          </a:blip>
          <a:stretch>
            <a:fillRect/>
          </a:stretch>
        </p:blipFill>
        <p:spPr>
          <a:xfrm>
            <a:off x="8808400" y="4804875"/>
            <a:ext cx="228175" cy="2281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93" name="Shape 193"/>
        <p:cNvGrpSpPr/>
        <p:nvPr/>
      </p:nvGrpSpPr>
      <p:grpSpPr>
        <a:xfrm>
          <a:off x="0" y="0"/>
          <a:ext cx="0" cy="0"/>
          <a:chOff x="0" y="0"/>
          <a:chExt cx="0" cy="0"/>
        </a:xfrm>
      </p:grpSpPr>
      <p:pic>
        <p:nvPicPr>
          <p:cNvPr id="194" name="Google Shape;194;p34"/>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95" name="Google Shape;195;p34"/>
          <p:cNvSpPr txBox="1"/>
          <p:nvPr>
            <p:ph type="title"/>
          </p:nvPr>
        </p:nvSpPr>
        <p:spPr>
          <a:xfrm>
            <a:off x="820200" y="1184699"/>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96" name="Google Shape;196;p3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97" name="Google Shape;197;p34"/>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98" name="Google Shape;198;p34"/>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199" name="Google Shape;199;p34"/>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with Drawn Element">
  <p:cSld name="SECTION_HEADER_1_1_2_3_3">
    <p:bg>
      <p:bgPr>
        <a:solidFill>
          <a:srgbClr val="FFFFFF"/>
        </a:solidFill>
      </p:bgPr>
    </p:bg>
    <p:spTree>
      <p:nvGrpSpPr>
        <p:cNvPr id="200" name="Shape 200"/>
        <p:cNvGrpSpPr/>
        <p:nvPr/>
      </p:nvGrpSpPr>
      <p:grpSpPr>
        <a:xfrm>
          <a:off x="0" y="0"/>
          <a:ext cx="0" cy="0"/>
          <a:chOff x="0" y="0"/>
          <a:chExt cx="0" cy="0"/>
        </a:xfrm>
      </p:grpSpPr>
      <p:pic>
        <p:nvPicPr>
          <p:cNvPr id="201" name="Google Shape;201;p35"/>
          <p:cNvPicPr preferRelativeResize="0"/>
          <p:nvPr/>
        </p:nvPicPr>
        <p:blipFill>
          <a:blip r:embed="rId2">
            <a:alphaModFix/>
          </a:blip>
          <a:stretch>
            <a:fillRect/>
          </a:stretch>
        </p:blipFill>
        <p:spPr>
          <a:xfrm>
            <a:off x="182880" y="1737360"/>
            <a:ext cx="5751577" cy="1614152"/>
          </a:xfrm>
          <a:prstGeom prst="rect">
            <a:avLst/>
          </a:prstGeom>
          <a:noFill/>
          <a:ln>
            <a:noFill/>
          </a:ln>
        </p:spPr>
      </p:pic>
      <p:sp>
        <p:nvSpPr>
          <p:cNvPr id="202" name="Google Shape;202;p35"/>
          <p:cNvSpPr txBox="1"/>
          <p:nvPr>
            <p:ph type="title"/>
          </p:nvPr>
        </p:nvSpPr>
        <p:spPr>
          <a:xfrm>
            <a:off x="219519" y="1179576"/>
            <a:ext cx="5413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2pPr>
            <a:lvl3pPr lvl="2">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3pPr>
            <a:lvl4pPr lvl="3">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4pPr>
            <a:lvl5pPr lvl="4">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5pPr>
            <a:lvl6pPr lvl="5">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6pPr>
            <a:lvl7pPr lvl="6">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7pPr>
            <a:lvl8pPr lvl="7">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8pPr>
            <a:lvl9pPr lvl="8">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9pPr>
          </a:lstStyle>
          <a:p/>
        </p:txBody>
      </p:sp>
      <p:sp>
        <p:nvSpPr>
          <p:cNvPr id="203" name="Google Shape;203;p3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04" name="Google Shape;204;p35"/>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05" name="Google Shape;205;p35"/>
          <p:cNvPicPr preferRelativeResize="0"/>
          <p:nvPr/>
        </p:nvPicPr>
        <p:blipFill>
          <a:blip r:embed="rId3">
            <a:alphaModFix/>
          </a:blip>
          <a:stretch>
            <a:fillRect/>
          </a:stretch>
        </p:blipFill>
        <p:spPr>
          <a:xfrm>
            <a:off x="5959056" y="1690357"/>
            <a:ext cx="2785749" cy="1757325"/>
          </a:xfrm>
          <a:prstGeom prst="rect">
            <a:avLst/>
          </a:prstGeom>
          <a:noFill/>
          <a:ln>
            <a:noFill/>
          </a:ln>
        </p:spPr>
      </p:pic>
      <p:sp>
        <p:nvSpPr>
          <p:cNvPr id="206" name="Google Shape;206;p35"/>
          <p:cNvSpPr txBox="1"/>
          <p:nvPr>
            <p:ph idx="3" type="body"/>
          </p:nvPr>
        </p:nvSpPr>
        <p:spPr>
          <a:xfrm>
            <a:off x="347472" y="3474720"/>
            <a:ext cx="51573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207" name="Google Shape;207;p35"/>
          <p:cNvSpPr txBox="1"/>
          <p:nvPr>
            <p:ph idx="4" type="body"/>
          </p:nvPr>
        </p:nvSpPr>
        <p:spPr>
          <a:xfrm>
            <a:off x="630936" y="2185416"/>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TT">
  <p:cSld name="SECTION_HEADER_1_1_2_3_2_1">
    <p:bg>
      <p:bgPr>
        <a:solidFill>
          <a:srgbClr val="FFFFFF"/>
        </a:solidFill>
      </p:bgPr>
    </p:bg>
    <p:spTree>
      <p:nvGrpSpPr>
        <p:cNvPr id="208" name="Shape 208"/>
        <p:cNvGrpSpPr/>
        <p:nvPr/>
      </p:nvGrpSpPr>
      <p:grpSpPr>
        <a:xfrm>
          <a:off x="0" y="0"/>
          <a:ext cx="0" cy="0"/>
          <a:chOff x="0" y="0"/>
          <a:chExt cx="0" cy="0"/>
        </a:xfrm>
      </p:grpSpPr>
      <p:pic>
        <p:nvPicPr>
          <p:cNvPr id="209" name="Google Shape;209;p36"/>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0" name="Google Shape;210;p36"/>
          <p:cNvSpPr txBox="1"/>
          <p:nvPr>
            <p:ph idx="1" type="body"/>
          </p:nvPr>
        </p:nvSpPr>
        <p:spPr>
          <a:xfrm>
            <a:off x="804672" y="941832"/>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11" name="Google Shape;211;p3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2" name="Google Shape;212;p36"/>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13" name="Google Shape;213;p36"/>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SA">
  <p:cSld name="SECTION_HEADER_1_1_2_3_2_1_2">
    <p:bg>
      <p:bgPr>
        <a:solidFill>
          <a:srgbClr val="FFFFFF"/>
        </a:solidFill>
      </p:bgPr>
    </p:bg>
    <p:spTree>
      <p:nvGrpSpPr>
        <p:cNvPr id="214" name="Shape 214"/>
        <p:cNvGrpSpPr/>
        <p:nvPr/>
      </p:nvGrpSpPr>
      <p:grpSpPr>
        <a:xfrm>
          <a:off x="0" y="0"/>
          <a:ext cx="0" cy="0"/>
          <a:chOff x="0" y="0"/>
          <a:chExt cx="0" cy="0"/>
        </a:xfrm>
      </p:grpSpPr>
      <p:sp>
        <p:nvSpPr>
          <p:cNvPr id="215" name="Google Shape;215;p37"/>
          <p:cNvSpPr txBox="1"/>
          <p:nvPr>
            <p:ph idx="1" type="body"/>
          </p:nvPr>
        </p:nvSpPr>
        <p:spPr>
          <a:xfrm>
            <a:off x="804672" y="1014984"/>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16" name="Google Shape;216;p3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7" name="Google Shape;217;p37"/>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18" name="Google Shape;218;p37"/>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9" name="Google Shape;219;p37"/>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 numbered">
  <p:cSld name="SECTION_HEADER_1_1_2_3_1_3">
    <p:bg>
      <p:bgPr>
        <a:solidFill>
          <a:srgbClr val="FFFFFF"/>
        </a:solidFill>
      </p:bgPr>
    </p:bg>
    <p:spTree>
      <p:nvGrpSpPr>
        <p:cNvPr id="220" name="Shape 220"/>
        <p:cNvGrpSpPr/>
        <p:nvPr/>
      </p:nvGrpSpPr>
      <p:grpSpPr>
        <a:xfrm>
          <a:off x="0" y="0"/>
          <a:ext cx="0" cy="0"/>
          <a:chOff x="0" y="0"/>
          <a:chExt cx="0" cy="0"/>
        </a:xfrm>
      </p:grpSpPr>
      <p:pic>
        <p:nvPicPr>
          <p:cNvPr id="221" name="Google Shape;221;p3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2" name="Google Shape;222;p38"/>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spcBef>
                <a:spcPts val="0"/>
              </a:spcBef>
              <a:spcAft>
                <a:spcPts val="0"/>
              </a:spcAft>
              <a:buClr>
                <a:srgbClr val="2F2F2F"/>
              </a:buClr>
              <a:buSzPts val="2800"/>
              <a:buNone/>
              <a:defRPr>
                <a:solidFill>
                  <a:srgbClr val="2F2F2F"/>
                </a:solidFill>
              </a:defRPr>
            </a:lvl2pPr>
            <a:lvl3pPr lvl="2">
              <a:spcBef>
                <a:spcPts val="0"/>
              </a:spcBef>
              <a:spcAft>
                <a:spcPts val="0"/>
              </a:spcAft>
              <a:buClr>
                <a:srgbClr val="2F2F2F"/>
              </a:buClr>
              <a:buSzPts val="2800"/>
              <a:buNone/>
              <a:defRPr>
                <a:solidFill>
                  <a:srgbClr val="2F2F2F"/>
                </a:solidFill>
              </a:defRPr>
            </a:lvl3pPr>
            <a:lvl4pPr lvl="3">
              <a:spcBef>
                <a:spcPts val="0"/>
              </a:spcBef>
              <a:spcAft>
                <a:spcPts val="0"/>
              </a:spcAft>
              <a:buClr>
                <a:srgbClr val="2F2F2F"/>
              </a:buClr>
              <a:buSzPts val="2800"/>
              <a:buNone/>
              <a:defRPr>
                <a:solidFill>
                  <a:srgbClr val="2F2F2F"/>
                </a:solidFill>
              </a:defRPr>
            </a:lvl4pPr>
            <a:lvl5pPr lvl="4">
              <a:spcBef>
                <a:spcPts val="0"/>
              </a:spcBef>
              <a:spcAft>
                <a:spcPts val="0"/>
              </a:spcAft>
              <a:buClr>
                <a:srgbClr val="2F2F2F"/>
              </a:buClr>
              <a:buSzPts val="2800"/>
              <a:buNone/>
              <a:defRPr>
                <a:solidFill>
                  <a:srgbClr val="2F2F2F"/>
                </a:solidFill>
              </a:defRPr>
            </a:lvl5pPr>
            <a:lvl6pPr lvl="5">
              <a:spcBef>
                <a:spcPts val="0"/>
              </a:spcBef>
              <a:spcAft>
                <a:spcPts val="0"/>
              </a:spcAft>
              <a:buClr>
                <a:srgbClr val="2F2F2F"/>
              </a:buClr>
              <a:buSzPts val="2800"/>
              <a:buNone/>
              <a:defRPr>
                <a:solidFill>
                  <a:srgbClr val="2F2F2F"/>
                </a:solidFill>
              </a:defRPr>
            </a:lvl6pPr>
            <a:lvl7pPr lvl="6">
              <a:spcBef>
                <a:spcPts val="0"/>
              </a:spcBef>
              <a:spcAft>
                <a:spcPts val="0"/>
              </a:spcAft>
              <a:buClr>
                <a:srgbClr val="2F2F2F"/>
              </a:buClr>
              <a:buSzPts val="2800"/>
              <a:buNone/>
              <a:defRPr>
                <a:solidFill>
                  <a:srgbClr val="2F2F2F"/>
                </a:solidFill>
              </a:defRPr>
            </a:lvl7pPr>
            <a:lvl8pPr lvl="7">
              <a:spcBef>
                <a:spcPts val="0"/>
              </a:spcBef>
              <a:spcAft>
                <a:spcPts val="0"/>
              </a:spcAft>
              <a:buClr>
                <a:srgbClr val="2F2F2F"/>
              </a:buClr>
              <a:buSzPts val="2800"/>
              <a:buNone/>
              <a:defRPr>
                <a:solidFill>
                  <a:srgbClr val="2F2F2F"/>
                </a:solidFill>
              </a:defRPr>
            </a:lvl8pPr>
            <a:lvl9pPr lvl="8">
              <a:spcBef>
                <a:spcPts val="0"/>
              </a:spcBef>
              <a:spcAft>
                <a:spcPts val="0"/>
              </a:spcAft>
              <a:buClr>
                <a:srgbClr val="2F2F2F"/>
              </a:buClr>
              <a:buSzPts val="2800"/>
              <a:buNone/>
              <a:defRPr>
                <a:solidFill>
                  <a:srgbClr val="2F2F2F"/>
                </a:solidFill>
              </a:defRPr>
            </a:lvl9pPr>
          </a:lstStyle>
          <a:p/>
        </p:txBody>
      </p:sp>
      <p:sp>
        <p:nvSpPr>
          <p:cNvPr id="223" name="Google Shape;223;p3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24" name="Google Shape;224;p3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25" name="Google Shape;225;p38"/>
          <p:cNvSpPr txBox="1"/>
          <p:nvPr>
            <p:ph idx="3" type="body"/>
          </p:nvPr>
        </p:nvSpPr>
        <p:spPr>
          <a:xfrm>
            <a:off x="10332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226" name="Google Shape;226;p38"/>
          <p:cNvSpPr txBox="1"/>
          <p:nvPr>
            <p:ph idx="4" type="body"/>
          </p:nvPr>
        </p:nvSpPr>
        <p:spPr>
          <a:xfrm>
            <a:off x="1664208" y="2109216"/>
            <a:ext cx="64989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p:cSld name="SECTION_HEADER_1_1_2_3_1">
    <p:bg>
      <p:bgPr>
        <a:solidFill>
          <a:srgbClr val="FFFFFF"/>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9" name="Google Shape;229;p39"/>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30" name="Google Shape;230;p3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1" name="Google Shape;231;p3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2" name="Google Shape;232;p39"/>
          <p:cNvSpPr txBox="1"/>
          <p:nvPr>
            <p:ph idx="3" type="body"/>
          </p:nvPr>
        </p:nvSpPr>
        <p:spPr>
          <a:xfrm>
            <a:off x="1152144" y="2109216"/>
            <a:ext cx="70134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235" name="Google Shape;235;p40"/>
          <p:cNvSpPr txBox="1"/>
          <p:nvPr>
            <p:ph type="title"/>
          </p:nvPr>
        </p:nvSpPr>
        <p:spPr>
          <a:xfrm>
            <a:off x="1229950" y="1739144"/>
            <a:ext cx="7011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F2F2F"/>
              </a:buClr>
              <a:buSzPts val="2800"/>
              <a:buNone/>
              <a:defRPr b="1" sz="2800">
                <a:solidFill>
                  <a:srgbClr val="2F2F2F"/>
                </a:solidFill>
              </a:defRPr>
            </a:lvl1pPr>
            <a:lvl2pPr lvl="1">
              <a:spcBef>
                <a:spcPts val="0"/>
              </a:spcBef>
              <a:spcAft>
                <a:spcPts val="0"/>
              </a:spcAft>
              <a:buClr>
                <a:srgbClr val="2F2F2F"/>
              </a:buClr>
              <a:buSzPts val="2800"/>
              <a:buNone/>
              <a:defRPr b="1">
                <a:solidFill>
                  <a:srgbClr val="2F2F2F"/>
                </a:solidFill>
              </a:defRPr>
            </a:lvl2pPr>
            <a:lvl3pPr lvl="2">
              <a:spcBef>
                <a:spcPts val="0"/>
              </a:spcBef>
              <a:spcAft>
                <a:spcPts val="0"/>
              </a:spcAft>
              <a:buClr>
                <a:srgbClr val="2F2F2F"/>
              </a:buClr>
              <a:buSzPts val="2800"/>
              <a:buNone/>
              <a:defRPr b="1">
                <a:solidFill>
                  <a:srgbClr val="2F2F2F"/>
                </a:solidFill>
              </a:defRPr>
            </a:lvl3pPr>
            <a:lvl4pPr lvl="3">
              <a:spcBef>
                <a:spcPts val="0"/>
              </a:spcBef>
              <a:spcAft>
                <a:spcPts val="0"/>
              </a:spcAft>
              <a:buClr>
                <a:srgbClr val="2F2F2F"/>
              </a:buClr>
              <a:buSzPts val="2800"/>
              <a:buNone/>
              <a:defRPr b="1">
                <a:solidFill>
                  <a:srgbClr val="2F2F2F"/>
                </a:solidFill>
              </a:defRPr>
            </a:lvl4pPr>
            <a:lvl5pPr lvl="4">
              <a:spcBef>
                <a:spcPts val="0"/>
              </a:spcBef>
              <a:spcAft>
                <a:spcPts val="0"/>
              </a:spcAft>
              <a:buClr>
                <a:srgbClr val="2F2F2F"/>
              </a:buClr>
              <a:buSzPts val="2800"/>
              <a:buNone/>
              <a:defRPr b="1">
                <a:solidFill>
                  <a:srgbClr val="2F2F2F"/>
                </a:solidFill>
              </a:defRPr>
            </a:lvl5pPr>
            <a:lvl6pPr lvl="5">
              <a:spcBef>
                <a:spcPts val="0"/>
              </a:spcBef>
              <a:spcAft>
                <a:spcPts val="0"/>
              </a:spcAft>
              <a:buClr>
                <a:srgbClr val="2F2F2F"/>
              </a:buClr>
              <a:buSzPts val="2800"/>
              <a:buNone/>
              <a:defRPr b="1">
                <a:solidFill>
                  <a:srgbClr val="2F2F2F"/>
                </a:solidFill>
              </a:defRPr>
            </a:lvl6pPr>
            <a:lvl7pPr lvl="6">
              <a:spcBef>
                <a:spcPts val="0"/>
              </a:spcBef>
              <a:spcAft>
                <a:spcPts val="0"/>
              </a:spcAft>
              <a:buClr>
                <a:srgbClr val="2F2F2F"/>
              </a:buClr>
              <a:buSzPts val="2800"/>
              <a:buNone/>
              <a:defRPr b="1">
                <a:solidFill>
                  <a:srgbClr val="2F2F2F"/>
                </a:solidFill>
              </a:defRPr>
            </a:lvl7pPr>
            <a:lvl8pPr lvl="7">
              <a:spcBef>
                <a:spcPts val="0"/>
              </a:spcBef>
              <a:spcAft>
                <a:spcPts val="0"/>
              </a:spcAft>
              <a:buClr>
                <a:srgbClr val="2F2F2F"/>
              </a:buClr>
              <a:buSzPts val="2800"/>
              <a:buNone/>
              <a:defRPr b="1">
                <a:solidFill>
                  <a:srgbClr val="2F2F2F"/>
                </a:solidFill>
              </a:defRPr>
            </a:lvl8pPr>
            <a:lvl9pPr lvl="8">
              <a:spcBef>
                <a:spcPts val="0"/>
              </a:spcBef>
              <a:spcAft>
                <a:spcPts val="0"/>
              </a:spcAft>
              <a:buClr>
                <a:srgbClr val="2F2F2F"/>
              </a:buClr>
              <a:buSzPts val="2800"/>
              <a:buNone/>
              <a:defRPr b="1">
                <a:solidFill>
                  <a:srgbClr val="2F2F2F"/>
                </a:solidFill>
              </a:defRPr>
            </a:lvl9pPr>
          </a:lstStyle>
          <a:p/>
        </p:txBody>
      </p:sp>
      <p:sp>
        <p:nvSpPr>
          <p:cNvPr id="236" name="Google Shape;236;p4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7" name="Google Shape;237;p40"/>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8" name="Google Shape;238;p40"/>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Char char="●"/>
              <a:defRPr/>
            </a:lvl1pPr>
            <a:lvl2pPr indent="-381000" lvl="1" marL="914400">
              <a:lnSpc>
                <a:spcPct val="100000"/>
              </a:lnSpc>
              <a:spcBef>
                <a:spcPts val="1600"/>
              </a:spcBef>
              <a:spcAft>
                <a:spcPts val="0"/>
              </a:spcAft>
              <a:buSzPts val="2400"/>
              <a:buChar char="○"/>
              <a:defRPr sz="2400"/>
            </a:lvl2pPr>
            <a:lvl3pPr indent="-381000" lvl="2" marL="1371600">
              <a:lnSpc>
                <a:spcPct val="100000"/>
              </a:lnSpc>
              <a:spcBef>
                <a:spcPts val="1600"/>
              </a:spcBef>
              <a:spcAft>
                <a:spcPts val="0"/>
              </a:spcAft>
              <a:buSzPts val="2400"/>
              <a:buChar char="■"/>
              <a:defRPr sz="2400"/>
            </a:lvl3pPr>
            <a:lvl4pPr indent="-381000" lvl="3" marL="1828800">
              <a:lnSpc>
                <a:spcPct val="100000"/>
              </a:lnSpc>
              <a:spcBef>
                <a:spcPts val="1600"/>
              </a:spcBef>
              <a:spcAft>
                <a:spcPts val="0"/>
              </a:spcAft>
              <a:buSzPts val="2400"/>
              <a:buChar char="●"/>
              <a:defRPr sz="2400"/>
            </a:lvl4pPr>
            <a:lvl5pPr indent="-381000" lvl="4" marL="2286000">
              <a:lnSpc>
                <a:spcPct val="100000"/>
              </a:lnSpc>
              <a:spcBef>
                <a:spcPts val="1600"/>
              </a:spcBef>
              <a:spcAft>
                <a:spcPts val="0"/>
              </a:spcAft>
              <a:buSzPts val="2400"/>
              <a:buChar char="○"/>
              <a:defRPr sz="2400"/>
            </a:lvl5pPr>
            <a:lvl6pPr indent="-381000" lvl="5" marL="2743200">
              <a:lnSpc>
                <a:spcPct val="100000"/>
              </a:lnSpc>
              <a:spcBef>
                <a:spcPts val="1600"/>
              </a:spcBef>
              <a:spcAft>
                <a:spcPts val="0"/>
              </a:spcAft>
              <a:buSzPts val="2400"/>
              <a:buChar char="■"/>
              <a:defRPr sz="2400"/>
            </a:lvl6pPr>
            <a:lvl7pPr indent="-381000" lvl="6" marL="3200400">
              <a:lnSpc>
                <a:spcPct val="100000"/>
              </a:lnSpc>
              <a:spcBef>
                <a:spcPts val="1600"/>
              </a:spcBef>
              <a:spcAft>
                <a:spcPts val="0"/>
              </a:spcAft>
              <a:buSzPts val="2400"/>
              <a:buChar char="●"/>
              <a:defRPr sz="2400"/>
            </a:lvl7pPr>
            <a:lvl8pPr indent="-381000" lvl="7" marL="3657600">
              <a:lnSpc>
                <a:spcPct val="100000"/>
              </a:lnSpc>
              <a:spcBef>
                <a:spcPts val="1600"/>
              </a:spcBef>
              <a:spcAft>
                <a:spcPts val="0"/>
              </a:spcAft>
              <a:buSzPts val="2400"/>
              <a:buChar char="○"/>
              <a:defRPr sz="2400"/>
            </a:lvl8pPr>
            <a:lvl9pPr indent="-381000" lvl="8" marL="4114800">
              <a:lnSpc>
                <a:spcPct val="100000"/>
              </a:lnSpc>
              <a:spcBef>
                <a:spcPts val="1600"/>
              </a:spcBef>
              <a:spcAft>
                <a:spcPts val="1600"/>
              </a:spcAft>
              <a:buSzPts val="2400"/>
              <a:buChar char="■"/>
              <a:defRPr sz="24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239" name="Shape 239"/>
        <p:cNvGrpSpPr/>
        <p:nvPr/>
      </p:nvGrpSpPr>
      <p:grpSpPr>
        <a:xfrm>
          <a:off x="0" y="0"/>
          <a:ext cx="0" cy="0"/>
          <a:chOff x="0" y="0"/>
          <a:chExt cx="0" cy="0"/>
        </a:xfrm>
      </p:grpSpPr>
      <p:sp>
        <p:nvSpPr>
          <p:cNvPr id="240" name="Google Shape;240;p4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1" name="Google Shape;241;p4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3" name="Google Shape;243;p41"/>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44" name="Google Shape;244;p41"/>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Text - pg#">
  <p:cSld name="SECTION_HEADER_1_1_2_2_7_2">
    <p:bg>
      <p:bgPr>
        <a:solidFill>
          <a:srgbClr val="FFFFFF"/>
        </a:solidFill>
      </p:bgPr>
    </p:bg>
    <p:spTree>
      <p:nvGrpSpPr>
        <p:cNvPr id="245" name="Shape 245"/>
        <p:cNvGrpSpPr/>
        <p:nvPr/>
      </p:nvGrpSpPr>
      <p:grpSpPr>
        <a:xfrm>
          <a:off x="0" y="0"/>
          <a:ext cx="0" cy="0"/>
          <a:chOff x="0" y="0"/>
          <a:chExt cx="0" cy="0"/>
        </a:xfrm>
      </p:grpSpPr>
      <p:sp>
        <p:nvSpPr>
          <p:cNvPr id="246" name="Google Shape;246;p4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7" name="Google Shape;247;p42"/>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9" name="Google Shape;249;p4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0" name="Google Shape;250;p4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1" name="Google Shape;251;p42"/>
          <p:cNvSpPr txBox="1"/>
          <p:nvPr>
            <p:ph idx="5"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252" name="Google Shape;252;p42"/>
          <p:cNvSpPr txBox="1"/>
          <p:nvPr>
            <p:ph idx="6"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253" name="Shape 253"/>
        <p:cNvGrpSpPr/>
        <p:nvPr/>
      </p:nvGrpSpPr>
      <p:grpSpPr>
        <a:xfrm>
          <a:off x="0" y="0"/>
          <a:ext cx="0" cy="0"/>
          <a:chOff x="0" y="0"/>
          <a:chExt cx="0" cy="0"/>
        </a:xfrm>
      </p:grpSpPr>
      <p:sp>
        <p:nvSpPr>
          <p:cNvPr id="254" name="Google Shape;254;p4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55" name="Google Shape;255;p4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56" name="Google Shape;256;p4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7" name="Google Shape;257;p4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8" name="Google Shape;258;p43"/>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43"/>
          <p:cNvGrpSpPr/>
          <p:nvPr/>
        </p:nvGrpSpPr>
        <p:grpSpPr>
          <a:xfrm>
            <a:off x="248150" y="722275"/>
            <a:ext cx="3447300" cy="164700"/>
            <a:chOff x="248150" y="722275"/>
            <a:chExt cx="3447300" cy="164700"/>
          </a:xfrm>
        </p:grpSpPr>
        <p:sp>
          <p:nvSpPr>
            <p:cNvPr id="260" name="Google Shape;260;p43"/>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43"/>
            <p:cNvGrpSpPr/>
            <p:nvPr/>
          </p:nvGrpSpPr>
          <p:grpSpPr>
            <a:xfrm>
              <a:off x="322595" y="769160"/>
              <a:ext cx="264664" cy="61800"/>
              <a:chOff x="322595" y="642846"/>
              <a:chExt cx="264664" cy="61800"/>
            </a:xfrm>
          </p:grpSpPr>
          <p:sp>
            <p:nvSpPr>
              <p:cNvPr id="262" name="Google Shape;262;p4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SA - pg#">
  <p:cSld name="SECTION_HEADER_1_1_2_2_7_1_1">
    <p:bg>
      <p:bgPr>
        <a:solidFill>
          <a:srgbClr val="FFFFFF"/>
        </a:solidFill>
      </p:bgPr>
    </p:bg>
    <p:spTree>
      <p:nvGrpSpPr>
        <p:cNvPr id="265" name="Shape 265"/>
        <p:cNvGrpSpPr/>
        <p:nvPr/>
      </p:nvGrpSpPr>
      <p:grpSpPr>
        <a:xfrm>
          <a:off x="0" y="0"/>
          <a:ext cx="0" cy="0"/>
          <a:chOff x="0" y="0"/>
          <a:chExt cx="0" cy="0"/>
        </a:xfrm>
      </p:grpSpPr>
      <p:sp>
        <p:nvSpPr>
          <p:cNvPr id="266" name="Google Shape;266;p4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67" name="Google Shape;267;p4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68" name="Google Shape;268;p44"/>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69" name="Google Shape;269;p44"/>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70" name="Google Shape;270;p44"/>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44"/>
          <p:cNvGrpSpPr/>
          <p:nvPr/>
        </p:nvGrpSpPr>
        <p:grpSpPr>
          <a:xfrm>
            <a:off x="322595" y="769160"/>
            <a:ext cx="264664" cy="61800"/>
            <a:chOff x="322595" y="642846"/>
            <a:chExt cx="264664" cy="61800"/>
          </a:xfrm>
        </p:grpSpPr>
        <p:sp>
          <p:nvSpPr>
            <p:cNvPr id="272" name="Google Shape;272;p44"/>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4"/>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4"/>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4"/>
          <p:cNvGrpSpPr/>
          <p:nvPr/>
        </p:nvGrpSpPr>
        <p:grpSpPr>
          <a:xfrm>
            <a:off x="248150" y="722275"/>
            <a:ext cx="3447300" cy="164700"/>
            <a:chOff x="248150" y="722275"/>
            <a:chExt cx="3447300" cy="164700"/>
          </a:xfrm>
        </p:grpSpPr>
        <p:sp>
          <p:nvSpPr>
            <p:cNvPr id="276" name="Google Shape;276;p44"/>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4"/>
            <p:cNvGrpSpPr/>
            <p:nvPr/>
          </p:nvGrpSpPr>
          <p:grpSpPr>
            <a:xfrm>
              <a:off x="322595" y="769160"/>
              <a:ext cx="264664" cy="61800"/>
              <a:chOff x="322595" y="642846"/>
              <a:chExt cx="264664" cy="61800"/>
            </a:xfrm>
          </p:grpSpPr>
          <p:sp>
            <p:nvSpPr>
              <p:cNvPr id="278" name="Google Shape;278;p44"/>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4"/>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4"/>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with TT - pg#">
  <p:cSld name="SECTION_HEADER_1_1_2_2_6_2">
    <p:bg>
      <p:bgPr>
        <a:solidFill>
          <a:srgbClr val="FFFFFF"/>
        </a:solidFill>
      </p:bgPr>
    </p:bg>
    <p:spTree>
      <p:nvGrpSpPr>
        <p:cNvPr id="281" name="Shape 281"/>
        <p:cNvGrpSpPr/>
        <p:nvPr/>
      </p:nvGrpSpPr>
      <p:grpSpPr>
        <a:xfrm>
          <a:off x="0" y="0"/>
          <a:ext cx="0" cy="0"/>
          <a:chOff x="0" y="0"/>
          <a:chExt cx="0" cy="0"/>
        </a:xfrm>
      </p:grpSpPr>
      <p:pic>
        <p:nvPicPr>
          <p:cNvPr id="282" name="Google Shape;282;p45"/>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283" name="Google Shape;283;p4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84" name="Google Shape;284;p45"/>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85" name="Google Shape;285;p45"/>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86" name="Google Shape;286;p45"/>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287" name="Google Shape;287;p45"/>
          <p:cNvSpPr txBox="1"/>
          <p:nvPr>
            <p:ph idx="5"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p:cSld name="SECTION_HEADER_1_1_2_2_6_1">
    <p:bg>
      <p:bgPr>
        <a:solidFill>
          <a:srgbClr val="FFFFFF"/>
        </a:solidFill>
      </p:bgPr>
    </p:bg>
    <p:spTree>
      <p:nvGrpSpPr>
        <p:cNvPr id="288" name="Shape 288"/>
        <p:cNvGrpSpPr/>
        <p:nvPr/>
      </p:nvGrpSpPr>
      <p:grpSpPr>
        <a:xfrm>
          <a:off x="0" y="0"/>
          <a:ext cx="0" cy="0"/>
          <a:chOff x="0" y="0"/>
          <a:chExt cx="0" cy="0"/>
        </a:xfrm>
      </p:grpSpPr>
      <p:pic>
        <p:nvPicPr>
          <p:cNvPr id="289" name="Google Shape;289;p46"/>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290" name="Google Shape;290;p46"/>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291" name="Google Shape;291;p46"/>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292" name="Google Shape;292;p4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93" name="Google Shape;293;p46"/>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94" name="Google Shape;294;p46"/>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 2 Column">
  <p:cSld name="SECTION_HEADER_1_1_2_2_6_1_3">
    <p:bg>
      <p:bgPr>
        <a:solidFill>
          <a:srgbClr val="FFFFFF"/>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pic>
        <p:nvPicPr>
          <p:cNvPr id="297" name="Google Shape;297;p47"/>
          <p:cNvPicPr preferRelativeResize="0"/>
          <p:nvPr/>
        </p:nvPicPr>
        <p:blipFill rotWithShape="1">
          <a:blip r:embed="rId3">
            <a:alphaModFix/>
          </a:blip>
          <a:srcRect b="1250" l="2190" r="2190" t="22554"/>
          <a:stretch/>
        </p:blipFill>
        <p:spPr>
          <a:xfrm>
            <a:off x="312525" y="1555225"/>
            <a:ext cx="3303849" cy="3251001"/>
          </a:xfrm>
          <a:prstGeom prst="rect">
            <a:avLst/>
          </a:prstGeom>
          <a:noFill/>
          <a:ln>
            <a:noFill/>
          </a:ln>
        </p:spPr>
      </p:pic>
      <p:sp>
        <p:nvSpPr>
          <p:cNvPr id="298" name="Google Shape;298;p47"/>
          <p:cNvSpPr txBox="1"/>
          <p:nvPr>
            <p:ph idx="1" type="subTitle"/>
          </p:nvPr>
        </p:nvSpPr>
        <p:spPr>
          <a:xfrm>
            <a:off x="35662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299" name="Google Shape;299;p47"/>
          <p:cNvSpPr txBox="1"/>
          <p:nvPr>
            <p:ph type="title"/>
          </p:nvPr>
        </p:nvSpPr>
        <p:spPr>
          <a:xfrm>
            <a:off x="438900" y="950975"/>
            <a:ext cx="3063300" cy="685800"/>
          </a:xfrm>
          <a:prstGeom prst="rect">
            <a:avLst/>
          </a:prstGeom>
        </p:spPr>
        <p:txBody>
          <a:bodyPr anchorCtr="0" anchor="t" bIns="228600" lIns="320025" spcFirstLastPara="1" rIns="320025" wrap="square" tIns="173725">
            <a:noAutofit/>
          </a:bodyPr>
          <a:lstStyle>
            <a:lvl1pPr lvl="0" algn="ctr">
              <a:lnSpc>
                <a:spcPct val="90000"/>
              </a:lnSpc>
              <a:spcBef>
                <a:spcPts val="0"/>
              </a:spcBef>
              <a:spcAft>
                <a:spcPts val="0"/>
              </a:spcAft>
              <a:buNone/>
              <a:defRPr b="1" sz="1600">
                <a:solidFill>
                  <a:srgbClr val="2F2F2F"/>
                </a:solidFill>
                <a:latin typeface="Comic Sans MS"/>
                <a:ea typeface="Comic Sans MS"/>
                <a:cs typeface="Comic Sans MS"/>
                <a:sym typeface="Comic Sans MS"/>
              </a:defRPr>
            </a:lvl1pPr>
            <a:lvl2pPr lvl="1">
              <a:lnSpc>
                <a:spcPct val="90000"/>
              </a:lnSpc>
              <a:spcBef>
                <a:spcPts val="0"/>
              </a:spcBef>
              <a:spcAft>
                <a:spcPts val="0"/>
              </a:spcAft>
              <a:buNone/>
              <a:defRPr sz="1200">
                <a:latin typeface="Comic Sans MS"/>
                <a:ea typeface="Comic Sans MS"/>
                <a:cs typeface="Comic Sans MS"/>
                <a:sym typeface="Comic Sans MS"/>
              </a:defRPr>
            </a:lvl2pPr>
            <a:lvl3pPr lvl="2">
              <a:lnSpc>
                <a:spcPct val="90000"/>
              </a:lnSpc>
              <a:spcBef>
                <a:spcPts val="0"/>
              </a:spcBef>
              <a:spcAft>
                <a:spcPts val="0"/>
              </a:spcAft>
              <a:buNone/>
              <a:defRPr sz="1200">
                <a:latin typeface="Comic Sans MS"/>
                <a:ea typeface="Comic Sans MS"/>
                <a:cs typeface="Comic Sans MS"/>
                <a:sym typeface="Comic Sans MS"/>
              </a:defRPr>
            </a:lvl3pPr>
            <a:lvl4pPr lvl="3">
              <a:lnSpc>
                <a:spcPct val="90000"/>
              </a:lnSpc>
              <a:spcBef>
                <a:spcPts val="0"/>
              </a:spcBef>
              <a:spcAft>
                <a:spcPts val="0"/>
              </a:spcAft>
              <a:buNone/>
              <a:defRPr sz="1200">
                <a:latin typeface="Comic Sans MS"/>
                <a:ea typeface="Comic Sans MS"/>
                <a:cs typeface="Comic Sans MS"/>
                <a:sym typeface="Comic Sans MS"/>
              </a:defRPr>
            </a:lvl4pPr>
            <a:lvl5pPr lvl="4">
              <a:lnSpc>
                <a:spcPct val="90000"/>
              </a:lnSpc>
              <a:spcBef>
                <a:spcPts val="0"/>
              </a:spcBef>
              <a:spcAft>
                <a:spcPts val="0"/>
              </a:spcAft>
              <a:buNone/>
              <a:defRPr sz="1200">
                <a:latin typeface="Comic Sans MS"/>
                <a:ea typeface="Comic Sans MS"/>
                <a:cs typeface="Comic Sans MS"/>
                <a:sym typeface="Comic Sans MS"/>
              </a:defRPr>
            </a:lvl5pPr>
            <a:lvl6pPr lvl="5">
              <a:lnSpc>
                <a:spcPct val="90000"/>
              </a:lnSpc>
              <a:spcBef>
                <a:spcPts val="0"/>
              </a:spcBef>
              <a:spcAft>
                <a:spcPts val="0"/>
              </a:spcAft>
              <a:buNone/>
              <a:defRPr sz="1200">
                <a:latin typeface="Comic Sans MS"/>
                <a:ea typeface="Comic Sans MS"/>
                <a:cs typeface="Comic Sans MS"/>
                <a:sym typeface="Comic Sans MS"/>
              </a:defRPr>
            </a:lvl6pPr>
            <a:lvl7pPr lvl="6">
              <a:lnSpc>
                <a:spcPct val="90000"/>
              </a:lnSpc>
              <a:spcBef>
                <a:spcPts val="0"/>
              </a:spcBef>
              <a:spcAft>
                <a:spcPts val="0"/>
              </a:spcAft>
              <a:buNone/>
              <a:defRPr sz="1200">
                <a:latin typeface="Comic Sans MS"/>
                <a:ea typeface="Comic Sans MS"/>
                <a:cs typeface="Comic Sans MS"/>
                <a:sym typeface="Comic Sans MS"/>
              </a:defRPr>
            </a:lvl7pPr>
            <a:lvl8pPr lvl="7">
              <a:lnSpc>
                <a:spcPct val="90000"/>
              </a:lnSpc>
              <a:spcBef>
                <a:spcPts val="0"/>
              </a:spcBef>
              <a:spcAft>
                <a:spcPts val="0"/>
              </a:spcAft>
              <a:buNone/>
              <a:defRPr sz="1200">
                <a:latin typeface="Comic Sans MS"/>
                <a:ea typeface="Comic Sans MS"/>
                <a:cs typeface="Comic Sans MS"/>
                <a:sym typeface="Comic Sans MS"/>
              </a:defRPr>
            </a:lvl8pPr>
            <a:lvl9pPr lvl="8">
              <a:lnSpc>
                <a:spcPct val="90000"/>
              </a:lnSpc>
              <a:spcBef>
                <a:spcPts val="0"/>
              </a:spcBef>
              <a:spcAft>
                <a:spcPts val="0"/>
              </a:spcAft>
              <a:buNone/>
              <a:defRPr sz="1200">
                <a:latin typeface="Comic Sans MS"/>
                <a:ea typeface="Comic Sans MS"/>
                <a:cs typeface="Comic Sans MS"/>
                <a:sym typeface="Comic Sans MS"/>
              </a:defRPr>
            </a:lvl9pPr>
          </a:lstStyle>
          <a:p/>
        </p:txBody>
      </p:sp>
      <p:sp>
        <p:nvSpPr>
          <p:cNvPr id="300" name="Google Shape;300;p4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01" name="Google Shape;301;p4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02" name="Google Shape;302;p4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03" name="Google Shape;303;p47"/>
          <p:cNvSpPr txBox="1"/>
          <p:nvPr>
            <p:ph idx="5" type="body"/>
          </p:nvPr>
        </p:nvSpPr>
        <p:spPr>
          <a:xfrm>
            <a:off x="35657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
        <p:nvSpPr>
          <p:cNvPr id="304" name="Google Shape;304;p47"/>
          <p:cNvSpPr txBox="1"/>
          <p:nvPr>
            <p:ph idx="6" type="subTitle"/>
          </p:nvPr>
        </p:nvSpPr>
        <p:spPr>
          <a:xfrm>
            <a:off x="196737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305" name="Google Shape;305;p47"/>
          <p:cNvSpPr txBox="1"/>
          <p:nvPr>
            <p:ph idx="7" type="body"/>
          </p:nvPr>
        </p:nvSpPr>
        <p:spPr>
          <a:xfrm>
            <a:off x="196732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SA">
  <p:cSld name="SECTION_HEADER_1_1_2_2_6_1_2">
    <p:bg>
      <p:bgPr>
        <a:solidFill>
          <a:srgbClr val="FFFFFF"/>
        </a:solidFill>
      </p:bgPr>
    </p:bg>
    <p:spTree>
      <p:nvGrpSpPr>
        <p:cNvPr id="306" name="Shape 306"/>
        <p:cNvGrpSpPr/>
        <p:nvPr/>
      </p:nvGrpSpPr>
      <p:grpSpPr>
        <a:xfrm>
          <a:off x="0" y="0"/>
          <a:ext cx="0" cy="0"/>
          <a:chOff x="0" y="0"/>
          <a:chExt cx="0" cy="0"/>
        </a:xfrm>
      </p:grpSpPr>
      <p:pic>
        <p:nvPicPr>
          <p:cNvPr id="307" name="Google Shape;307;p48"/>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08" name="Google Shape;308;p48"/>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09" name="Google Shape;309;p48"/>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0" name="Google Shape;310;p4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1" name="Google Shape;311;p4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2" name="Google Shape;312;p48"/>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and SA">
  <p:cSld name="SECTION_HEADER_1_1_2_2_6_1_2_1">
    <p:bg>
      <p:bgPr>
        <a:solidFill>
          <a:srgbClr val="FFFFFF"/>
        </a:solidFill>
      </p:bgPr>
    </p:bg>
    <p:spTree>
      <p:nvGrpSpPr>
        <p:cNvPr id="313" name="Shape 313"/>
        <p:cNvGrpSpPr/>
        <p:nvPr/>
      </p:nvGrpSpPr>
      <p:grpSpPr>
        <a:xfrm>
          <a:off x="0" y="0"/>
          <a:ext cx="0" cy="0"/>
          <a:chOff x="0" y="0"/>
          <a:chExt cx="0" cy="0"/>
        </a:xfrm>
      </p:grpSpPr>
      <p:pic>
        <p:nvPicPr>
          <p:cNvPr id="314" name="Google Shape;314;p49"/>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15" name="Google Shape;315;p49"/>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16" name="Google Shape;316;p49"/>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7" name="Google Shape;317;p4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8" name="Google Shape;318;p49"/>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9" name="Google Shape;319;p49"/>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20" name="Google Shape;320;p49"/>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321" name="Shape 321"/>
        <p:cNvGrpSpPr/>
        <p:nvPr/>
      </p:nvGrpSpPr>
      <p:grpSpPr>
        <a:xfrm>
          <a:off x="0" y="0"/>
          <a:ext cx="0" cy="0"/>
          <a:chOff x="0" y="0"/>
          <a:chExt cx="0" cy="0"/>
        </a:xfrm>
      </p:grpSpPr>
      <p:sp>
        <p:nvSpPr>
          <p:cNvPr id="322" name="Google Shape;322;p50"/>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23" name="Google Shape;323;p50"/>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24" name="Google Shape;324;p50"/>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25" name="Google Shape;325;p50"/>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26" name="Google Shape;326;p50"/>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50"/>
          <p:cNvGrpSpPr/>
          <p:nvPr/>
        </p:nvGrpSpPr>
        <p:grpSpPr>
          <a:xfrm>
            <a:off x="256025" y="1280050"/>
            <a:ext cx="3657600" cy="164700"/>
            <a:chOff x="256025" y="1280050"/>
            <a:chExt cx="3657600" cy="164700"/>
          </a:xfrm>
        </p:grpSpPr>
        <p:sp>
          <p:nvSpPr>
            <p:cNvPr id="328" name="Google Shape;328;p50"/>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50"/>
            <p:cNvGrpSpPr/>
            <p:nvPr/>
          </p:nvGrpSpPr>
          <p:grpSpPr>
            <a:xfrm>
              <a:off x="323020" y="1326935"/>
              <a:ext cx="264664" cy="61800"/>
              <a:chOff x="322595" y="642846"/>
              <a:chExt cx="264664" cy="61800"/>
            </a:xfrm>
          </p:grpSpPr>
          <p:sp>
            <p:nvSpPr>
              <p:cNvPr id="330" name="Google Shape;330;p5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Text - pg#">
  <p:cSld name="SECTION_HEADER_1_1_2_2_2_7_1">
    <p:bg>
      <p:bgPr>
        <a:solidFill>
          <a:srgbClr val="FFFFFF"/>
        </a:solidFill>
      </p:bgPr>
    </p:bg>
    <p:spTree>
      <p:nvGrpSpPr>
        <p:cNvPr id="333" name="Shape 333"/>
        <p:cNvGrpSpPr/>
        <p:nvPr/>
      </p:nvGrpSpPr>
      <p:grpSpPr>
        <a:xfrm>
          <a:off x="0" y="0"/>
          <a:ext cx="0" cy="0"/>
          <a:chOff x="0" y="0"/>
          <a:chExt cx="0" cy="0"/>
        </a:xfrm>
      </p:grpSpPr>
      <p:sp>
        <p:nvSpPr>
          <p:cNvPr id="334" name="Google Shape;334;p5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35" name="Google Shape;335;p51"/>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36" name="Google Shape;336;p5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37" name="Google Shape;337;p51"/>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38" name="Google Shape;338;p5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1"/>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0" name="Google Shape;340;p51"/>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341" name="Google Shape;341;p51"/>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and SA - pg#">
  <p:cSld name="SECTION_HEADER_1_1_2_2_2_6">
    <p:bg>
      <p:bgPr>
        <a:solidFill>
          <a:srgbClr val="FFFFFF"/>
        </a:solidFill>
      </p:bgPr>
    </p:bg>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44" name="Google Shape;344;p52"/>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45" name="Google Shape;345;p52"/>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46" name="Google Shape;346;p52"/>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47" name="Google Shape;347;p52"/>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8" name="Google Shape;348;p52"/>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52"/>
          <p:cNvGrpSpPr/>
          <p:nvPr/>
        </p:nvGrpSpPr>
        <p:grpSpPr>
          <a:xfrm>
            <a:off x="322595" y="769160"/>
            <a:ext cx="264664" cy="61800"/>
            <a:chOff x="322595" y="642846"/>
            <a:chExt cx="264664" cy="61800"/>
          </a:xfrm>
        </p:grpSpPr>
        <p:sp>
          <p:nvSpPr>
            <p:cNvPr id="350" name="Google Shape;350;p52"/>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2"/>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52"/>
          <p:cNvGrpSpPr/>
          <p:nvPr/>
        </p:nvGrpSpPr>
        <p:grpSpPr>
          <a:xfrm>
            <a:off x="248150" y="722275"/>
            <a:ext cx="3447300" cy="164700"/>
            <a:chOff x="248150" y="722275"/>
            <a:chExt cx="3447300" cy="164700"/>
          </a:xfrm>
        </p:grpSpPr>
        <p:sp>
          <p:nvSpPr>
            <p:cNvPr id="354" name="Google Shape;354;p52"/>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52"/>
            <p:cNvGrpSpPr/>
            <p:nvPr/>
          </p:nvGrpSpPr>
          <p:grpSpPr>
            <a:xfrm>
              <a:off x="322595" y="769160"/>
              <a:ext cx="264664" cy="61800"/>
              <a:chOff x="322595" y="642846"/>
              <a:chExt cx="264664" cy="61800"/>
            </a:xfrm>
          </p:grpSpPr>
          <p:sp>
            <p:nvSpPr>
              <p:cNvPr id="356" name="Google Shape;356;p52"/>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2"/>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359" name="Shape 359"/>
        <p:cNvGrpSpPr/>
        <p:nvPr/>
      </p:nvGrpSpPr>
      <p:grpSpPr>
        <a:xfrm>
          <a:off x="0" y="0"/>
          <a:ext cx="0" cy="0"/>
          <a:chOff x="0" y="0"/>
          <a:chExt cx="0" cy="0"/>
        </a:xfrm>
      </p:grpSpPr>
      <p:sp>
        <p:nvSpPr>
          <p:cNvPr id="360" name="Google Shape;360;p5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1" name="Google Shape;361;p53"/>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62" name="Google Shape;362;p53"/>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63" name="Google Shape;363;p53"/>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64" name="Google Shape;364;p53"/>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TT and SA - pg#">
  <p:cSld name="SECTION_HEADER_1_1_2_2_2_4_1">
    <p:bg>
      <p:bgPr>
        <a:solidFill>
          <a:srgbClr val="FFFFFF"/>
        </a:solidFill>
      </p:bgPr>
    </p:bg>
    <p:spTree>
      <p:nvGrpSpPr>
        <p:cNvPr id="366" name="Shape 366"/>
        <p:cNvGrpSpPr/>
        <p:nvPr/>
      </p:nvGrpSpPr>
      <p:grpSpPr>
        <a:xfrm>
          <a:off x="0" y="0"/>
          <a:ext cx="0" cy="0"/>
          <a:chOff x="0" y="0"/>
          <a:chExt cx="0" cy="0"/>
        </a:xfrm>
      </p:grpSpPr>
      <p:pic>
        <p:nvPicPr>
          <p:cNvPr id="367" name="Google Shape;367;p54"/>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368" name="Google Shape;368;p5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9" name="Google Shape;369;p5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0" name="Google Shape;370;p54"/>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1" name="Google Shape;371;p54"/>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372" name="Google Shape;372;p54"/>
          <p:cNvSpPr txBox="1"/>
          <p:nvPr>
            <p:ph idx="5"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3" name="Google Shape;373;p54"/>
          <p:cNvSpPr txBox="1"/>
          <p:nvPr>
            <p:ph idx="6"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374" name="Shape 374"/>
        <p:cNvGrpSpPr/>
        <p:nvPr/>
      </p:nvGrpSpPr>
      <p:grpSpPr>
        <a:xfrm>
          <a:off x="0" y="0"/>
          <a:ext cx="0" cy="0"/>
          <a:chOff x="0" y="0"/>
          <a:chExt cx="0" cy="0"/>
        </a:xfrm>
      </p:grpSpPr>
      <p:sp>
        <p:nvSpPr>
          <p:cNvPr id="375" name="Google Shape;375;p5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6" name="Google Shape;376;p5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7" name="Google Shape;377;p5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78" name="Google Shape;378;p5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9" name="Google Shape;379;p5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80" name="Google Shape;380;p5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55"/>
          <p:cNvGrpSpPr/>
          <p:nvPr/>
        </p:nvGrpSpPr>
        <p:grpSpPr>
          <a:xfrm>
            <a:off x="256025" y="1280050"/>
            <a:ext cx="3657600" cy="164700"/>
            <a:chOff x="256025" y="1280050"/>
            <a:chExt cx="3657600" cy="164700"/>
          </a:xfrm>
        </p:grpSpPr>
        <p:sp>
          <p:nvSpPr>
            <p:cNvPr id="382" name="Google Shape;382;p5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55"/>
            <p:cNvGrpSpPr/>
            <p:nvPr/>
          </p:nvGrpSpPr>
          <p:grpSpPr>
            <a:xfrm>
              <a:off x="323020" y="1326935"/>
              <a:ext cx="264664" cy="61800"/>
              <a:chOff x="322595" y="642846"/>
              <a:chExt cx="264664" cy="61800"/>
            </a:xfrm>
          </p:grpSpPr>
          <p:sp>
            <p:nvSpPr>
              <p:cNvPr id="384" name="Google Shape;384;p5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Picture - pg#">
  <p:cSld name="SECTION_HEADER_1_1_2_2_2_2_2">
    <p:bg>
      <p:bgPr>
        <a:solidFill>
          <a:srgbClr val="FFFFFF"/>
        </a:solidFill>
      </p:bgPr>
    </p:bg>
    <p:spTree>
      <p:nvGrpSpPr>
        <p:cNvPr id="387" name="Shape 387"/>
        <p:cNvGrpSpPr/>
        <p:nvPr/>
      </p:nvGrpSpPr>
      <p:grpSpPr>
        <a:xfrm>
          <a:off x="0" y="0"/>
          <a:ext cx="0" cy="0"/>
          <a:chOff x="0" y="0"/>
          <a:chExt cx="0" cy="0"/>
        </a:xfrm>
      </p:grpSpPr>
      <p:sp>
        <p:nvSpPr>
          <p:cNvPr id="388" name="Google Shape;388;p56"/>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89" name="Google Shape;389;p5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0" name="Google Shape;390;p56"/>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1" name="Google Shape;391;p5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93" name="Google Shape;393;p56"/>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Text - pg#">
  <p:cSld name="SECTION_HEADER_1_1_2_2_2_2_2_1_1">
    <p:bg>
      <p:bgPr>
        <a:solidFill>
          <a:srgbClr val="FFFFFF"/>
        </a:solidFill>
      </p:bgPr>
    </p:bg>
    <p:spTree>
      <p:nvGrpSpPr>
        <p:cNvPr id="394" name="Shape 394"/>
        <p:cNvGrpSpPr/>
        <p:nvPr/>
      </p:nvGrpSpPr>
      <p:grpSpPr>
        <a:xfrm>
          <a:off x="0" y="0"/>
          <a:ext cx="0" cy="0"/>
          <a:chOff x="0" y="0"/>
          <a:chExt cx="0" cy="0"/>
        </a:xfrm>
      </p:grpSpPr>
      <p:sp>
        <p:nvSpPr>
          <p:cNvPr id="395" name="Google Shape;395;p57"/>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96" name="Google Shape;396;p5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7" name="Google Shape;397;p57"/>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8" name="Google Shape;398;p5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400" name="Google Shape;400;p57"/>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01" name="Google Shape;401;p57"/>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402" name="Google Shape;402;p57"/>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403" name="Shape 403"/>
        <p:cNvGrpSpPr/>
        <p:nvPr/>
      </p:nvGrpSpPr>
      <p:grpSpPr>
        <a:xfrm>
          <a:off x="0" y="0"/>
          <a:ext cx="0" cy="0"/>
          <a:chOff x="0" y="0"/>
          <a:chExt cx="0" cy="0"/>
        </a:xfrm>
      </p:grpSpPr>
      <p:sp>
        <p:nvSpPr>
          <p:cNvPr id="404" name="Google Shape;40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p58"/>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idence Card Section Title">
  <p:cSld name="SECTION_HEADER_1_1_2_2_2_2_1_2">
    <p:bg>
      <p:bgPr>
        <a:solidFill>
          <a:srgbClr val="000000"/>
        </a:solidFill>
      </p:bgPr>
    </p:bg>
    <p:spTree>
      <p:nvGrpSpPr>
        <p:cNvPr id="406" name="Shape 406"/>
        <p:cNvGrpSpPr/>
        <p:nvPr/>
      </p:nvGrpSpPr>
      <p:grpSpPr>
        <a:xfrm>
          <a:off x="0" y="0"/>
          <a:ext cx="0" cy="0"/>
          <a:chOff x="0" y="0"/>
          <a:chExt cx="0" cy="0"/>
        </a:xfrm>
      </p:grpSpPr>
      <p:sp>
        <p:nvSpPr>
          <p:cNvPr id="407" name="Google Shape;40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descr="Evidence Cards A through O." id="408" name="Google Shape;408;p59"/>
          <p:cNvSpPr/>
          <p:nvPr/>
        </p:nvSpPr>
        <p:spPr>
          <a:xfrm rot="5400000">
            <a:off x="2861850" y="-1140850"/>
            <a:ext cx="3420300" cy="9148500"/>
          </a:xfrm>
          <a:prstGeom prst="rect">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9"/>
          <p:cNvSpPr txBox="1"/>
          <p:nvPr/>
        </p:nvSpPr>
        <p:spPr>
          <a:xfrm>
            <a:off x="820200" y="661906"/>
            <a:ext cx="7503600" cy="64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b="1" lang="en" sz="2800">
                <a:solidFill>
                  <a:srgbClr val="FFFFFF"/>
                </a:solidFill>
                <a:latin typeface="Roboto"/>
                <a:ea typeface="Roboto"/>
                <a:cs typeface="Roboto"/>
                <a:sym typeface="Roboto"/>
              </a:rPr>
              <a:t>Evidence Cards</a:t>
            </a:r>
            <a:endParaRPr b="1" sz="2800">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ail">
  <p:cSld name="SECTION_HEADER_1_1_2_2_2_2_1_1">
    <p:bg>
      <p:bgPr>
        <a:solidFill>
          <a:srgbClr val="000000"/>
        </a:solidFill>
      </p:bgPr>
    </p:bg>
    <p:spTree>
      <p:nvGrpSpPr>
        <p:cNvPr id="410" name="Shape 410"/>
        <p:cNvGrpSpPr/>
        <p:nvPr/>
      </p:nvGrpSpPr>
      <p:grpSpPr>
        <a:xfrm>
          <a:off x="0" y="0"/>
          <a:ext cx="0" cy="0"/>
          <a:chOff x="0" y="0"/>
          <a:chExt cx="0" cy="0"/>
        </a:xfrm>
      </p:grpSpPr>
      <p:sp>
        <p:nvSpPr>
          <p:cNvPr id="411" name="Google Shape;411;p6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60"/>
          <p:cNvPicPr preferRelativeResize="0"/>
          <p:nvPr/>
        </p:nvPicPr>
        <p:blipFill rotWithShape="1">
          <a:blip r:embed="rId2">
            <a:alphaModFix/>
          </a:blip>
          <a:srcRect b="10" l="0" r="0" t="10"/>
          <a:stretch/>
        </p:blipFill>
        <p:spPr>
          <a:xfrm>
            <a:off x="651150" y="291325"/>
            <a:ext cx="7841794" cy="4852174"/>
          </a:xfrm>
          <a:prstGeom prst="rect">
            <a:avLst/>
          </a:prstGeom>
          <a:noFill/>
          <a:ln>
            <a:noFill/>
          </a:ln>
          <a:effectLst>
            <a:outerShdw blurRad="57150" rotWithShape="0" algn="bl" dir="5400000" dist="19050">
              <a:srgbClr val="000000">
                <a:alpha val="19000"/>
              </a:srgbClr>
            </a:outerShdw>
          </a:effectLst>
        </p:spPr>
      </p:pic>
      <p:sp>
        <p:nvSpPr>
          <p:cNvPr id="413" name="Google Shape;413;p60"/>
          <p:cNvSpPr/>
          <p:nvPr/>
        </p:nvSpPr>
        <p:spPr>
          <a:xfrm>
            <a:off x="651050" y="990075"/>
            <a:ext cx="7841700" cy="41535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414" name="Shape 414"/>
        <p:cNvGrpSpPr/>
        <p:nvPr/>
      </p:nvGrpSpPr>
      <p:grpSpPr>
        <a:xfrm>
          <a:off x="0" y="0"/>
          <a:ext cx="0" cy="0"/>
          <a:chOff x="0" y="0"/>
          <a:chExt cx="0" cy="0"/>
        </a:xfrm>
      </p:grpSpPr>
      <p:sp>
        <p:nvSpPr>
          <p:cNvPr id="415" name="Google Shape;415;p6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16" name="Google Shape;416;p61"/>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17" name="Google Shape;417;p6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18" name="Google Shape;418;p61"/>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19" name="Google Shape;419;p61"/>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2 Line - pg#">
  <p:cSld name="SECTION_HEADER_1_1_2_2_2_1_1_1">
    <p:bg>
      <p:bgPr>
        <a:solidFill>
          <a:srgbClr val="FFFFFF"/>
        </a:solidFill>
      </p:bgPr>
    </p:bg>
    <p:spTree>
      <p:nvGrpSpPr>
        <p:cNvPr id="420" name="Shape 420"/>
        <p:cNvGrpSpPr/>
        <p:nvPr/>
      </p:nvGrpSpPr>
      <p:grpSpPr>
        <a:xfrm>
          <a:off x="0" y="0"/>
          <a:ext cx="0" cy="0"/>
          <a:chOff x="0" y="0"/>
          <a:chExt cx="0" cy="0"/>
        </a:xfrm>
      </p:grpSpPr>
      <p:sp>
        <p:nvSpPr>
          <p:cNvPr id="421" name="Google Shape;421;p6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2" name="Google Shape;422;p6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23" name="Google Shape;423;p62"/>
          <p:cNvSpPr txBox="1"/>
          <p:nvPr>
            <p:ph idx="3"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24" name="Google Shape;424;p62"/>
          <p:cNvSpPr txBox="1"/>
          <p:nvPr>
            <p:ph idx="4" type="body"/>
          </p:nvPr>
        </p:nvSpPr>
        <p:spPr>
          <a:xfrm>
            <a:off x="804672" y="228600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25" name="Google Shape;425;p62"/>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 pg#">
  <p:cSld name="SECTION_HEADER_1_1_2_1_3">
    <p:bg>
      <p:bgPr>
        <a:solidFill>
          <a:srgbClr val="FFFFFF"/>
        </a:solidFill>
      </p:bgPr>
    </p:bg>
    <p:spTree>
      <p:nvGrpSpPr>
        <p:cNvPr id="426" name="Shape 426"/>
        <p:cNvGrpSpPr/>
        <p:nvPr/>
      </p:nvGrpSpPr>
      <p:grpSpPr>
        <a:xfrm>
          <a:off x="0" y="0"/>
          <a:ext cx="0" cy="0"/>
          <a:chOff x="0" y="0"/>
          <a:chExt cx="0" cy="0"/>
        </a:xfrm>
      </p:grpSpPr>
      <p:sp>
        <p:nvSpPr>
          <p:cNvPr id="427" name="Google Shape;427;p6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28" name="Google Shape;428;p6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9" name="Google Shape;429;p63"/>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0" name="Google Shape;430;p63"/>
          <p:cNvSpPr txBox="1"/>
          <p:nvPr>
            <p:ph idx="4" type="body"/>
          </p:nvPr>
        </p:nvSpPr>
        <p:spPr>
          <a:xfrm>
            <a:off x="804672" y="1353312"/>
            <a:ext cx="7507200" cy="3026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1: SA with Image - pg#">
  <p:cSld name="SECTION_HEADER_1_1_2_1_2_5">
    <p:bg>
      <p:bgPr>
        <a:solidFill>
          <a:srgbClr val="FFFFFF"/>
        </a:solidFill>
      </p:bgPr>
    </p:bg>
    <p:spTree>
      <p:nvGrpSpPr>
        <p:cNvPr id="431" name="Shape 431"/>
        <p:cNvGrpSpPr/>
        <p:nvPr/>
      </p:nvGrpSpPr>
      <p:grpSpPr>
        <a:xfrm>
          <a:off x="0" y="0"/>
          <a:ext cx="0" cy="0"/>
          <a:chOff x="0" y="0"/>
          <a:chExt cx="0" cy="0"/>
        </a:xfrm>
      </p:grpSpPr>
      <p:sp>
        <p:nvSpPr>
          <p:cNvPr id="432" name="Google Shape;432;p64"/>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34" name="Google Shape;434;p64"/>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5" name="Google Shape;435;p64"/>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36" name="Google Shape;436;p64"/>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37" name="Google Shape;437;p64"/>
          <p:cNvSpPr txBox="1"/>
          <p:nvPr>
            <p:ph idx="4" type="subTitle"/>
          </p:nvPr>
        </p:nvSpPr>
        <p:spPr>
          <a:xfrm>
            <a:off x="40290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2: SA with Image - pg#">
  <p:cSld name="SECTION_HEADER_1_1_2_1_2_5_1">
    <p:bg>
      <p:bgPr>
        <a:solidFill>
          <a:srgbClr val="FFFFFF"/>
        </a:solidFill>
      </p:bgPr>
    </p:bg>
    <p:spTree>
      <p:nvGrpSpPr>
        <p:cNvPr id="438" name="Shape 438"/>
        <p:cNvGrpSpPr/>
        <p:nvPr/>
      </p:nvGrpSpPr>
      <p:grpSpPr>
        <a:xfrm>
          <a:off x="0" y="0"/>
          <a:ext cx="0" cy="0"/>
          <a:chOff x="0" y="0"/>
          <a:chExt cx="0" cy="0"/>
        </a:xfrm>
      </p:grpSpPr>
      <p:sp>
        <p:nvSpPr>
          <p:cNvPr id="439" name="Google Shape;439;p65"/>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5"/>
          <p:cNvSpPr/>
          <p:nvPr/>
        </p:nvSpPr>
        <p:spPr>
          <a:xfrm>
            <a:off x="247113" y="2715993"/>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42" name="Google Shape;442;p65"/>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43" name="Google Shape;443;p65"/>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44" name="Google Shape;444;p65"/>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45" name="Google Shape;445;p65"/>
          <p:cNvSpPr txBox="1"/>
          <p:nvPr>
            <p:ph idx="4" type="subTitle"/>
          </p:nvPr>
        </p:nvSpPr>
        <p:spPr>
          <a:xfrm>
            <a:off x="40285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pic>
        <p:nvPicPr>
          <p:cNvPr id="446" name="Google Shape;446;p65"/>
          <p:cNvPicPr preferRelativeResize="0"/>
          <p:nvPr/>
        </p:nvPicPr>
        <p:blipFill>
          <a:blip r:embed="rId2">
            <a:alphaModFix/>
          </a:blip>
          <a:stretch>
            <a:fillRect/>
          </a:stretch>
        </p:blipFill>
        <p:spPr>
          <a:xfrm>
            <a:off x="2886825" y="4524607"/>
            <a:ext cx="228175" cy="228150"/>
          </a:xfrm>
          <a:prstGeom prst="rect">
            <a:avLst/>
          </a:prstGeom>
          <a:noFill/>
          <a:ln>
            <a:noFill/>
          </a:ln>
        </p:spPr>
      </p:pic>
      <p:sp>
        <p:nvSpPr>
          <p:cNvPr id="447" name="Google Shape;447;p65"/>
          <p:cNvSpPr txBox="1"/>
          <p:nvPr>
            <p:ph idx="5" type="subTitle"/>
          </p:nvPr>
        </p:nvSpPr>
        <p:spPr>
          <a:xfrm>
            <a:off x="402850" y="4520326"/>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448" name="Shape 448"/>
        <p:cNvGrpSpPr/>
        <p:nvPr/>
      </p:nvGrpSpPr>
      <p:grpSpPr>
        <a:xfrm>
          <a:off x="0" y="0"/>
          <a:ext cx="0" cy="0"/>
          <a:chOff x="0" y="0"/>
          <a:chExt cx="0" cy="0"/>
        </a:xfrm>
      </p:grpSpPr>
      <p:sp>
        <p:nvSpPr>
          <p:cNvPr id="449" name="Google Shape;449;p66"/>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0" name="Google Shape;450;p6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1" name="Google Shape;451;p66"/>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2" name="Google Shape;452;p6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6"/>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SA - pg#">
  <p:cSld name="SECTION_HEADER_1_1_2_1_2_3_1">
    <p:bg>
      <p:bgPr>
        <a:solidFill>
          <a:srgbClr val="FFFFFF"/>
        </a:solidFill>
      </p:bgPr>
    </p:bg>
    <p:spTree>
      <p:nvGrpSpPr>
        <p:cNvPr id="454" name="Shape 454"/>
        <p:cNvGrpSpPr/>
        <p:nvPr/>
      </p:nvGrpSpPr>
      <p:grpSpPr>
        <a:xfrm>
          <a:off x="0" y="0"/>
          <a:ext cx="0" cy="0"/>
          <a:chOff x="0" y="0"/>
          <a:chExt cx="0" cy="0"/>
        </a:xfrm>
      </p:grpSpPr>
      <p:pic>
        <p:nvPicPr>
          <p:cNvPr id="455" name="Google Shape;455;p67"/>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456" name="Google Shape;456;p6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7" name="Google Shape;457;p6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8" name="Google Shape;458;p67"/>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9" name="Google Shape;459;p67"/>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460" name="Google Shape;460;p67"/>
          <p:cNvSpPr txBox="1"/>
          <p:nvPr>
            <p:ph idx="5"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SA - pg #">
  <p:cSld name="SECTION_HEADER_1_1_2_1_2_1_3">
    <p:bg>
      <p:bgPr>
        <a:solidFill>
          <a:srgbClr val="FFFFFF"/>
        </a:solidFill>
      </p:bgPr>
    </p:bg>
    <p:spTree>
      <p:nvGrpSpPr>
        <p:cNvPr id="461" name="Shape 461"/>
        <p:cNvGrpSpPr/>
        <p:nvPr/>
      </p:nvGrpSpPr>
      <p:grpSpPr>
        <a:xfrm>
          <a:off x="0" y="0"/>
          <a:ext cx="0" cy="0"/>
          <a:chOff x="0" y="0"/>
          <a:chExt cx="0" cy="0"/>
        </a:xfrm>
      </p:grpSpPr>
      <p:sp>
        <p:nvSpPr>
          <p:cNvPr id="462" name="Google Shape;462;p6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63" name="Google Shape;463;p68"/>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64" name="Google Shape;464;p68"/>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65" name="Google Shape;465;p68"/>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66" name="Google Shape;466;p68"/>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68"/>
          <p:cNvGrpSpPr/>
          <p:nvPr/>
        </p:nvGrpSpPr>
        <p:grpSpPr>
          <a:xfrm>
            <a:off x="256025" y="1280050"/>
            <a:ext cx="3657600" cy="164700"/>
            <a:chOff x="256025" y="1280050"/>
            <a:chExt cx="3657600" cy="164700"/>
          </a:xfrm>
        </p:grpSpPr>
        <p:sp>
          <p:nvSpPr>
            <p:cNvPr id="468" name="Google Shape;468;p68"/>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8"/>
            <p:cNvGrpSpPr/>
            <p:nvPr/>
          </p:nvGrpSpPr>
          <p:grpSpPr>
            <a:xfrm>
              <a:off x="323020" y="1326935"/>
              <a:ext cx="264664" cy="61800"/>
              <a:chOff x="322595" y="642846"/>
              <a:chExt cx="264664" cy="61800"/>
            </a:xfrm>
          </p:grpSpPr>
          <p:sp>
            <p:nvSpPr>
              <p:cNvPr id="470" name="Google Shape;470;p68"/>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8"/>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8"/>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Full Screen">
  <p:cSld name="SECTION_HEADER_1_1_2_1_2_1_2">
    <p:bg>
      <p:bgPr>
        <a:solidFill>
          <a:srgbClr val="FFFFFF"/>
        </a:solidFill>
      </p:bgPr>
    </p:bg>
    <p:spTree>
      <p:nvGrpSpPr>
        <p:cNvPr id="473" name="Shape 473"/>
        <p:cNvGrpSpPr/>
        <p:nvPr/>
      </p:nvGrpSpPr>
      <p:grpSpPr>
        <a:xfrm>
          <a:off x="0" y="0"/>
          <a:ext cx="0" cy="0"/>
          <a:chOff x="0" y="0"/>
          <a:chExt cx="0" cy="0"/>
        </a:xfrm>
      </p:grpSpPr>
      <p:sp>
        <p:nvSpPr>
          <p:cNvPr id="474" name="Google Shape;474;p69"/>
          <p:cNvSpPr/>
          <p:nvPr/>
        </p:nvSpPr>
        <p:spPr>
          <a:xfrm>
            <a:off x="1681012" y="258209"/>
            <a:ext cx="5781900" cy="4511700"/>
          </a:xfrm>
          <a:prstGeom prst="round2SameRect">
            <a:avLst>
              <a:gd fmla="val 713" name="adj1"/>
              <a:gd fmla="val 0" name="adj2"/>
            </a:avLst>
          </a:prstGeom>
          <a:solidFill>
            <a:srgbClr val="F6F6F6"/>
          </a:solidFill>
          <a:ln>
            <a:noFill/>
          </a:ln>
          <a:effectLst>
            <a:outerShdw blurRad="57150" rotWithShape="0" algn="bl" dir="5340000" dist="95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136100" y="4957967"/>
            <a:ext cx="1683600" cy="11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69"/>
          <p:cNvGrpSpPr/>
          <p:nvPr/>
        </p:nvGrpSpPr>
        <p:grpSpPr>
          <a:xfrm>
            <a:off x="1681091" y="258200"/>
            <a:ext cx="5781900" cy="175800"/>
            <a:chOff x="1691753" y="258200"/>
            <a:chExt cx="5781900" cy="175800"/>
          </a:xfrm>
        </p:grpSpPr>
        <p:sp>
          <p:nvSpPr>
            <p:cNvPr id="477" name="Google Shape;477;p69"/>
            <p:cNvSpPr/>
            <p:nvPr/>
          </p:nvSpPr>
          <p:spPr>
            <a:xfrm>
              <a:off x="1691753" y="258200"/>
              <a:ext cx="5781900" cy="1758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69"/>
            <p:cNvGrpSpPr/>
            <p:nvPr/>
          </p:nvGrpSpPr>
          <p:grpSpPr>
            <a:xfrm>
              <a:off x="1756443" y="308221"/>
              <a:ext cx="282317" cy="65922"/>
              <a:chOff x="322595" y="642846"/>
              <a:chExt cx="264664" cy="61800"/>
            </a:xfrm>
          </p:grpSpPr>
          <p:sp>
            <p:nvSpPr>
              <p:cNvPr id="479" name="Google Shape;479;p69"/>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Demo">
  <p:cSld name="SECTION_HEADER_1_1_2_1_2_1_2_1">
    <p:bg>
      <p:bgPr>
        <a:solidFill>
          <a:srgbClr val="EFEFEF"/>
        </a:solidFill>
      </p:bgPr>
    </p:bg>
    <p:spTree>
      <p:nvGrpSpPr>
        <p:cNvPr id="482" name="Shape 482"/>
        <p:cNvGrpSpPr/>
        <p:nvPr/>
      </p:nvGrpSpPr>
      <p:grpSpPr>
        <a:xfrm>
          <a:off x="0" y="0"/>
          <a:ext cx="0" cy="0"/>
          <a:chOff x="0" y="0"/>
          <a:chExt cx="0" cy="0"/>
        </a:xfrm>
      </p:grpSpPr>
      <p:sp>
        <p:nvSpPr>
          <p:cNvPr id="483" name="Google Shape;483;p70"/>
          <p:cNvSpPr/>
          <p:nvPr/>
        </p:nvSpPr>
        <p:spPr>
          <a:xfrm>
            <a:off x="1682325" y="258209"/>
            <a:ext cx="5781900" cy="4511700"/>
          </a:xfrm>
          <a:prstGeom prst="round2SameRect">
            <a:avLst>
              <a:gd fmla="val 713" name="adj1"/>
              <a:gd fmla="val 0" name="adj2"/>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0"/>
          <p:cNvSpPr/>
          <p:nvPr/>
        </p:nvSpPr>
        <p:spPr>
          <a:xfrm>
            <a:off x="1682325" y="308225"/>
            <a:ext cx="5781900" cy="4461600"/>
          </a:xfrm>
          <a:prstGeom prst="round2SameRect">
            <a:avLst>
              <a:gd fmla="val 0" name="adj1"/>
              <a:gd fmla="val 0" name="adj2"/>
            </a:avLst>
          </a:prstGeom>
          <a:solidFill>
            <a:srgbClr val="F6F6F6"/>
          </a:solidFill>
          <a:ln cap="flat" cmpd="sng" w="114300">
            <a:solidFill>
              <a:srgbClr val="767676"/>
            </a:solidFill>
            <a:prstDash val="solid"/>
            <a:round/>
            <a:headEnd len="sm" w="sm" type="none"/>
            <a:tailEnd len="sm" w="sm" type="none"/>
          </a:ln>
          <a:effectLst>
            <a:outerShdw blurRad="85725" rotWithShape="0" algn="bl" dir="5340000" dist="9525">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0"/>
          <p:cNvSpPr/>
          <p:nvPr/>
        </p:nvSpPr>
        <p:spPr>
          <a:xfrm>
            <a:off x="136100" y="4931975"/>
            <a:ext cx="1683600" cy="175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0"/>
          <p:cNvSpPr/>
          <p:nvPr/>
        </p:nvSpPr>
        <p:spPr>
          <a:xfrm>
            <a:off x="1651350" y="258200"/>
            <a:ext cx="5841300" cy="175800"/>
          </a:xfrm>
          <a:prstGeom prst="round2SameRect">
            <a:avLst>
              <a:gd fmla="val 16667" name="adj1"/>
              <a:gd fmla="val 0" name="adj2"/>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70"/>
          <p:cNvGrpSpPr/>
          <p:nvPr/>
        </p:nvGrpSpPr>
        <p:grpSpPr>
          <a:xfrm>
            <a:off x="1710905" y="308221"/>
            <a:ext cx="282317" cy="65922"/>
            <a:chOff x="322595" y="642846"/>
            <a:chExt cx="264664" cy="61800"/>
          </a:xfrm>
        </p:grpSpPr>
        <p:sp>
          <p:nvSpPr>
            <p:cNvPr id="488" name="Google Shape;488;p7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70"/>
          <p:cNvSpPr txBox="1"/>
          <p:nvPr>
            <p:ph idx="1" type="subTitle"/>
          </p:nvPr>
        </p:nvSpPr>
        <p:spPr>
          <a:xfrm>
            <a:off x="7919850" y="164592"/>
            <a:ext cx="1097400" cy="249000"/>
          </a:xfrm>
          <a:prstGeom prst="rect">
            <a:avLst/>
          </a:prstGeom>
        </p:spPr>
        <p:txBody>
          <a:bodyPr anchorCtr="0" anchor="ctr" bIns="91425" lIns="0"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pg#">
  <p:cSld name="SECTION_HEADER_1_1_2_1_2_1_1">
    <p:bg>
      <p:bgPr>
        <a:solidFill>
          <a:srgbClr val="FFFFFF"/>
        </a:solidFill>
      </p:bgPr>
    </p:bg>
    <p:spTree>
      <p:nvGrpSpPr>
        <p:cNvPr id="492" name="Shape 492"/>
        <p:cNvGrpSpPr/>
        <p:nvPr/>
      </p:nvGrpSpPr>
      <p:grpSpPr>
        <a:xfrm>
          <a:off x="0" y="0"/>
          <a:ext cx="0" cy="0"/>
          <a:chOff x="0" y="0"/>
          <a:chExt cx="0" cy="0"/>
        </a:xfrm>
      </p:grpSpPr>
      <p:sp>
        <p:nvSpPr>
          <p:cNvPr id="493" name="Google Shape;493;p7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94" name="Google Shape;494;p71"/>
          <p:cNvSpPr txBox="1"/>
          <p:nvPr>
            <p:ph idx="2"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5" name="Google Shape;495;p71"/>
          <p:cNvSpPr txBox="1"/>
          <p:nvPr>
            <p:ph idx="3"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6" name="Google Shape;496;p71"/>
          <p:cNvSpPr txBox="1"/>
          <p:nvPr>
            <p:ph idx="4"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7" name="Google Shape;497;p71"/>
          <p:cNvSpPr txBox="1"/>
          <p:nvPr>
            <p:ph idx="5"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8" name="Google Shape;498;p71"/>
          <p:cNvSpPr txBox="1"/>
          <p:nvPr>
            <p:ph idx="6"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9" name="Google Shape;499;p71"/>
          <p:cNvSpPr txBox="1"/>
          <p:nvPr>
            <p:ph type="title"/>
          </p:nvPr>
        </p:nvSpPr>
        <p:spPr>
          <a:xfrm>
            <a:off x="589626" y="648200"/>
            <a:ext cx="7963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00" name="Google Shape;500;p71"/>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1"/>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1"/>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
          <p:cNvSpPr txBox="1"/>
          <p:nvPr>
            <p:ph idx="7"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04" name="Google Shape;504;p71"/>
          <p:cNvSpPr txBox="1"/>
          <p:nvPr>
            <p:ph idx="8"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05" name="Google Shape;505;p71"/>
          <p:cNvSpPr txBox="1"/>
          <p:nvPr>
            <p:ph idx="9"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Action pg#">
  <p:cSld name="SECTION_HEADER_1_1_2_1_2_1_1_5">
    <p:bg>
      <p:bgPr>
        <a:solidFill>
          <a:srgbClr val="FFFFFF"/>
        </a:solidFill>
      </p:bgPr>
    </p:bg>
    <p:spTree>
      <p:nvGrpSpPr>
        <p:cNvPr id="506" name="Shape 506"/>
        <p:cNvGrpSpPr/>
        <p:nvPr/>
      </p:nvGrpSpPr>
      <p:grpSpPr>
        <a:xfrm>
          <a:off x="0" y="0"/>
          <a:ext cx="0" cy="0"/>
          <a:chOff x="0" y="0"/>
          <a:chExt cx="0" cy="0"/>
        </a:xfrm>
      </p:grpSpPr>
      <p:sp>
        <p:nvSpPr>
          <p:cNvPr id="507" name="Google Shape;507;p7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08" name="Google Shape;508;p72"/>
          <p:cNvSpPr txBox="1"/>
          <p:nvPr>
            <p:ph idx="2"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09" name="Google Shape;509;p72"/>
          <p:cNvSpPr txBox="1"/>
          <p:nvPr>
            <p:ph idx="3"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0" name="Google Shape;510;p72"/>
          <p:cNvSpPr txBox="1"/>
          <p:nvPr>
            <p:ph idx="4"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1" name="Google Shape;511;p72"/>
          <p:cNvSpPr txBox="1"/>
          <p:nvPr>
            <p:ph idx="5"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2" name="Google Shape;512;p72"/>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
        <p:nvSpPr>
          <p:cNvPr id="513" name="Google Shape;513;p72"/>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2"/>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2"/>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17" name="Google Shape;517;p72"/>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18" name="Google Shape;518;p72"/>
          <p:cNvSpPr txBox="1"/>
          <p:nvPr>
            <p:ph idx="8"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9" name="Google Shape;519;p72"/>
          <p:cNvSpPr txBox="1"/>
          <p:nvPr>
            <p:ph idx="9"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3: Activity Steps - pg#">
  <p:cSld name="SECTION_HEADER_1_1_2_1_2_1_1_4">
    <p:bg>
      <p:bgPr>
        <a:solidFill>
          <a:srgbClr val="FFFFFF"/>
        </a:solidFill>
      </p:bgPr>
    </p:bg>
    <p:spTree>
      <p:nvGrpSpPr>
        <p:cNvPr id="520" name="Shape 520"/>
        <p:cNvGrpSpPr/>
        <p:nvPr/>
      </p:nvGrpSpPr>
      <p:grpSpPr>
        <a:xfrm>
          <a:off x="0" y="0"/>
          <a:ext cx="0" cy="0"/>
          <a:chOff x="0" y="0"/>
          <a:chExt cx="0" cy="0"/>
        </a:xfrm>
      </p:grpSpPr>
      <p:sp>
        <p:nvSpPr>
          <p:cNvPr id="521" name="Google Shape;521;p73"/>
          <p:cNvSpPr txBox="1"/>
          <p:nvPr>
            <p:ph idx="1" type="body"/>
          </p:nvPr>
        </p:nvSpPr>
        <p:spPr>
          <a:xfrm>
            <a:off x="515015"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2" name="Google Shape;522;p73"/>
          <p:cNvSpPr txBox="1"/>
          <p:nvPr>
            <p:ph idx="2" type="body"/>
          </p:nvPr>
        </p:nvSpPr>
        <p:spPr>
          <a:xfrm>
            <a:off x="3291768"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3" name="Google Shape;523;p73"/>
          <p:cNvSpPr txBox="1"/>
          <p:nvPr>
            <p:ph idx="3" type="body"/>
          </p:nvPr>
        </p:nvSpPr>
        <p:spPr>
          <a:xfrm>
            <a:off x="6068492"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4" name="Google Shape;524;p73"/>
          <p:cNvSpPr txBox="1"/>
          <p:nvPr>
            <p:ph idx="4" type="body"/>
          </p:nvPr>
        </p:nvSpPr>
        <p:spPr>
          <a:xfrm>
            <a:off x="515011" y="3132669"/>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25" name="Google Shape;525;p73"/>
          <p:cNvSpPr txBox="1"/>
          <p:nvPr>
            <p:ph type="title"/>
          </p:nvPr>
        </p:nvSpPr>
        <p:spPr>
          <a:xfrm>
            <a:off x="509016" y="648200"/>
            <a:ext cx="79644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26" name="Google Shape;526;p73"/>
          <p:cNvSpPr/>
          <p:nvPr/>
        </p:nvSpPr>
        <p:spPr>
          <a:xfrm>
            <a:off x="6247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3"/>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3"/>
          <p:cNvSpPr/>
          <p:nvPr/>
        </p:nvSpPr>
        <p:spPr>
          <a:xfrm>
            <a:off x="61782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3"/>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30" name="Google Shape;530;p73"/>
          <p:cNvSpPr txBox="1"/>
          <p:nvPr>
            <p:ph idx="6"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31" name="Google Shape;531;p73"/>
          <p:cNvSpPr txBox="1"/>
          <p:nvPr>
            <p:ph idx="7" type="body"/>
          </p:nvPr>
        </p:nvSpPr>
        <p:spPr>
          <a:xfrm>
            <a:off x="3291764"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32" name="Google Shape;532;p73"/>
          <p:cNvSpPr txBox="1"/>
          <p:nvPr>
            <p:ph idx="8" type="body"/>
          </p:nvPr>
        </p:nvSpPr>
        <p:spPr>
          <a:xfrm>
            <a:off x="6068489"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pic>
        <p:nvPicPr>
          <p:cNvPr id="533" name="Google Shape;533;p73"/>
          <p:cNvPicPr preferRelativeResize="0"/>
          <p:nvPr/>
        </p:nvPicPr>
        <p:blipFill>
          <a:blip r:embed="rId2">
            <a:alphaModFix/>
          </a:blip>
          <a:stretch>
            <a:fillRect/>
          </a:stretch>
        </p:blipFill>
        <p:spPr>
          <a:xfrm>
            <a:off x="2847300" y="4651226"/>
            <a:ext cx="228175" cy="228150"/>
          </a:xfrm>
          <a:prstGeom prst="rect">
            <a:avLst/>
          </a:prstGeom>
          <a:noFill/>
          <a:ln>
            <a:noFill/>
          </a:ln>
        </p:spPr>
      </p:pic>
      <p:sp>
        <p:nvSpPr>
          <p:cNvPr id="534" name="Google Shape;534;p73"/>
          <p:cNvSpPr txBox="1"/>
          <p:nvPr>
            <p:ph idx="9" type="subTitle"/>
          </p:nvPr>
        </p:nvSpPr>
        <p:spPr>
          <a:xfrm>
            <a:off x="51502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5" name="Google Shape;535;p73"/>
          <p:cNvPicPr preferRelativeResize="0"/>
          <p:nvPr/>
        </p:nvPicPr>
        <p:blipFill>
          <a:blip r:embed="rId2">
            <a:alphaModFix/>
          </a:blip>
          <a:stretch>
            <a:fillRect/>
          </a:stretch>
        </p:blipFill>
        <p:spPr>
          <a:xfrm>
            <a:off x="5624075" y="4651226"/>
            <a:ext cx="228175" cy="228150"/>
          </a:xfrm>
          <a:prstGeom prst="rect">
            <a:avLst/>
          </a:prstGeom>
          <a:noFill/>
          <a:ln>
            <a:noFill/>
          </a:ln>
        </p:spPr>
      </p:pic>
      <p:sp>
        <p:nvSpPr>
          <p:cNvPr id="536" name="Google Shape;536;p73"/>
          <p:cNvSpPr txBox="1"/>
          <p:nvPr>
            <p:ph idx="13" type="subTitle"/>
          </p:nvPr>
        </p:nvSpPr>
        <p:spPr>
          <a:xfrm>
            <a:off x="3291800"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7" name="Google Shape;537;p73"/>
          <p:cNvPicPr preferRelativeResize="0"/>
          <p:nvPr/>
        </p:nvPicPr>
        <p:blipFill>
          <a:blip r:embed="rId2">
            <a:alphaModFix/>
          </a:blip>
          <a:stretch>
            <a:fillRect/>
          </a:stretch>
        </p:blipFill>
        <p:spPr>
          <a:xfrm>
            <a:off x="8400800" y="4651226"/>
            <a:ext cx="228175" cy="228150"/>
          </a:xfrm>
          <a:prstGeom prst="rect">
            <a:avLst/>
          </a:prstGeom>
          <a:noFill/>
          <a:ln>
            <a:noFill/>
          </a:ln>
        </p:spPr>
      </p:pic>
      <p:sp>
        <p:nvSpPr>
          <p:cNvPr id="538" name="Google Shape;538;p73"/>
          <p:cNvSpPr txBox="1"/>
          <p:nvPr>
            <p:ph idx="14" type="subTitle"/>
          </p:nvPr>
        </p:nvSpPr>
        <p:spPr>
          <a:xfrm>
            <a:off x="606857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pg#">
  <p:cSld name="SECTION_HEADER_1_1_2_1_2_1_1_3">
    <p:bg>
      <p:bgPr>
        <a:solidFill>
          <a:srgbClr val="FFFFFF"/>
        </a:solidFill>
      </p:bgPr>
    </p:bg>
    <p:spTree>
      <p:nvGrpSpPr>
        <p:cNvPr id="539" name="Shape 539"/>
        <p:cNvGrpSpPr/>
        <p:nvPr/>
      </p:nvGrpSpPr>
      <p:grpSpPr>
        <a:xfrm>
          <a:off x="0" y="0"/>
          <a:ext cx="0" cy="0"/>
          <a:chOff x="0" y="0"/>
          <a:chExt cx="0" cy="0"/>
        </a:xfrm>
      </p:grpSpPr>
      <p:sp>
        <p:nvSpPr>
          <p:cNvPr id="540" name="Google Shape;540;p74"/>
          <p:cNvSpPr txBox="1"/>
          <p:nvPr>
            <p:ph idx="1"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41" name="Google Shape;541;p74"/>
          <p:cNvSpPr txBox="1"/>
          <p:nvPr>
            <p:ph idx="2"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42" name="Google Shape;542;p74"/>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4"/>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4"/>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46" name="Google Shape;546;p74"/>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47" name="Google Shape;547;p74"/>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4"/>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49" name="Google Shape;549;p74"/>
          <p:cNvSpPr txBox="1"/>
          <p:nvPr>
            <p:ph idx="6"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0" name="Google Shape;550;p74"/>
          <p:cNvSpPr txBox="1"/>
          <p:nvPr>
            <p:ph idx="7"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1" name="Google Shape;551;p74"/>
          <p:cNvSpPr txBox="1"/>
          <p:nvPr>
            <p:ph idx="8"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2" name="Google Shape;552;p74"/>
          <p:cNvSpPr txBox="1"/>
          <p:nvPr>
            <p:ph idx="9"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3" name="Google Shape;553;p74"/>
          <p:cNvSpPr txBox="1"/>
          <p:nvPr>
            <p:ph idx="13"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4" name="Google Shape;554;p74"/>
          <p:cNvSpPr txBox="1"/>
          <p:nvPr>
            <p:ph idx="14"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5" name="Google Shape;555;p74"/>
          <p:cNvSpPr txBox="1"/>
          <p:nvPr>
            <p:ph type="title"/>
          </p:nvPr>
        </p:nvSpPr>
        <p:spPr>
          <a:xfrm>
            <a:off x="585225" y="648200"/>
            <a:ext cx="8046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Action pg#">
  <p:cSld name="SECTION_HEADER_1_1_2_1_2_1_1_3_1">
    <p:bg>
      <p:bgPr>
        <a:solidFill>
          <a:srgbClr val="FFFFFF"/>
        </a:solidFill>
      </p:bgPr>
    </p:bg>
    <p:spTree>
      <p:nvGrpSpPr>
        <p:cNvPr id="556" name="Shape 556"/>
        <p:cNvGrpSpPr/>
        <p:nvPr/>
      </p:nvGrpSpPr>
      <p:grpSpPr>
        <a:xfrm>
          <a:off x="0" y="0"/>
          <a:ext cx="0" cy="0"/>
          <a:chOff x="0" y="0"/>
          <a:chExt cx="0" cy="0"/>
        </a:xfrm>
      </p:grpSpPr>
      <p:sp>
        <p:nvSpPr>
          <p:cNvPr id="557" name="Google Shape;557;p7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58" name="Google Shape;558;p75"/>
          <p:cNvSpPr txBox="1"/>
          <p:nvPr>
            <p:ph idx="2"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9" name="Google Shape;559;p75"/>
          <p:cNvSpPr txBox="1"/>
          <p:nvPr>
            <p:ph idx="3"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0" name="Google Shape;560;p75"/>
          <p:cNvSpPr txBox="1"/>
          <p:nvPr>
            <p:ph idx="4"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1" name="Google Shape;561;p75"/>
          <p:cNvSpPr txBox="1"/>
          <p:nvPr>
            <p:ph idx="5"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2" name="Google Shape;562;p75"/>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5"/>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5"/>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66" name="Google Shape;566;p75"/>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67" name="Google Shape;567;p75"/>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5"/>
          <p:cNvSpPr txBox="1"/>
          <p:nvPr>
            <p:ph idx="8"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9" name="Google Shape;569;p75"/>
          <p:cNvSpPr txBox="1"/>
          <p:nvPr>
            <p:ph idx="9"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0" name="Google Shape;570;p75"/>
          <p:cNvSpPr txBox="1"/>
          <p:nvPr>
            <p:ph idx="13"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71" name="Google Shape;571;p75"/>
          <p:cNvSpPr txBox="1"/>
          <p:nvPr>
            <p:ph idx="14"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2" name="Google Shape;572;p75"/>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 with Single Image or GIF - pg#">
  <p:cSld name="SECTION_HEADER_1_1_2_1_2_1_1_2_1">
    <p:bg>
      <p:bgPr>
        <a:solidFill>
          <a:srgbClr val="FFFFFF"/>
        </a:solidFill>
      </p:bgPr>
    </p:bg>
    <p:spTree>
      <p:nvGrpSpPr>
        <p:cNvPr id="573" name="Shape 573"/>
        <p:cNvGrpSpPr/>
        <p:nvPr/>
      </p:nvGrpSpPr>
      <p:grpSpPr>
        <a:xfrm>
          <a:off x="0" y="0"/>
          <a:ext cx="0" cy="0"/>
          <a:chOff x="0" y="0"/>
          <a:chExt cx="0" cy="0"/>
        </a:xfrm>
      </p:grpSpPr>
      <p:sp>
        <p:nvSpPr>
          <p:cNvPr id="574" name="Google Shape;574;p76"/>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75" name="Google Shape;575;p76"/>
          <p:cNvSpPr txBox="1"/>
          <p:nvPr>
            <p:ph type="title"/>
          </p:nvPr>
        </p:nvSpPr>
        <p:spPr>
          <a:xfrm>
            <a:off x="1088136"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6" name="Google Shape;576;p76"/>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78" name="Google Shape;578;p76"/>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79" name="Google Shape;579;p76"/>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Review with Image or GIF - pg#">
  <p:cSld name="SECTION_HEADER_1_1_2_1_2_1_1_2_1_1_1">
    <p:bg>
      <p:bgPr>
        <a:solidFill>
          <a:srgbClr val="FFFFFF"/>
        </a:solidFill>
      </p:bgPr>
    </p:bg>
    <p:spTree>
      <p:nvGrpSpPr>
        <p:cNvPr id="580" name="Shape 580"/>
        <p:cNvGrpSpPr/>
        <p:nvPr/>
      </p:nvGrpSpPr>
      <p:grpSpPr>
        <a:xfrm>
          <a:off x="0" y="0"/>
          <a:ext cx="0" cy="0"/>
          <a:chOff x="0" y="0"/>
          <a:chExt cx="0" cy="0"/>
        </a:xfrm>
      </p:grpSpPr>
      <p:sp>
        <p:nvSpPr>
          <p:cNvPr id="581" name="Google Shape;581;p77"/>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82" name="Google Shape;582;p77"/>
          <p:cNvSpPr txBox="1"/>
          <p:nvPr>
            <p:ph type="title"/>
          </p:nvPr>
        </p:nvSpPr>
        <p:spPr>
          <a:xfrm>
            <a:off x="594347"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83" name="Google Shape;583;p77"/>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85" name="Google Shape;585;p77"/>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86" name="Google Shape;586;p77"/>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with Numbering - pg#">
  <p:cSld name="SECTION_HEADER_1_1_2_1_2_1_1_1_3">
    <p:bg>
      <p:bgPr>
        <a:solidFill>
          <a:srgbClr val="FFFFFF"/>
        </a:solidFill>
      </p:bgPr>
    </p:bg>
    <p:spTree>
      <p:nvGrpSpPr>
        <p:cNvPr id="587" name="Shape 587"/>
        <p:cNvGrpSpPr/>
        <p:nvPr/>
      </p:nvGrpSpPr>
      <p:grpSpPr>
        <a:xfrm>
          <a:off x="0" y="0"/>
          <a:ext cx="0" cy="0"/>
          <a:chOff x="0" y="0"/>
          <a:chExt cx="0" cy="0"/>
        </a:xfrm>
      </p:grpSpPr>
      <p:sp>
        <p:nvSpPr>
          <p:cNvPr id="588" name="Google Shape;588;p78"/>
          <p:cNvSpPr txBox="1"/>
          <p:nvPr>
            <p:ph idx="1"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89" name="Google Shape;589;p78"/>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0" name="Google Shape;590;p7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1" name="Google Shape;591;p78"/>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2" name="Google Shape;592;p78"/>
          <p:cNvSpPr txBox="1"/>
          <p:nvPr>
            <p:ph idx="4"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593" name="Google Shape;593;p78"/>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 pg#">
  <p:cSld name="SECTION_HEADER_1_1_2_1_2_1_1_1_3_1">
    <p:bg>
      <p:bgPr>
        <a:solidFill>
          <a:srgbClr val="FFFFFF"/>
        </a:solidFill>
      </p:bgPr>
    </p:bg>
    <p:spTree>
      <p:nvGrpSpPr>
        <p:cNvPr id="594" name="Shape 594"/>
        <p:cNvGrpSpPr/>
        <p:nvPr/>
      </p:nvGrpSpPr>
      <p:grpSpPr>
        <a:xfrm>
          <a:off x="0" y="0"/>
          <a:ext cx="0" cy="0"/>
          <a:chOff x="0" y="0"/>
          <a:chExt cx="0" cy="0"/>
        </a:xfrm>
      </p:grpSpPr>
      <p:sp>
        <p:nvSpPr>
          <p:cNvPr id="595" name="Google Shape;595;p79"/>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96" name="Google Shape;596;p79"/>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7" name="Google Shape;597;p7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8" name="Google Shape;598;p79"/>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9" name="Google Shape;599;p79"/>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with Numbering - pg#">
  <p:cSld name="SECTION_HEADER_1_1_2_1_2_1_1_1_3_1_1">
    <p:bg>
      <p:bgPr>
        <a:solidFill>
          <a:srgbClr val="FFFFFF"/>
        </a:solidFill>
      </p:bgPr>
    </p:bg>
    <p:spTree>
      <p:nvGrpSpPr>
        <p:cNvPr id="600" name="Shape 600"/>
        <p:cNvGrpSpPr/>
        <p:nvPr/>
      </p:nvGrpSpPr>
      <p:grpSpPr>
        <a:xfrm>
          <a:off x="0" y="0"/>
          <a:ext cx="0" cy="0"/>
          <a:chOff x="0" y="0"/>
          <a:chExt cx="0" cy="0"/>
        </a:xfrm>
      </p:grpSpPr>
      <p:sp>
        <p:nvSpPr>
          <p:cNvPr id="601" name="Google Shape;601;p80"/>
          <p:cNvSpPr txBox="1"/>
          <p:nvPr>
            <p:ph idx="1"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602" name="Google Shape;602;p80"/>
          <p:cNvSpPr txBox="1"/>
          <p:nvPr>
            <p:ph idx="2"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3" name="Google Shape;603;p80"/>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04" name="Google Shape;604;p80"/>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05" name="Google Shape;605;p80"/>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06" name="Google Shape;606;p80"/>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 pg#">
  <p:cSld name="SECTION_HEADER_1_1_2_1_2_1_1_1_3_1_1_1">
    <p:bg>
      <p:bgPr>
        <a:solidFill>
          <a:srgbClr val="FFFFFF"/>
        </a:solidFill>
      </p:bgPr>
    </p:bg>
    <p:spTree>
      <p:nvGrpSpPr>
        <p:cNvPr id="607" name="Shape 607"/>
        <p:cNvGrpSpPr/>
        <p:nvPr/>
      </p:nvGrpSpPr>
      <p:grpSpPr>
        <a:xfrm>
          <a:off x="0" y="0"/>
          <a:ext cx="0" cy="0"/>
          <a:chOff x="0" y="0"/>
          <a:chExt cx="0" cy="0"/>
        </a:xfrm>
      </p:grpSpPr>
      <p:sp>
        <p:nvSpPr>
          <p:cNvPr id="608" name="Google Shape;608;p81"/>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9" name="Google Shape;609;p81"/>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10" name="Google Shape;610;p8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11" name="Google Shape;611;p81"/>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12" name="Google Shape;612;p81"/>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p:cSld name="SECTION_HEADER_1_1_2_1_2_1_1_1_2">
    <p:bg>
      <p:bgPr>
        <a:solidFill>
          <a:srgbClr val="D9D9D9"/>
        </a:solidFill>
      </p:bgPr>
    </p:bg>
    <p:spTree>
      <p:nvGrpSpPr>
        <p:cNvPr id="613" name="Shape 613"/>
        <p:cNvGrpSpPr/>
        <p:nvPr/>
      </p:nvGrpSpPr>
      <p:grpSpPr>
        <a:xfrm>
          <a:off x="0" y="0"/>
          <a:ext cx="0" cy="0"/>
          <a:chOff x="0" y="0"/>
          <a:chExt cx="0" cy="0"/>
        </a:xfrm>
      </p:grpSpPr>
      <p:sp>
        <p:nvSpPr>
          <p:cNvPr id="614" name="Google Shape;614;p82"/>
          <p:cNvSpPr txBox="1"/>
          <p:nvPr>
            <p:ph idx="1" type="body"/>
          </p:nvPr>
        </p:nvSpPr>
        <p:spPr>
          <a:xfrm>
            <a:off x="804672" y="1481328"/>
            <a:ext cx="7333500" cy="2944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15" name="Google Shape;615;p82"/>
          <p:cNvSpPr txBox="1"/>
          <p:nvPr>
            <p:ph type="title"/>
          </p:nvPr>
        </p:nvSpPr>
        <p:spPr>
          <a:xfrm>
            <a:off x="808850" y="822960"/>
            <a:ext cx="7503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616" name="Shape 616"/>
        <p:cNvGrpSpPr/>
        <p:nvPr/>
      </p:nvGrpSpPr>
      <p:grpSpPr>
        <a:xfrm>
          <a:off x="0" y="0"/>
          <a:ext cx="0" cy="0"/>
          <a:chOff x="0" y="0"/>
          <a:chExt cx="0" cy="0"/>
        </a:xfrm>
      </p:grpSpPr>
      <p:sp>
        <p:nvSpPr>
          <p:cNvPr id="617" name="Google Shape;617;p83"/>
          <p:cNvSpPr txBox="1"/>
          <p:nvPr/>
        </p:nvSpPr>
        <p:spPr>
          <a:xfrm>
            <a:off x="804672" y="2133000"/>
            <a:ext cx="5677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333FBF"/>
                </a:solidFill>
                <a:latin typeface="Roboto Medium"/>
                <a:ea typeface="Roboto Medium"/>
                <a:cs typeface="Roboto Medium"/>
                <a:sym typeface="Roboto Medium"/>
              </a:rPr>
              <a:t>End of Lesson</a:t>
            </a:r>
            <a:r>
              <a:rPr lang="en" sz="4800">
                <a:solidFill>
                  <a:srgbClr val="333FBF"/>
                </a:solidFill>
              </a:rPr>
              <a:t> </a:t>
            </a:r>
            <a:endParaRPr sz="4800">
              <a:solidFill>
                <a:srgbClr val="333FBF"/>
              </a:solidFill>
            </a:endParaRPr>
          </a:p>
        </p:txBody>
      </p:sp>
      <p:pic>
        <p:nvPicPr>
          <p:cNvPr id="618" name="Google Shape;618;p83"/>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619" name="Google Shape;619;p83"/>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0" name="Google Shape;620;p83"/>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621" name="Google Shape;621;p83"/>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622" name="Google Shape;622;p83"/>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p:cSld name="SECTION_HEADER_1_1_1">
    <p:bg>
      <p:bgPr>
        <a:solidFill>
          <a:srgbClr val="000000"/>
        </a:solidFill>
      </p:bgPr>
    </p:bg>
    <p:spTree>
      <p:nvGrpSpPr>
        <p:cNvPr id="623" name="Shape 623"/>
        <p:cNvGrpSpPr/>
        <p:nvPr/>
      </p:nvGrpSpPr>
      <p:grpSpPr>
        <a:xfrm>
          <a:off x="0" y="0"/>
          <a:ext cx="0" cy="0"/>
          <a:chOff x="0" y="0"/>
          <a:chExt cx="0" cy="0"/>
        </a:xfrm>
      </p:grpSpPr>
      <p:sp>
        <p:nvSpPr>
          <p:cNvPr id="624" name="Google Shape;624;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4"/>
          <p:cNvSpPr txBox="1"/>
          <p:nvPr>
            <p:ph type="title"/>
          </p:nvPr>
        </p:nvSpPr>
        <p:spPr>
          <a:xfrm>
            <a:off x="808850" y="3170750"/>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26" name="Google Shape;626;p84"/>
          <p:cNvSpPr txBox="1"/>
          <p:nvPr>
            <p:ph idx="2" type="title"/>
          </p:nvPr>
        </p:nvSpPr>
        <p:spPr>
          <a:xfrm>
            <a:off x="808850" y="3683675"/>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guide id="2" orient="horz" pos="2683">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0" name="Google Shape;630;p8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hree lines) ">
  <p:cSld name="SECTION_HEADER_1_1_1_1_1">
    <p:bg>
      <p:bgPr>
        <a:solidFill>
          <a:srgbClr val="000000"/>
        </a:solidFill>
      </p:bgPr>
    </p:bg>
    <p:spTree>
      <p:nvGrpSpPr>
        <p:cNvPr id="631" name="Shape 631"/>
        <p:cNvGrpSpPr/>
        <p:nvPr/>
      </p:nvGrpSpPr>
      <p:grpSpPr>
        <a:xfrm>
          <a:off x="0" y="0"/>
          <a:ext cx="0" cy="0"/>
          <a:chOff x="0" y="0"/>
          <a:chExt cx="0" cy="0"/>
        </a:xfrm>
      </p:grpSpPr>
      <p:sp>
        <p:nvSpPr>
          <p:cNvPr id="632" name="Google Shape;63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808850" y="2020824"/>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4" name="Google Shape;634;p86"/>
          <p:cNvSpPr txBox="1"/>
          <p:nvPr>
            <p:ph idx="2" type="title"/>
          </p:nvPr>
        </p:nvSpPr>
        <p:spPr>
          <a:xfrm>
            <a:off x="808850" y="2533749"/>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Text - pg#">
  <p:cSld name="SECTION_HEADER_1_1_2_1_2_2_1">
    <p:bg>
      <p:bgPr>
        <a:solidFill>
          <a:srgbClr val="FFFFFF"/>
        </a:solidFill>
      </p:bgPr>
    </p:bg>
    <p:spTree>
      <p:nvGrpSpPr>
        <p:cNvPr id="635" name="Shape 635"/>
        <p:cNvGrpSpPr/>
        <p:nvPr/>
      </p:nvGrpSpPr>
      <p:grpSpPr>
        <a:xfrm>
          <a:off x="0" y="0"/>
          <a:ext cx="0" cy="0"/>
          <a:chOff x="0" y="0"/>
          <a:chExt cx="0" cy="0"/>
        </a:xfrm>
      </p:grpSpPr>
      <p:sp>
        <p:nvSpPr>
          <p:cNvPr id="636" name="Google Shape;636;p8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37" name="Google Shape;637;p8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7"/>
          <p:cNvSpPr txBox="1"/>
          <p:nvPr>
            <p:ph idx="2"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39" name="Google Shape;639;p87"/>
          <p:cNvSpPr txBox="1"/>
          <p:nvPr>
            <p:ph idx="3"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40" name="Google Shape;640;p87"/>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641" name="Google Shape;641;p87"/>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2" name="Google Shape;642;p87"/>
          <p:cNvSpPr txBox="1"/>
          <p:nvPr>
            <p:ph idx="6"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CCC - numbered">
  <p:cSld name="SECTION_HEADER_1_1_2_3_1_4">
    <p:bg>
      <p:bgPr>
        <a:solidFill>
          <a:srgbClr val="FFFFFF"/>
        </a:solidFill>
      </p:bgPr>
    </p:bg>
    <p:spTree>
      <p:nvGrpSpPr>
        <p:cNvPr id="643" name="Shape 643"/>
        <p:cNvGrpSpPr/>
        <p:nvPr/>
      </p:nvGrpSpPr>
      <p:grpSpPr>
        <a:xfrm>
          <a:off x="0" y="0"/>
          <a:ext cx="0" cy="0"/>
          <a:chOff x="0" y="0"/>
          <a:chExt cx="0" cy="0"/>
        </a:xfrm>
      </p:grpSpPr>
      <p:pic>
        <p:nvPicPr>
          <p:cNvPr id="644" name="Google Shape;644;p8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645" name="Google Shape;645;p88"/>
          <p:cNvSpPr txBox="1"/>
          <p:nvPr>
            <p:ph type="title"/>
          </p:nvPr>
        </p:nvSpPr>
        <p:spPr>
          <a:xfrm>
            <a:off x="822960" y="1179576"/>
            <a:ext cx="75072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7B9E3F"/>
              </a:buClr>
              <a:buSzPts val="2800"/>
              <a:buNone/>
              <a:defRPr sz="2800">
                <a:solidFill>
                  <a:srgbClr val="7B9E3F"/>
                </a:solidFill>
              </a:defRPr>
            </a:lvl1pPr>
            <a:lvl2pPr lvl="1">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2pPr>
            <a:lvl3pPr lvl="2">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3pPr>
            <a:lvl4pPr lvl="3">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4pPr>
            <a:lvl5pPr lvl="4">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5pPr>
            <a:lvl6pPr lvl="5">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6pPr>
            <a:lvl7pPr lvl="6">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7pPr>
            <a:lvl8pPr lvl="7">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8pPr>
            <a:lvl9pPr lvl="8">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9pPr>
          </a:lstStyle>
          <a:p/>
        </p:txBody>
      </p:sp>
      <p:sp>
        <p:nvSpPr>
          <p:cNvPr id="646" name="Google Shape;646;p8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7" name="Google Shape;647;p8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48" name="Google Shape;648;p88"/>
          <p:cNvSpPr txBox="1"/>
          <p:nvPr>
            <p:ph idx="3" type="title"/>
          </p:nvPr>
        </p:nvSpPr>
        <p:spPr>
          <a:xfrm>
            <a:off x="822960" y="694944"/>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2pPr>
            <a:lvl3pPr lvl="2"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3pPr>
            <a:lvl4pPr lvl="3"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4pPr>
            <a:lvl5pPr lvl="4"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5pPr>
            <a:lvl6pPr lvl="5"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6pPr>
            <a:lvl7pPr lvl="6"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7pPr>
            <a:lvl8pPr lvl="7"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8pPr>
            <a:lvl9pPr lvl="8"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9pPr>
          </a:lstStyle>
          <a:p/>
        </p:txBody>
      </p:sp>
      <p:sp>
        <p:nvSpPr>
          <p:cNvPr id="649" name="Google Shape;649;p88"/>
          <p:cNvSpPr txBox="1"/>
          <p:nvPr>
            <p:ph idx="4" type="body"/>
          </p:nvPr>
        </p:nvSpPr>
        <p:spPr>
          <a:xfrm>
            <a:off x="8808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0" name="Google Shape;650;p88"/>
          <p:cNvSpPr txBox="1"/>
          <p:nvPr>
            <p:ph idx="5" type="body"/>
          </p:nvPr>
        </p:nvSpPr>
        <p:spPr>
          <a:xfrm>
            <a:off x="1511800" y="2109225"/>
            <a:ext cx="66660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image - numbered">
  <p:cSld name="SECTION_HEADER_1_1_2_3_1_3_1">
    <p:bg>
      <p:bgPr>
        <a:solidFill>
          <a:srgbClr val="FFFFFF"/>
        </a:solidFill>
      </p:bgPr>
    </p:bg>
    <p:spTree>
      <p:nvGrpSpPr>
        <p:cNvPr id="651" name="Shape 651"/>
        <p:cNvGrpSpPr/>
        <p:nvPr/>
      </p:nvGrpSpPr>
      <p:grpSpPr>
        <a:xfrm>
          <a:off x="0" y="0"/>
          <a:ext cx="0" cy="0"/>
          <a:chOff x="0" y="0"/>
          <a:chExt cx="0" cy="0"/>
        </a:xfrm>
      </p:grpSpPr>
      <p:pic>
        <p:nvPicPr>
          <p:cNvPr id="652" name="Google Shape;652;p89"/>
          <p:cNvPicPr preferRelativeResize="0"/>
          <p:nvPr/>
        </p:nvPicPr>
        <p:blipFill rotWithShape="1">
          <a:blip r:embed="rId2">
            <a:alphaModFix/>
          </a:blip>
          <a:srcRect b="-8684" l="0" r="0" t="0"/>
          <a:stretch/>
        </p:blipFill>
        <p:spPr>
          <a:xfrm>
            <a:off x="549100" y="1104729"/>
            <a:ext cx="8210620" cy="3998652"/>
          </a:xfrm>
          <a:prstGeom prst="rect">
            <a:avLst/>
          </a:prstGeom>
          <a:noFill/>
          <a:ln>
            <a:noFill/>
          </a:ln>
        </p:spPr>
      </p:pic>
      <p:sp>
        <p:nvSpPr>
          <p:cNvPr id="653" name="Google Shape;653;p8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54" name="Google Shape;654;p8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55" name="Google Shape;655;p89"/>
          <p:cNvSpPr txBox="1"/>
          <p:nvPr>
            <p:ph type="title"/>
          </p:nvPr>
        </p:nvSpPr>
        <p:spPr>
          <a:xfrm>
            <a:off x="818410" y="548640"/>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None/>
              <a:defRPr>
                <a:solidFill>
                  <a:srgbClr val="2F2F2F"/>
                </a:solidFill>
              </a:defRPr>
            </a:lvl2pPr>
            <a:lvl3pPr lvl="2" algn="ctr">
              <a:spcBef>
                <a:spcPts val="0"/>
              </a:spcBef>
              <a:spcAft>
                <a:spcPts val="0"/>
              </a:spcAft>
              <a:buClr>
                <a:srgbClr val="2F2F2F"/>
              </a:buClr>
              <a:buSzPts val="2800"/>
              <a:buNone/>
              <a:defRPr>
                <a:solidFill>
                  <a:srgbClr val="2F2F2F"/>
                </a:solidFill>
              </a:defRPr>
            </a:lvl3pPr>
            <a:lvl4pPr lvl="3" algn="ctr">
              <a:spcBef>
                <a:spcPts val="0"/>
              </a:spcBef>
              <a:spcAft>
                <a:spcPts val="0"/>
              </a:spcAft>
              <a:buClr>
                <a:srgbClr val="2F2F2F"/>
              </a:buClr>
              <a:buSzPts val="2800"/>
              <a:buNone/>
              <a:defRPr>
                <a:solidFill>
                  <a:srgbClr val="2F2F2F"/>
                </a:solidFill>
              </a:defRPr>
            </a:lvl4pPr>
            <a:lvl5pPr lvl="4" algn="ctr">
              <a:spcBef>
                <a:spcPts val="0"/>
              </a:spcBef>
              <a:spcAft>
                <a:spcPts val="0"/>
              </a:spcAft>
              <a:buClr>
                <a:srgbClr val="2F2F2F"/>
              </a:buClr>
              <a:buSzPts val="2800"/>
              <a:buNone/>
              <a:defRPr>
                <a:solidFill>
                  <a:srgbClr val="2F2F2F"/>
                </a:solidFill>
              </a:defRPr>
            </a:lvl5pPr>
            <a:lvl6pPr lvl="5" algn="ctr">
              <a:spcBef>
                <a:spcPts val="0"/>
              </a:spcBef>
              <a:spcAft>
                <a:spcPts val="0"/>
              </a:spcAft>
              <a:buClr>
                <a:srgbClr val="2F2F2F"/>
              </a:buClr>
              <a:buSzPts val="2800"/>
              <a:buNone/>
              <a:defRPr>
                <a:solidFill>
                  <a:srgbClr val="2F2F2F"/>
                </a:solidFill>
              </a:defRPr>
            </a:lvl6pPr>
            <a:lvl7pPr lvl="6" algn="ctr">
              <a:spcBef>
                <a:spcPts val="0"/>
              </a:spcBef>
              <a:spcAft>
                <a:spcPts val="0"/>
              </a:spcAft>
              <a:buClr>
                <a:srgbClr val="2F2F2F"/>
              </a:buClr>
              <a:buSzPts val="2800"/>
              <a:buNone/>
              <a:defRPr>
                <a:solidFill>
                  <a:srgbClr val="2F2F2F"/>
                </a:solidFill>
              </a:defRPr>
            </a:lvl7pPr>
            <a:lvl8pPr lvl="7" algn="ctr">
              <a:spcBef>
                <a:spcPts val="0"/>
              </a:spcBef>
              <a:spcAft>
                <a:spcPts val="0"/>
              </a:spcAft>
              <a:buClr>
                <a:srgbClr val="2F2F2F"/>
              </a:buClr>
              <a:buSzPts val="2800"/>
              <a:buNone/>
              <a:defRPr>
                <a:solidFill>
                  <a:srgbClr val="2F2F2F"/>
                </a:solidFill>
              </a:defRPr>
            </a:lvl8pPr>
            <a:lvl9pPr lvl="8" algn="ctr">
              <a:spcBef>
                <a:spcPts val="0"/>
              </a:spcBef>
              <a:spcAft>
                <a:spcPts val="0"/>
              </a:spcAft>
              <a:buClr>
                <a:srgbClr val="2F2F2F"/>
              </a:buClr>
              <a:buSzPts val="2800"/>
              <a:buNone/>
              <a:defRPr>
                <a:solidFill>
                  <a:srgbClr val="2F2F2F"/>
                </a:solidFill>
              </a:defRPr>
            </a:lvl9pPr>
          </a:lstStyle>
          <a:p/>
        </p:txBody>
      </p:sp>
      <p:sp>
        <p:nvSpPr>
          <p:cNvPr id="656" name="Google Shape;656;p89"/>
          <p:cNvSpPr txBox="1"/>
          <p:nvPr>
            <p:ph idx="3" type="body"/>
          </p:nvPr>
        </p:nvSpPr>
        <p:spPr>
          <a:xfrm>
            <a:off x="813816" y="1389888"/>
            <a:ext cx="704700" cy="28620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7" name="Google Shape;657;p89"/>
          <p:cNvSpPr txBox="1"/>
          <p:nvPr>
            <p:ph idx="4" type="body"/>
          </p:nvPr>
        </p:nvSpPr>
        <p:spPr>
          <a:xfrm>
            <a:off x="1444758" y="1389899"/>
            <a:ext cx="6664800" cy="28620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p:cSld name="CUSTOM_2">
    <p:spTree>
      <p:nvGrpSpPr>
        <p:cNvPr id="658" name="Shape 658"/>
        <p:cNvGrpSpPr/>
        <p:nvPr/>
      </p:nvGrpSpPr>
      <p:grpSpPr>
        <a:xfrm>
          <a:off x="0" y="0"/>
          <a:ext cx="0" cy="0"/>
          <a:chOff x="0" y="0"/>
          <a:chExt cx="0" cy="0"/>
        </a:xfrm>
      </p:grpSpPr>
      <p:sp>
        <p:nvSpPr>
          <p:cNvPr id="659" name="Google Shape;659;p90"/>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90"/>
          <p:cNvPicPr preferRelativeResize="0"/>
          <p:nvPr/>
        </p:nvPicPr>
        <p:blipFill rotWithShape="1">
          <a:blip r:embed="rId2">
            <a:alphaModFix/>
          </a:blip>
          <a:srcRect b="1888" l="397" r="407" t="17421"/>
          <a:stretch/>
        </p:blipFill>
        <p:spPr>
          <a:xfrm>
            <a:off x="0" y="962950"/>
            <a:ext cx="9144003" cy="4180550"/>
          </a:xfrm>
          <a:prstGeom prst="rect">
            <a:avLst/>
          </a:prstGeom>
          <a:noFill/>
          <a:ln>
            <a:noFill/>
          </a:ln>
        </p:spPr>
      </p:pic>
      <p:sp>
        <p:nvSpPr>
          <p:cNvPr id="661" name="Google Shape;661;p90"/>
          <p:cNvSpPr txBox="1"/>
          <p:nvPr/>
        </p:nvSpPr>
        <p:spPr>
          <a:xfrm>
            <a:off x="786104" y="365750"/>
            <a:ext cx="75621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F2F2F"/>
                </a:solidFill>
                <a:latin typeface="Roboto"/>
                <a:ea typeface="Roboto"/>
                <a:cs typeface="Roboto"/>
                <a:sym typeface="Roboto"/>
              </a:rPr>
              <a:t>Scientific Argumentation</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w/ text">
  <p:cSld name="CUSTOM_2_1">
    <p:spTree>
      <p:nvGrpSpPr>
        <p:cNvPr id="662" name="Shape 662"/>
        <p:cNvGrpSpPr/>
        <p:nvPr/>
      </p:nvGrpSpPr>
      <p:grpSpPr>
        <a:xfrm>
          <a:off x="0" y="0"/>
          <a:ext cx="0" cy="0"/>
          <a:chOff x="0" y="0"/>
          <a:chExt cx="0" cy="0"/>
        </a:xfrm>
      </p:grpSpPr>
      <p:sp>
        <p:nvSpPr>
          <p:cNvPr id="663" name="Google Shape;663;p91"/>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 name="Google Shape;664;p91"/>
          <p:cNvPicPr preferRelativeResize="0"/>
          <p:nvPr/>
        </p:nvPicPr>
        <p:blipFill rotWithShape="1">
          <a:blip r:embed="rId2">
            <a:alphaModFix/>
          </a:blip>
          <a:srcRect b="1153" l="0" r="0" t="2795"/>
          <a:stretch/>
        </p:blipFill>
        <p:spPr>
          <a:xfrm>
            <a:off x="1458213" y="97014"/>
            <a:ext cx="6227575" cy="4971400"/>
          </a:xfrm>
          <a:prstGeom prst="rect">
            <a:avLst/>
          </a:prstGeom>
          <a:noFill/>
          <a:ln>
            <a:noFill/>
          </a:ln>
        </p:spPr>
      </p:pic>
      <p:sp>
        <p:nvSpPr>
          <p:cNvPr id="665" name="Google Shape;665;p91"/>
          <p:cNvSpPr txBox="1"/>
          <p:nvPr>
            <p:ph idx="1" type="body"/>
          </p:nvPr>
        </p:nvSpPr>
        <p:spPr>
          <a:xfrm>
            <a:off x="2073824" y="1328925"/>
            <a:ext cx="5131500" cy="2944500"/>
          </a:xfrm>
          <a:prstGeom prst="rect">
            <a:avLst/>
          </a:prstGeom>
        </p:spPr>
        <p:txBody>
          <a:bodyPr anchorCtr="0" anchor="t" bIns="91425" lIns="91425" spcFirstLastPara="1" rIns="91425" wrap="square" tIns="91425">
            <a:noAutofit/>
          </a:bodyPr>
          <a:lstStyle>
            <a:lvl1pPr indent="-355600" lvl="0" marL="457200">
              <a:lnSpc>
                <a:spcPct val="100000"/>
              </a:lnSpc>
              <a:spcBef>
                <a:spcPts val="0"/>
              </a:spcBef>
              <a:spcAft>
                <a:spcPts val="0"/>
              </a:spcAft>
              <a:buSzPts val="2000"/>
              <a:buFont typeface="Roboto"/>
              <a:buChar char="●"/>
              <a:defRPr sz="2000">
                <a:latin typeface="Roboto"/>
                <a:ea typeface="Roboto"/>
                <a:cs typeface="Roboto"/>
                <a:sym typeface="Roboto"/>
              </a:defRPr>
            </a:lvl1pPr>
            <a:lvl2pPr indent="-355600" lvl="1" marL="914400">
              <a:lnSpc>
                <a:spcPct val="100000"/>
              </a:lnSpc>
              <a:spcBef>
                <a:spcPts val="1500"/>
              </a:spcBef>
              <a:spcAft>
                <a:spcPts val="0"/>
              </a:spcAft>
              <a:buSzPts val="2000"/>
              <a:buChar char="○"/>
              <a:defRPr sz="2000"/>
            </a:lvl2pPr>
            <a:lvl3pPr indent="-355600" lvl="2" marL="1371600">
              <a:lnSpc>
                <a:spcPct val="100000"/>
              </a:lnSpc>
              <a:spcBef>
                <a:spcPts val="1500"/>
              </a:spcBef>
              <a:spcAft>
                <a:spcPts val="0"/>
              </a:spcAft>
              <a:buSzPts val="2000"/>
              <a:buChar char="■"/>
              <a:defRPr sz="2000"/>
            </a:lvl3pPr>
            <a:lvl4pPr indent="-355600" lvl="3" marL="1828800">
              <a:lnSpc>
                <a:spcPct val="100000"/>
              </a:lnSpc>
              <a:spcBef>
                <a:spcPts val="1500"/>
              </a:spcBef>
              <a:spcAft>
                <a:spcPts val="0"/>
              </a:spcAft>
              <a:buSzPts val="2000"/>
              <a:buChar char="●"/>
              <a:defRPr sz="2000"/>
            </a:lvl4pPr>
            <a:lvl5pPr indent="-355600" lvl="4" marL="2286000">
              <a:lnSpc>
                <a:spcPct val="100000"/>
              </a:lnSpc>
              <a:spcBef>
                <a:spcPts val="1500"/>
              </a:spcBef>
              <a:spcAft>
                <a:spcPts val="0"/>
              </a:spcAft>
              <a:buSzPts val="2000"/>
              <a:buChar char="○"/>
              <a:defRPr sz="2000"/>
            </a:lvl5pPr>
            <a:lvl6pPr indent="-355600" lvl="5" marL="2743200">
              <a:lnSpc>
                <a:spcPct val="100000"/>
              </a:lnSpc>
              <a:spcBef>
                <a:spcPts val="1500"/>
              </a:spcBef>
              <a:spcAft>
                <a:spcPts val="0"/>
              </a:spcAft>
              <a:buSzPts val="2000"/>
              <a:buChar char="■"/>
              <a:defRPr sz="2000"/>
            </a:lvl6pPr>
            <a:lvl7pPr indent="-355600" lvl="6" marL="3200400">
              <a:lnSpc>
                <a:spcPct val="100000"/>
              </a:lnSpc>
              <a:spcBef>
                <a:spcPts val="1500"/>
              </a:spcBef>
              <a:spcAft>
                <a:spcPts val="0"/>
              </a:spcAft>
              <a:buSzPts val="2000"/>
              <a:buChar char="●"/>
              <a:defRPr sz="2000"/>
            </a:lvl7pPr>
            <a:lvl8pPr indent="-355600" lvl="7" marL="3657600">
              <a:lnSpc>
                <a:spcPct val="100000"/>
              </a:lnSpc>
              <a:spcBef>
                <a:spcPts val="1500"/>
              </a:spcBef>
              <a:spcAft>
                <a:spcPts val="0"/>
              </a:spcAft>
              <a:buSzPts val="2000"/>
              <a:buChar char="○"/>
              <a:defRPr sz="2000"/>
            </a:lvl8pPr>
            <a:lvl9pPr indent="-355600" lvl="8" marL="4114800">
              <a:lnSpc>
                <a:spcPct val="100000"/>
              </a:lnSpc>
              <a:spcBef>
                <a:spcPts val="1500"/>
              </a:spcBef>
              <a:spcAft>
                <a:spcPts val="1500"/>
              </a:spcAft>
              <a:buSzPts val="2000"/>
              <a:buChar char="■"/>
              <a:defRPr sz="2000"/>
            </a:lvl9pPr>
          </a:lstStyle>
          <a:p/>
        </p:txBody>
      </p:sp>
      <p:sp>
        <p:nvSpPr>
          <p:cNvPr id="666" name="Google Shape;666;p91"/>
          <p:cNvSpPr txBox="1"/>
          <p:nvPr>
            <p:ph type="title"/>
          </p:nvPr>
        </p:nvSpPr>
        <p:spPr>
          <a:xfrm>
            <a:off x="2002536" y="649224"/>
            <a:ext cx="5202900" cy="493800"/>
          </a:xfrm>
          <a:prstGeom prst="rect">
            <a:avLst/>
          </a:prstGeom>
        </p:spPr>
        <p:txBody>
          <a:bodyPr anchorCtr="0" anchor="t" bIns="91425" lIns="91425" spcFirstLastPara="1" rIns="91425" wrap="square" tIns="91425">
            <a:noAutofit/>
          </a:bodyPr>
          <a:lstStyle>
            <a:lvl1pPr lvl="0">
              <a:spcBef>
                <a:spcPts val="0"/>
              </a:spcBef>
              <a:spcAft>
                <a:spcPts val="0"/>
              </a:spcAft>
              <a:buNone/>
              <a:defRPr sz="2600">
                <a:solidFill>
                  <a:srgbClr val="000000"/>
                </a:solidFill>
              </a:defRPr>
            </a:lvl1pPr>
            <a:lvl2pPr lvl="1">
              <a:spcBef>
                <a:spcPts val="0"/>
              </a:spcBef>
              <a:spcAft>
                <a:spcPts val="0"/>
              </a:spcAft>
              <a:buNone/>
              <a:defRPr sz="2600">
                <a:solidFill>
                  <a:srgbClr val="000000"/>
                </a:solidFill>
              </a:defRPr>
            </a:lvl2pPr>
            <a:lvl3pPr lvl="2">
              <a:spcBef>
                <a:spcPts val="0"/>
              </a:spcBef>
              <a:spcAft>
                <a:spcPts val="0"/>
              </a:spcAft>
              <a:buNone/>
              <a:defRPr sz="2600">
                <a:solidFill>
                  <a:srgbClr val="000000"/>
                </a:solidFill>
              </a:defRPr>
            </a:lvl3pPr>
            <a:lvl4pPr lvl="3">
              <a:spcBef>
                <a:spcPts val="0"/>
              </a:spcBef>
              <a:spcAft>
                <a:spcPts val="0"/>
              </a:spcAft>
              <a:buNone/>
              <a:defRPr sz="2600">
                <a:solidFill>
                  <a:srgbClr val="000000"/>
                </a:solidFill>
              </a:defRPr>
            </a:lvl4pPr>
            <a:lvl5pPr lvl="4">
              <a:spcBef>
                <a:spcPts val="0"/>
              </a:spcBef>
              <a:spcAft>
                <a:spcPts val="0"/>
              </a:spcAft>
              <a:buNone/>
              <a:defRPr sz="2600">
                <a:solidFill>
                  <a:srgbClr val="000000"/>
                </a:solidFill>
              </a:defRPr>
            </a:lvl5pPr>
            <a:lvl6pPr lvl="5">
              <a:spcBef>
                <a:spcPts val="0"/>
              </a:spcBef>
              <a:spcAft>
                <a:spcPts val="0"/>
              </a:spcAft>
              <a:buNone/>
              <a:defRPr sz="2600">
                <a:solidFill>
                  <a:srgbClr val="000000"/>
                </a:solidFill>
              </a:defRPr>
            </a:lvl6pPr>
            <a:lvl7pPr lvl="6">
              <a:spcBef>
                <a:spcPts val="0"/>
              </a:spcBef>
              <a:spcAft>
                <a:spcPts val="0"/>
              </a:spcAft>
              <a:buNone/>
              <a:defRPr sz="2600">
                <a:solidFill>
                  <a:srgbClr val="000000"/>
                </a:solidFill>
              </a:defRPr>
            </a:lvl7pPr>
            <a:lvl8pPr lvl="7">
              <a:spcBef>
                <a:spcPts val="0"/>
              </a:spcBef>
              <a:spcAft>
                <a:spcPts val="0"/>
              </a:spcAft>
              <a:buNone/>
              <a:defRPr sz="2600">
                <a:solidFill>
                  <a:srgbClr val="000000"/>
                </a:solidFill>
              </a:defRPr>
            </a:lvl8pPr>
            <a:lvl9pPr lvl="8">
              <a:spcBef>
                <a:spcPts val="0"/>
              </a:spcBef>
              <a:spcAft>
                <a:spcPts val="0"/>
              </a:spcAft>
              <a:buNone/>
              <a:defRPr sz="2600">
                <a:solidFill>
                  <a:srgbClr val="000000"/>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TT">
  <p:cSld name="SECTION_HEADER_1_1_2_2_8">
    <p:bg>
      <p:bgPr>
        <a:solidFill>
          <a:srgbClr val="FFFFFF"/>
        </a:solidFill>
      </p:bgPr>
    </p:bg>
    <p:spTree>
      <p:nvGrpSpPr>
        <p:cNvPr id="667" name="Shape 667"/>
        <p:cNvGrpSpPr/>
        <p:nvPr/>
      </p:nvGrpSpPr>
      <p:grpSpPr>
        <a:xfrm>
          <a:off x="0" y="0"/>
          <a:ext cx="0" cy="0"/>
          <a:chOff x="0" y="0"/>
          <a:chExt cx="0" cy="0"/>
        </a:xfrm>
      </p:grpSpPr>
      <p:sp>
        <p:nvSpPr>
          <p:cNvPr id="668" name="Google Shape;668;p9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69" name="Google Shape;669;p9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0" name="Google Shape;670;p9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1" name="Google Shape;671;p9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pic>
        <p:nvPicPr>
          <p:cNvPr id="672" name="Google Shape;672;p92"/>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73" name="Google Shape;673;p92"/>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74" name="Google Shape;674;p92"/>
          <p:cNvSpPr txBox="1"/>
          <p:nvPr>
            <p:ph idx="6" type="body"/>
          </p:nvPr>
        </p:nvSpPr>
        <p:spPr>
          <a:xfrm>
            <a:off x="283464" y="1508760"/>
            <a:ext cx="3365100" cy="1134000"/>
          </a:xfrm>
          <a:prstGeom prst="rect">
            <a:avLst/>
          </a:prstGeom>
        </p:spPr>
        <p:txBody>
          <a:bodyPr anchorCtr="0" anchor="ctr" bIns="0" lIns="91425" spcFirstLastPara="1" rIns="91425" wrap="square" tIns="91425">
            <a:noAutofit/>
          </a:bodyPr>
          <a:lstStyle>
            <a:lvl1pPr indent="-330200" lvl="0" marL="457200">
              <a:spcBef>
                <a:spcPts val="0"/>
              </a:spcBef>
              <a:spcAft>
                <a:spcPts val="0"/>
              </a:spcAft>
              <a:buSzPts val="1600"/>
              <a:buFont typeface="Roboto"/>
              <a:buChar char="●"/>
              <a:defRPr sz="1600">
                <a:latin typeface="Roboto"/>
                <a:ea typeface="Roboto"/>
                <a:cs typeface="Roboto"/>
                <a:sym typeface="Roboto"/>
              </a:defRPr>
            </a:lvl1pPr>
            <a:lvl2pPr indent="-330200" lvl="1" marL="914400">
              <a:spcBef>
                <a:spcPts val="1600"/>
              </a:spcBef>
              <a:spcAft>
                <a:spcPts val="0"/>
              </a:spcAft>
              <a:buSzPts val="1600"/>
              <a:buChar char="○"/>
              <a:defRPr sz="1600"/>
            </a:lvl2pPr>
            <a:lvl3pPr indent="-330200" lvl="2" marL="1371600">
              <a:spcBef>
                <a:spcPts val="1600"/>
              </a:spcBef>
              <a:spcAft>
                <a:spcPts val="0"/>
              </a:spcAft>
              <a:buSzPts val="1600"/>
              <a:buChar char="■"/>
              <a:defRPr sz="1600"/>
            </a:lvl3pPr>
            <a:lvl4pPr indent="-330200" lvl="3" marL="1828800">
              <a:spcBef>
                <a:spcPts val="1600"/>
              </a:spcBef>
              <a:spcAft>
                <a:spcPts val="0"/>
              </a:spcAft>
              <a:buSzPts val="1600"/>
              <a:buChar char="●"/>
              <a:defRPr sz="1600"/>
            </a:lvl4pPr>
            <a:lvl5pPr indent="-330200" lvl="4" marL="2286000">
              <a:spcBef>
                <a:spcPts val="1600"/>
              </a:spcBef>
              <a:spcAft>
                <a:spcPts val="0"/>
              </a:spcAft>
              <a:buSzPts val="1600"/>
              <a:buChar char="○"/>
              <a:defRPr sz="1600"/>
            </a:lvl5pPr>
            <a:lvl6pPr indent="-330200" lvl="5" marL="2743200">
              <a:spcBef>
                <a:spcPts val="1600"/>
              </a:spcBef>
              <a:spcAft>
                <a:spcPts val="0"/>
              </a:spcAft>
              <a:buSzPts val="1600"/>
              <a:buChar char="■"/>
              <a:defRPr sz="1600"/>
            </a:lvl6pPr>
            <a:lvl7pPr indent="-330200" lvl="6" marL="3200400">
              <a:spcBef>
                <a:spcPts val="1600"/>
              </a:spcBef>
              <a:spcAft>
                <a:spcPts val="0"/>
              </a:spcAft>
              <a:buSzPts val="1600"/>
              <a:buChar char="●"/>
              <a:defRPr sz="1600"/>
            </a:lvl7pPr>
            <a:lvl8pPr indent="-330200" lvl="7" marL="3657600">
              <a:spcBef>
                <a:spcPts val="1600"/>
              </a:spcBef>
              <a:spcAft>
                <a:spcPts val="0"/>
              </a:spcAft>
              <a:buSzPts val="1600"/>
              <a:buChar char="○"/>
              <a:defRPr sz="1600"/>
            </a:lvl8pPr>
            <a:lvl9pPr indent="-330200" lvl="8" marL="4114800">
              <a:spcBef>
                <a:spcPts val="1600"/>
              </a:spcBef>
              <a:spcAft>
                <a:spcPts val="1600"/>
              </a:spcAft>
              <a:buSzPts val="1600"/>
              <a:buChar char="■"/>
              <a:defRPr sz="16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SA">
  <p:cSld name="SECTION_HEADER_1_1_2_1_2_6">
    <p:bg>
      <p:bgPr>
        <a:solidFill>
          <a:srgbClr val="FFFFFF"/>
        </a:solidFill>
      </p:bgPr>
    </p:bg>
    <p:spTree>
      <p:nvGrpSpPr>
        <p:cNvPr id="675" name="Shape 675"/>
        <p:cNvGrpSpPr/>
        <p:nvPr/>
      </p:nvGrpSpPr>
      <p:grpSpPr>
        <a:xfrm>
          <a:off x="0" y="0"/>
          <a:ext cx="0" cy="0"/>
          <a:chOff x="0" y="0"/>
          <a:chExt cx="0" cy="0"/>
        </a:xfrm>
      </p:grpSpPr>
      <p:sp>
        <p:nvSpPr>
          <p:cNvPr id="676" name="Google Shape;676;p9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77" name="Google Shape;677;p9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8" name="Google Shape;678;p93"/>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9" name="Google Shape;679;p93"/>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680" name="Google Shape;680;p93"/>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81" name="Google Shape;681;p93"/>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82" name="Google Shape;682;p93"/>
          <p:cNvSpPr txBox="1"/>
          <p:nvPr>
            <p:ph idx="6" type="body"/>
          </p:nvPr>
        </p:nvSpPr>
        <p:spPr>
          <a:xfrm>
            <a:off x="283464" y="1508760"/>
            <a:ext cx="3365100" cy="11340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Font typeface="Roboto"/>
              <a:buChar char="●"/>
              <a:defRPr sz="1800">
                <a:latin typeface="Roboto"/>
                <a:ea typeface="Roboto"/>
                <a:cs typeface="Roboto"/>
                <a:sym typeface="Roboto"/>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ty Guidelines">
  <p:cSld name="SECTION_HEADER_1_1_2_1_2_1_1_1_4">
    <p:bg>
      <p:bgPr>
        <a:solidFill>
          <a:srgbClr val="FFFFFF"/>
        </a:solidFill>
      </p:bgPr>
    </p:bg>
    <p:spTree>
      <p:nvGrpSpPr>
        <p:cNvPr id="683" name="Shape 683"/>
        <p:cNvGrpSpPr/>
        <p:nvPr/>
      </p:nvGrpSpPr>
      <p:grpSpPr>
        <a:xfrm>
          <a:off x="0" y="0"/>
          <a:ext cx="0" cy="0"/>
          <a:chOff x="0" y="0"/>
          <a:chExt cx="0" cy="0"/>
        </a:xfrm>
      </p:grpSpPr>
      <p:pic>
        <p:nvPicPr>
          <p:cNvPr id="684" name="Google Shape;684;p94"/>
          <p:cNvPicPr preferRelativeResize="0"/>
          <p:nvPr/>
        </p:nvPicPr>
        <p:blipFill rotWithShape="1">
          <a:blip r:embed="rId2">
            <a:alphaModFix/>
          </a:blip>
          <a:srcRect b="0" l="0" r="0" t="0"/>
          <a:stretch/>
        </p:blipFill>
        <p:spPr>
          <a:xfrm>
            <a:off x="5780575" y="991457"/>
            <a:ext cx="3122150" cy="3678292"/>
          </a:xfrm>
          <a:prstGeom prst="rect">
            <a:avLst/>
          </a:prstGeom>
          <a:noFill/>
          <a:ln>
            <a:noFill/>
          </a:ln>
        </p:spPr>
      </p:pic>
      <p:sp>
        <p:nvSpPr>
          <p:cNvPr id="685" name="Google Shape;685;p94"/>
          <p:cNvSpPr txBox="1"/>
          <p:nvPr/>
        </p:nvSpPr>
        <p:spPr>
          <a:xfrm>
            <a:off x="956975" y="991450"/>
            <a:ext cx="4767000" cy="3624600"/>
          </a:xfrm>
          <a:prstGeom prst="rect">
            <a:avLst/>
          </a:prstGeom>
          <a:noFill/>
          <a:ln>
            <a:noFill/>
          </a:ln>
        </p:spPr>
        <p:txBody>
          <a:bodyPr anchorCtr="0" anchor="t" bIns="91425" lIns="45700" spcFirstLastPara="1" rIns="91425" wrap="square" tIns="91425">
            <a:noAutofit/>
          </a:bodyPr>
          <a:lstStyle/>
          <a:p>
            <a:pPr indent="0" lvl="0" marL="0" rtl="0" algn="l">
              <a:lnSpc>
                <a:spcPct val="150000"/>
              </a:lnSpc>
              <a:spcBef>
                <a:spcPts val="0"/>
              </a:spcBef>
              <a:spcAft>
                <a:spcPts val="2000"/>
              </a:spcAft>
              <a:buNone/>
            </a:pPr>
            <a:r>
              <a:rPr lang="en">
                <a:latin typeface="Roboto"/>
                <a:ea typeface="Roboto"/>
                <a:cs typeface="Roboto"/>
                <a:sym typeface="Roboto"/>
              </a:rPr>
              <a:t>Follow instructions. </a:t>
            </a:r>
            <a:br>
              <a:rPr lang="en">
                <a:latin typeface="Roboto"/>
                <a:ea typeface="Roboto"/>
                <a:cs typeface="Roboto"/>
                <a:sym typeface="Roboto"/>
              </a:rPr>
            </a:br>
            <a:r>
              <a:rPr lang="en">
                <a:latin typeface="Roboto"/>
                <a:ea typeface="Roboto"/>
                <a:cs typeface="Roboto"/>
                <a:sym typeface="Roboto"/>
              </a:rPr>
              <a:t>Don’t taste things. </a:t>
            </a:r>
            <a:br>
              <a:rPr lang="en">
                <a:latin typeface="Roboto"/>
                <a:ea typeface="Roboto"/>
                <a:cs typeface="Roboto"/>
                <a:sym typeface="Roboto"/>
              </a:rPr>
            </a:br>
            <a:r>
              <a:rPr lang="en">
                <a:latin typeface="Roboto"/>
                <a:ea typeface="Roboto"/>
                <a:cs typeface="Roboto"/>
                <a:sym typeface="Roboto"/>
              </a:rPr>
              <a:t>Smell substances like a chemist. </a:t>
            </a:r>
            <a:br>
              <a:rPr lang="en">
                <a:latin typeface="Roboto"/>
                <a:ea typeface="Roboto"/>
                <a:cs typeface="Roboto"/>
                <a:sym typeface="Roboto"/>
              </a:rPr>
            </a:br>
            <a:r>
              <a:rPr lang="en">
                <a:latin typeface="Roboto"/>
                <a:ea typeface="Roboto"/>
                <a:cs typeface="Roboto"/>
                <a:sym typeface="Roboto"/>
              </a:rPr>
              <a:t>Protect your eyes. </a:t>
            </a:r>
            <a:br>
              <a:rPr lang="en">
                <a:latin typeface="Roboto"/>
                <a:ea typeface="Roboto"/>
                <a:cs typeface="Roboto"/>
                <a:sym typeface="Roboto"/>
              </a:rPr>
            </a:br>
            <a:r>
              <a:rPr lang="en">
                <a:latin typeface="Roboto"/>
                <a:ea typeface="Roboto"/>
                <a:cs typeface="Roboto"/>
                <a:sym typeface="Roboto"/>
              </a:rPr>
              <a:t>Protect your hands. </a:t>
            </a:r>
            <a:br>
              <a:rPr lang="en">
                <a:latin typeface="Roboto"/>
                <a:ea typeface="Roboto"/>
                <a:cs typeface="Roboto"/>
                <a:sym typeface="Roboto"/>
              </a:rPr>
            </a:br>
            <a:r>
              <a:rPr lang="en">
                <a:latin typeface="Roboto"/>
                <a:ea typeface="Roboto"/>
                <a:cs typeface="Roboto"/>
                <a:sym typeface="Roboto"/>
              </a:rPr>
              <a:t>Keep your hands away from your face. </a:t>
            </a:r>
            <a:br>
              <a:rPr lang="en">
                <a:latin typeface="Roboto"/>
                <a:ea typeface="Roboto"/>
                <a:cs typeface="Roboto"/>
                <a:sym typeface="Roboto"/>
              </a:rPr>
            </a:br>
            <a:r>
              <a:rPr lang="en">
                <a:latin typeface="Roboto"/>
                <a:ea typeface="Roboto"/>
                <a:cs typeface="Roboto"/>
                <a:sym typeface="Roboto"/>
              </a:rPr>
              <a:t>Tell your teacher if you have allergies. </a:t>
            </a:r>
            <a:br>
              <a:rPr lang="en">
                <a:latin typeface="Roboto"/>
                <a:ea typeface="Roboto"/>
                <a:cs typeface="Roboto"/>
                <a:sym typeface="Roboto"/>
              </a:rPr>
            </a:br>
            <a:r>
              <a:rPr lang="en">
                <a:latin typeface="Roboto"/>
                <a:ea typeface="Roboto"/>
                <a:cs typeface="Roboto"/>
                <a:sym typeface="Roboto"/>
              </a:rPr>
              <a:t>Be calm and careful. </a:t>
            </a:r>
            <a:br>
              <a:rPr lang="en">
                <a:latin typeface="Roboto"/>
                <a:ea typeface="Roboto"/>
                <a:cs typeface="Roboto"/>
                <a:sym typeface="Roboto"/>
              </a:rPr>
            </a:br>
            <a:r>
              <a:rPr lang="en">
                <a:latin typeface="Roboto"/>
                <a:ea typeface="Roboto"/>
                <a:cs typeface="Roboto"/>
                <a:sym typeface="Roboto"/>
              </a:rPr>
              <a:t>Report all spills, accidents, and injuries to your teacher. </a:t>
            </a:r>
            <a:br>
              <a:rPr lang="en">
                <a:latin typeface="Roboto"/>
                <a:ea typeface="Roboto"/>
                <a:cs typeface="Roboto"/>
                <a:sym typeface="Roboto"/>
              </a:rPr>
            </a:br>
            <a:r>
              <a:rPr lang="en">
                <a:latin typeface="Roboto"/>
                <a:ea typeface="Roboto"/>
                <a:cs typeface="Roboto"/>
                <a:sym typeface="Roboto"/>
              </a:rPr>
              <a:t>Avoid anything that could cause a burn. </a:t>
            </a:r>
            <a:br>
              <a:rPr lang="en">
                <a:latin typeface="Roboto"/>
                <a:ea typeface="Roboto"/>
                <a:cs typeface="Roboto"/>
                <a:sym typeface="Roboto"/>
              </a:rPr>
            </a:br>
            <a:r>
              <a:rPr lang="en">
                <a:latin typeface="Roboto"/>
                <a:ea typeface="Roboto"/>
                <a:cs typeface="Roboto"/>
                <a:sym typeface="Roboto"/>
              </a:rPr>
              <a:t>Wash your hands after class.</a:t>
            </a:r>
            <a:endParaRPr sz="1600">
              <a:latin typeface="Roboto"/>
              <a:ea typeface="Roboto"/>
              <a:cs typeface="Roboto"/>
              <a:sym typeface="Roboto"/>
            </a:endParaRPr>
          </a:p>
        </p:txBody>
      </p:sp>
      <p:sp>
        <p:nvSpPr>
          <p:cNvPr id="686" name="Google Shape;686;p94"/>
          <p:cNvSpPr txBox="1"/>
          <p:nvPr/>
        </p:nvSpPr>
        <p:spPr>
          <a:xfrm>
            <a:off x="676656" y="333093"/>
            <a:ext cx="7503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Medium"/>
                <a:ea typeface="Roboto Medium"/>
                <a:cs typeface="Roboto Medium"/>
                <a:sym typeface="Roboto Medium"/>
              </a:rPr>
              <a:t>Safety Guidelines for Science Investigations</a:t>
            </a:r>
            <a:endParaRPr sz="2400">
              <a:latin typeface="Roboto Medium"/>
              <a:ea typeface="Roboto Medium"/>
              <a:cs typeface="Roboto Medium"/>
              <a:sym typeface="Roboto Medium"/>
            </a:endParaRPr>
          </a:p>
        </p:txBody>
      </p:sp>
      <p:sp>
        <p:nvSpPr>
          <p:cNvPr id="687" name="Google Shape;687;p94"/>
          <p:cNvSpPr txBox="1"/>
          <p:nvPr/>
        </p:nvSpPr>
        <p:spPr>
          <a:xfrm>
            <a:off x="582875" y="991450"/>
            <a:ext cx="374100" cy="3624600"/>
          </a:xfrm>
          <a:prstGeom prst="rect">
            <a:avLst/>
          </a:prstGeom>
          <a:noFill/>
          <a:ln>
            <a:noFill/>
          </a:ln>
        </p:spPr>
        <p:txBody>
          <a:bodyPr anchorCtr="0" anchor="t" bIns="91425" lIns="91425" spcFirstLastPara="1" rIns="18275" wrap="square" tIns="91425">
            <a:noAutofit/>
          </a:bodyPr>
          <a:lstStyle/>
          <a:p>
            <a:pPr indent="0" lvl="0" marL="0" rtl="0" algn="r">
              <a:lnSpc>
                <a:spcPct val="150000"/>
              </a:lnSpc>
              <a:spcBef>
                <a:spcPts val="0"/>
              </a:spcBef>
              <a:spcAft>
                <a:spcPts val="2000"/>
              </a:spcAft>
              <a:buNone/>
            </a:pPr>
            <a:r>
              <a:rPr b="1" lang="en">
                <a:solidFill>
                  <a:srgbClr val="767676"/>
                </a:solidFill>
                <a:latin typeface="Roboto"/>
                <a:ea typeface="Roboto"/>
                <a:cs typeface="Roboto"/>
                <a:sym typeface="Roboto"/>
              </a:rPr>
              <a:t>1.</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2.</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3.</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4.</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5.</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6.</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7.</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8.</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9.</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10.</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11.</a:t>
            </a:r>
            <a:endParaRPr b="1" sz="1600">
              <a:solidFill>
                <a:srgbClr val="767676"/>
              </a:solidFill>
              <a:latin typeface="Roboto"/>
              <a:ea typeface="Roboto"/>
              <a:cs typeface="Roboto"/>
              <a:sym typeface="Roboto"/>
            </a:endParaRPr>
          </a:p>
        </p:txBody>
      </p:sp>
      <p:sp>
        <p:nvSpPr>
          <p:cNvPr id="688" name="Google Shape;688;p9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7.xml"/><Relationship Id="rId42" Type="http://schemas.openxmlformats.org/officeDocument/2006/relationships/slideLayout" Target="../slideLayouts/slideLayout69.xml"/><Relationship Id="rId41" Type="http://schemas.openxmlformats.org/officeDocument/2006/relationships/slideLayout" Target="../slideLayouts/slideLayout68.xml"/><Relationship Id="rId44" Type="http://schemas.openxmlformats.org/officeDocument/2006/relationships/slideLayout" Target="../slideLayouts/slideLayout71.xml"/><Relationship Id="rId43" Type="http://schemas.openxmlformats.org/officeDocument/2006/relationships/slideLayout" Target="../slideLayouts/slideLayout70.xml"/><Relationship Id="rId46" Type="http://schemas.openxmlformats.org/officeDocument/2006/relationships/slideLayout" Target="../slideLayouts/slideLayout73.xml"/><Relationship Id="rId45" Type="http://schemas.openxmlformats.org/officeDocument/2006/relationships/slideLayout" Target="../slideLayouts/slideLayout7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48" Type="http://schemas.openxmlformats.org/officeDocument/2006/relationships/slideLayout" Target="../slideLayouts/slideLayout75.xml"/><Relationship Id="rId47" Type="http://schemas.openxmlformats.org/officeDocument/2006/relationships/slideLayout" Target="../slideLayouts/slideLayout74.xml"/><Relationship Id="rId49" Type="http://schemas.openxmlformats.org/officeDocument/2006/relationships/slideLayout" Target="../slideLayouts/slideLayout7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33" Type="http://schemas.openxmlformats.org/officeDocument/2006/relationships/slideLayout" Target="../slideLayouts/slideLayout60.xml"/><Relationship Id="rId32" Type="http://schemas.openxmlformats.org/officeDocument/2006/relationships/slideLayout" Target="../slideLayouts/slideLayout59.xml"/><Relationship Id="rId35" Type="http://schemas.openxmlformats.org/officeDocument/2006/relationships/slideLayout" Target="../slideLayouts/slideLayout62.xml"/><Relationship Id="rId34" Type="http://schemas.openxmlformats.org/officeDocument/2006/relationships/slideLayout" Target="../slideLayouts/slideLayout61.xml"/><Relationship Id="rId37" Type="http://schemas.openxmlformats.org/officeDocument/2006/relationships/slideLayout" Target="../slideLayouts/slideLayout64.xml"/><Relationship Id="rId36" Type="http://schemas.openxmlformats.org/officeDocument/2006/relationships/slideLayout" Target="../slideLayouts/slideLayout63.xml"/><Relationship Id="rId39" Type="http://schemas.openxmlformats.org/officeDocument/2006/relationships/slideLayout" Target="../slideLayouts/slideLayout66.xml"/><Relationship Id="rId38" Type="http://schemas.openxmlformats.org/officeDocument/2006/relationships/slideLayout" Target="../slideLayouts/slideLayout65.xml"/><Relationship Id="rId62" Type="http://schemas.openxmlformats.org/officeDocument/2006/relationships/slideLayout" Target="../slideLayouts/slideLayout89.xml"/><Relationship Id="rId61" Type="http://schemas.openxmlformats.org/officeDocument/2006/relationships/slideLayout" Target="../slideLayouts/slideLayout88.xml"/><Relationship Id="rId20" Type="http://schemas.openxmlformats.org/officeDocument/2006/relationships/slideLayout" Target="../slideLayouts/slideLayout47.xml"/><Relationship Id="rId64" Type="http://schemas.openxmlformats.org/officeDocument/2006/relationships/slideLayout" Target="../slideLayouts/slideLayout91.xml"/><Relationship Id="rId63" Type="http://schemas.openxmlformats.org/officeDocument/2006/relationships/slideLayout" Target="../slideLayouts/slideLayout90.xml"/><Relationship Id="rId22" Type="http://schemas.openxmlformats.org/officeDocument/2006/relationships/slideLayout" Target="../slideLayouts/slideLayout49.xml"/><Relationship Id="rId66" Type="http://schemas.openxmlformats.org/officeDocument/2006/relationships/theme" Target="../theme/theme3.xml"/><Relationship Id="rId21" Type="http://schemas.openxmlformats.org/officeDocument/2006/relationships/slideLayout" Target="../slideLayouts/slideLayout48.xml"/><Relationship Id="rId65" Type="http://schemas.openxmlformats.org/officeDocument/2006/relationships/slideLayout" Target="../slideLayouts/slideLayout92.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60" Type="http://schemas.openxmlformats.org/officeDocument/2006/relationships/slideLayout" Target="../slideLayouts/slideLayout87.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29" Type="http://schemas.openxmlformats.org/officeDocument/2006/relationships/slideLayout" Target="../slideLayouts/slideLayout56.xml"/><Relationship Id="rId51" Type="http://schemas.openxmlformats.org/officeDocument/2006/relationships/slideLayout" Target="../slideLayouts/slideLayout78.xml"/><Relationship Id="rId50" Type="http://schemas.openxmlformats.org/officeDocument/2006/relationships/slideLayout" Target="../slideLayouts/slideLayout77.xml"/><Relationship Id="rId53" Type="http://schemas.openxmlformats.org/officeDocument/2006/relationships/slideLayout" Target="../slideLayouts/slideLayout80.xml"/><Relationship Id="rId52" Type="http://schemas.openxmlformats.org/officeDocument/2006/relationships/slideLayout" Target="../slideLayouts/slideLayout79.xml"/><Relationship Id="rId11" Type="http://schemas.openxmlformats.org/officeDocument/2006/relationships/slideLayout" Target="../slideLayouts/slideLayout38.xml"/><Relationship Id="rId55" Type="http://schemas.openxmlformats.org/officeDocument/2006/relationships/slideLayout" Target="../slideLayouts/slideLayout82.xml"/><Relationship Id="rId10" Type="http://schemas.openxmlformats.org/officeDocument/2006/relationships/slideLayout" Target="../slideLayouts/slideLayout37.xml"/><Relationship Id="rId54" Type="http://schemas.openxmlformats.org/officeDocument/2006/relationships/slideLayout" Target="../slideLayouts/slideLayout81.xml"/><Relationship Id="rId13" Type="http://schemas.openxmlformats.org/officeDocument/2006/relationships/slideLayout" Target="../slideLayouts/slideLayout40.xml"/><Relationship Id="rId57" Type="http://schemas.openxmlformats.org/officeDocument/2006/relationships/slideLayout" Target="../slideLayouts/slideLayout84.xml"/><Relationship Id="rId12" Type="http://schemas.openxmlformats.org/officeDocument/2006/relationships/slideLayout" Target="../slideLayouts/slideLayout39.xml"/><Relationship Id="rId56" Type="http://schemas.openxmlformats.org/officeDocument/2006/relationships/slideLayout" Target="../slideLayouts/slideLayout83.xml"/><Relationship Id="rId15" Type="http://schemas.openxmlformats.org/officeDocument/2006/relationships/slideLayout" Target="../slideLayouts/slideLayout42.xml"/><Relationship Id="rId59" Type="http://schemas.openxmlformats.org/officeDocument/2006/relationships/slideLayout" Target="../slideLayouts/slideLayout86.xml"/><Relationship Id="rId14" Type="http://schemas.openxmlformats.org/officeDocument/2006/relationships/slideLayout" Target="../slideLayouts/slideLayout41.xml"/><Relationship Id="rId58" Type="http://schemas.openxmlformats.org/officeDocument/2006/relationships/slideLayout" Target="../slideLayouts/slideLayout85.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6375" y="358385"/>
            <a:ext cx="56262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1pPr>
            <a:lvl2pPr lvl="1">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2pPr>
            <a:lvl3pPr lvl="2">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3pPr>
            <a:lvl4pPr lvl="3">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4pPr>
            <a:lvl5pPr lvl="4">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5pPr>
            <a:lvl6pPr lvl="5">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6pPr>
            <a:lvl7pPr lvl="6">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7pPr>
            <a:lvl8pPr lvl="7">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8pPr>
            <a:lvl9pPr lvl="8">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9pPr>
          </a:lstStyle>
          <a:p/>
        </p:txBody>
      </p:sp>
      <p:sp>
        <p:nvSpPr>
          <p:cNvPr id="7" name="Google Shape;7;p1"/>
          <p:cNvSpPr txBox="1"/>
          <p:nvPr>
            <p:ph idx="1" type="body"/>
          </p:nvPr>
        </p:nvSpPr>
        <p:spPr>
          <a:xfrm>
            <a:off x="866375" y="1304543"/>
            <a:ext cx="5626200" cy="3063000"/>
          </a:xfrm>
          <a:prstGeom prst="rect">
            <a:avLst/>
          </a:prstGeom>
          <a:noFill/>
          <a:ln>
            <a:noFill/>
          </a:ln>
        </p:spPr>
        <p:txBody>
          <a:bodyPr anchorCtr="0" anchor="t" bIns="91425" lIns="91425" spcFirstLastPara="1" rIns="91425" wrap="square" tIns="91425">
            <a:noAutofit/>
          </a:bodyPr>
          <a:lstStyle>
            <a:lvl1pPr indent="-317500" lvl="0" marL="4572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1pPr>
            <a:lvl2pPr indent="-317500" lvl="1" marL="9144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2pPr>
            <a:lvl3pPr indent="-317500" lvl="2" marL="13716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3pPr>
            <a:lvl4pPr indent="-317500" lvl="3" marL="18288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4pPr>
            <a:lvl5pPr indent="-342900" lvl="4" marL="22860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5pPr>
            <a:lvl6pPr indent="-342900" lvl="5" marL="27432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6pPr>
            <a:lvl7pPr indent="-342900" lvl="6" marL="32004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7pPr>
            <a:lvl8pPr indent="-342900" lvl="7" marL="36576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8pPr>
            <a:lvl9pPr indent="-342900" lvl="8" marL="41148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9pPr>
          </a:lstStyle>
          <a:p/>
        </p:txBody>
      </p:sp>
      <p:sp>
        <p:nvSpPr>
          <p:cNvPr id="8" name="Google Shape;8;p1"/>
          <p:cNvSpPr txBox="1"/>
          <p:nvPr>
            <p:ph idx="12" type="sldNum"/>
          </p:nvPr>
        </p:nvSpPr>
        <p:spPr>
          <a:xfrm>
            <a:off x="8716025" y="4676375"/>
            <a:ext cx="428100" cy="467100"/>
          </a:xfrm>
          <a:prstGeom prst="rect">
            <a:avLst/>
          </a:prstGeom>
          <a:noFill/>
          <a:ln>
            <a:noFill/>
          </a:ln>
        </p:spPr>
        <p:txBody>
          <a:bodyPr anchorCtr="0" anchor="ctr" bIns="91425" lIns="91425" spcFirstLastPara="1" rIns="91425" wrap="square" tIns="91425">
            <a:noAutofit/>
          </a:bodyPr>
          <a:lstStyle>
            <a:lvl1pPr lvl="0" algn="ctr">
              <a:buNone/>
              <a:defRPr sz="1300">
                <a:solidFill>
                  <a:srgbClr val="7F6000"/>
                </a:solidFill>
                <a:latin typeface="Inconsolata"/>
                <a:ea typeface="Inconsolata"/>
                <a:cs typeface="Inconsolata"/>
                <a:sym typeface="Inconsolata"/>
              </a:defRPr>
            </a:lvl1pPr>
            <a:lvl2pPr lvl="1" algn="ctr">
              <a:buNone/>
              <a:defRPr sz="1300">
                <a:solidFill>
                  <a:srgbClr val="7F6000"/>
                </a:solidFill>
                <a:latin typeface="Inconsolata"/>
                <a:ea typeface="Inconsolata"/>
                <a:cs typeface="Inconsolata"/>
                <a:sym typeface="Inconsolata"/>
              </a:defRPr>
            </a:lvl2pPr>
            <a:lvl3pPr lvl="2" algn="ctr">
              <a:buNone/>
              <a:defRPr sz="1300">
                <a:solidFill>
                  <a:srgbClr val="7F6000"/>
                </a:solidFill>
                <a:latin typeface="Inconsolata"/>
                <a:ea typeface="Inconsolata"/>
                <a:cs typeface="Inconsolata"/>
                <a:sym typeface="Inconsolata"/>
              </a:defRPr>
            </a:lvl3pPr>
            <a:lvl4pPr lvl="3" algn="ctr">
              <a:buNone/>
              <a:defRPr sz="1300">
                <a:solidFill>
                  <a:srgbClr val="7F6000"/>
                </a:solidFill>
                <a:latin typeface="Inconsolata"/>
                <a:ea typeface="Inconsolata"/>
                <a:cs typeface="Inconsolata"/>
                <a:sym typeface="Inconsolata"/>
              </a:defRPr>
            </a:lvl4pPr>
            <a:lvl5pPr lvl="4" algn="ctr">
              <a:buNone/>
              <a:defRPr sz="1300">
                <a:solidFill>
                  <a:srgbClr val="7F6000"/>
                </a:solidFill>
                <a:latin typeface="Inconsolata"/>
                <a:ea typeface="Inconsolata"/>
                <a:cs typeface="Inconsolata"/>
                <a:sym typeface="Inconsolata"/>
              </a:defRPr>
            </a:lvl5pPr>
            <a:lvl6pPr lvl="5" algn="ctr">
              <a:buNone/>
              <a:defRPr sz="1300">
                <a:solidFill>
                  <a:srgbClr val="7F6000"/>
                </a:solidFill>
                <a:latin typeface="Inconsolata"/>
                <a:ea typeface="Inconsolata"/>
                <a:cs typeface="Inconsolata"/>
                <a:sym typeface="Inconsolata"/>
              </a:defRPr>
            </a:lvl6pPr>
            <a:lvl7pPr lvl="6" algn="ctr">
              <a:buNone/>
              <a:defRPr sz="1300">
                <a:solidFill>
                  <a:srgbClr val="7F6000"/>
                </a:solidFill>
                <a:latin typeface="Inconsolata"/>
                <a:ea typeface="Inconsolata"/>
                <a:cs typeface="Inconsolata"/>
                <a:sym typeface="Inconsolata"/>
              </a:defRPr>
            </a:lvl7pPr>
            <a:lvl8pPr lvl="7" algn="ctr">
              <a:buNone/>
              <a:defRPr sz="1300">
                <a:solidFill>
                  <a:srgbClr val="7F6000"/>
                </a:solidFill>
                <a:latin typeface="Inconsolata"/>
                <a:ea typeface="Inconsolata"/>
                <a:cs typeface="Inconsolata"/>
                <a:sym typeface="Inconsolata"/>
              </a:defRPr>
            </a:lvl8pPr>
            <a:lvl9pPr lvl="8" algn="ctr">
              <a:buNone/>
              <a:defRPr sz="1300">
                <a:solidFill>
                  <a:srgbClr val="7F6000"/>
                </a:solidFill>
                <a:latin typeface="Inconsolata"/>
                <a:ea typeface="Inconsolata"/>
                <a:cs typeface="Inconsolata"/>
                <a:sym typeface="Inconsolat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FBF"/>
              </a:buClr>
              <a:buSzPts val="3000"/>
              <a:buFont typeface="Roboto"/>
              <a:buNone/>
              <a:defRPr sz="3000">
                <a:solidFill>
                  <a:srgbClr val="333FBF"/>
                </a:solidFill>
                <a:latin typeface="Roboto"/>
                <a:ea typeface="Roboto"/>
                <a:cs typeface="Roboto"/>
                <a:sym typeface="Roboto"/>
              </a:defRPr>
            </a:lvl1pPr>
            <a:lvl2pPr lvl="1">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2pPr>
            <a:lvl3pPr lvl="2">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3pPr>
            <a:lvl4pPr lvl="3">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4pPr>
            <a:lvl5pPr lvl="4">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5pPr>
            <a:lvl6pPr lvl="5">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6pPr>
            <a:lvl7pPr lvl="6">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7pPr>
            <a:lvl8pPr lvl="7">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8pPr>
            <a:lvl9pPr lvl="8">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9pPr>
          </a:lstStyle>
          <a:p/>
        </p:txBody>
      </p:sp>
      <p:sp>
        <p:nvSpPr>
          <p:cNvPr id="148" name="Google Shape;148;p29"/>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Font typeface="Roboto"/>
              <a:buChar char="●"/>
              <a:defRPr sz="24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9" name="Google Shape;149;p29"/>
          <p:cNvSpPr txBox="1"/>
          <p:nvPr/>
        </p:nvSpPr>
        <p:spPr>
          <a:xfrm>
            <a:off x="237744" y="4846320"/>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400">
                <a:solidFill>
                  <a:srgbClr val="767676"/>
                </a:solidFill>
                <a:latin typeface="Roboto"/>
                <a:ea typeface="Roboto"/>
                <a:cs typeface="Roboto"/>
                <a:sym typeface="Roboto"/>
              </a:rPr>
              <a:t>© The Regents of the University of California. All rights reserved.</a:t>
            </a:r>
            <a:endParaRPr i="1" sz="400">
              <a:solidFill>
                <a:srgbClr val="76767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xml"/><Relationship Id="rId3" Type="http://schemas.openxmlformats.org/officeDocument/2006/relationships/image" Target="../media/image3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apps.learning.amplify.com/curriculum/#/unit/8a80818e4e066ab2014e31c9bfb66f5f:2019-2020/cardstack/8a80818e4e066ab2014e31c9c1cf79e0/8a80818e4e066ab2014e31c9c0c57524/8a80818e4e066ab2014e31c9c1b37965?cardKey=8a80818e4e066ab2014e31c9c1d079eb" TargetMode="External"/><Relationship Id="rId4"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drive.google.com/file/d/1f47yHqc4AQs7synARvfDwc8XCulrAOt7/view" TargetMode="External"/><Relationship Id="rId4" Type="http://schemas.openxmlformats.org/officeDocument/2006/relationships/image" Target="../media/image2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apps.learning.amplify.com/metabolism" TargetMode="External"/><Relationship Id="rId4" Type="http://schemas.openxmlformats.org/officeDocument/2006/relationships/hyperlink" Target="https://apps.learning.amplify.com/metabolis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95"/>
          <p:cNvPicPr preferRelativeResize="0"/>
          <p:nvPr/>
        </p:nvPicPr>
        <p:blipFill>
          <a:blip r:embed="rId3">
            <a:alphaModFix/>
          </a:blip>
          <a:stretch>
            <a:fillRect/>
          </a:stretch>
        </p:blipFill>
        <p:spPr>
          <a:xfrm>
            <a:off x="0" y="0"/>
            <a:ext cx="9144000" cy="5157625"/>
          </a:xfrm>
          <a:prstGeom prst="rect">
            <a:avLst/>
          </a:prstGeom>
          <a:noFill/>
          <a:ln>
            <a:noFill/>
          </a:ln>
        </p:spPr>
      </p:pic>
      <p:sp>
        <p:nvSpPr>
          <p:cNvPr id="694" name="Google Shape;694;p9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
                <a:solidFill>
                  <a:schemeClr val="lt1"/>
                </a:solidFill>
                <a:latin typeface="McLaren"/>
                <a:ea typeface="McLaren"/>
                <a:cs typeface="McLaren"/>
                <a:sym typeface="McLaren"/>
              </a:rPr>
              <a:t>Metabolism</a:t>
            </a:r>
            <a:endParaRPr>
              <a:latin typeface="McLaren"/>
              <a:ea typeface="McLaren"/>
              <a:cs typeface="McLaren"/>
              <a:sym typeface="McLaren"/>
            </a:endParaRPr>
          </a:p>
        </p:txBody>
      </p:sp>
      <p:sp>
        <p:nvSpPr>
          <p:cNvPr id="695" name="Google Shape;695;p9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a:solidFill>
                  <a:schemeClr val="lt1"/>
                </a:solidFill>
                <a:latin typeface="McLaren"/>
                <a:ea typeface="McLaren"/>
                <a:cs typeface="McLaren"/>
                <a:sym typeface="McLaren"/>
              </a:rPr>
              <a:t>Lesson 2.3: </a:t>
            </a:r>
            <a:r>
              <a:rPr lang="en">
                <a:solidFill>
                  <a:schemeClr val="lt1"/>
                </a:solidFill>
                <a:latin typeface="McLaren"/>
                <a:ea typeface="McLaren"/>
                <a:cs typeface="McLaren"/>
                <a:sym typeface="McLaren"/>
              </a:rPr>
              <a:t>Learning More About a Condition</a:t>
            </a:r>
            <a:endParaRPr>
              <a:latin typeface="McLaren"/>
              <a:ea typeface="McLaren"/>
              <a:cs typeface="McLaren"/>
              <a:sym typeface="McLare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descr="Screenshot of student view for Warm-Up" id="701" name="Google Shape;701;p96">
            <a:hlinkClick r:id="rId3"/>
          </p:cNvPr>
          <p:cNvPicPr preferRelativeResize="0"/>
          <p:nvPr/>
        </p:nvPicPr>
        <p:blipFill rotWithShape="1">
          <a:blip r:embed="rId4">
            <a:alphaModFix/>
          </a:blip>
          <a:srcRect b="0" l="10816" r="11484" t="23424"/>
          <a:stretch/>
        </p:blipFill>
        <p:spPr>
          <a:xfrm>
            <a:off x="725350" y="1106875"/>
            <a:ext cx="7833248" cy="3458379"/>
          </a:xfrm>
          <a:prstGeom prst="rect">
            <a:avLst/>
          </a:prstGeom>
          <a:noFill/>
          <a:ln>
            <a:noFill/>
          </a:ln>
        </p:spPr>
      </p:pic>
      <p:sp>
        <p:nvSpPr>
          <p:cNvPr id="702" name="Google Shape;702;p96"/>
          <p:cNvSpPr txBox="1"/>
          <p:nvPr/>
        </p:nvSpPr>
        <p:spPr>
          <a:xfrm>
            <a:off x="725350" y="371925"/>
            <a:ext cx="5744100" cy="903300"/>
          </a:xfrm>
          <a:prstGeom prst="rect">
            <a:avLst/>
          </a:prstGeom>
          <a:noFill/>
          <a:ln>
            <a:noFill/>
          </a:ln>
        </p:spPr>
        <p:txBody>
          <a:bodyPr anchorCtr="0" anchor="b" bIns="96325" lIns="96325" spcFirstLastPara="1" rIns="96325" wrap="square" tIns="96325">
            <a:noAutofit/>
          </a:bodyPr>
          <a:lstStyle/>
          <a:p>
            <a:pPr indent="0" lvl="0" marL="0" rtl="0" algn="l">
              <a:spcBef>
                <a:spcPts val="0"/>
              </a:spcBef>
              <a:spcAft>
                <a:spcPts val="0"/>
              </a:spcAft>
              <a:buNone/>
            </a:pPr>
            <a:r>
              <a:rPr b="1" lang="en" sz="3582">
                <a:latin typeface="McLaren"/>
                <a:ea typeface="McLaren"/>
                <a:cs typeface="McLaren"/>
                <a:sym typeface="McLaren"/>
              </a:rPr>
              <a:t>Warm-Up</a:t>
            </a:r>
            <a:endParaRPr b="1" sz="2002">
              <a:latin typeface="McLaren"/>
              <a:ea typeface="McLaren"/>
              <a:cs typeface="McLaren"/>
              <a:sym typeface="McLare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8" name="Google Shape;708;p97"/>
          <p:cNvSpPr txBox="1"/>
          <p:nvPr/>
        </p:nvSpPr>
        <p:spPr>
          <a:xfrm>
            <a:off x="725350" y="502700"/>
            <a:ext cx="4361100" cy="857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500">
                <a:latin typeface="McLaren"/>
                <a:ea typeface="McLaren"/>
                <a:cs typeface="McLaren"/>
                <a:sym typeface="McLaren"/>
              </a:rPr>
              <a:t>Second Read of Patient </a:t>
            </a:r>
            <a:endParaRPr b="1" sz="2500">
              <a:latin typeface="McLaren"/>
              <a:ea typeface="McLaren"/>
              <a:cs typeface="McLaren"/>
              <a:sym typeface="McLaren"/>
            </a:endParaRPr>
          </a:p>
          <a:p>
            <a:pPr indent="0" lvl="0" marL="0" rtl="0" algn="ctr">
              <a:spcBef>
                <a:spcPts val="0"/>
              </a:spcBef>
              <a:spcAft>
                <a:spcPts val="0"/>
              </a:spcAft>
              <a:buNone/>
            </a:pPr>
            <a:r>
              <a:rPr b="1" lang="en" sz="2500">
                <a:latin typeface="McLaren"/>
                <a:ea typeface="McLaren"/>
                <a:cs typeface="McLaren"/>
                <a:sym typeface="McLaren"/>
              </a:rPr>
              <a:t>Stories Articles</a:t>
            </a:r>
            <a:endParaRPr b="1" sz="1000">
              <a:latin typeface="McLaren"/>
              <a:ea typeface="McLaren"/>
              <a:cs typeface="McLaren"/>
              <a:sym typeface="McLaren"/>
            </a:endParaRPr>
          </a:p>
        </p:txBody>
      </p:sp>
      <p:sp>
        <p:nvSpPr>
          <p:cNvPr id="709" name="Google Shape;709;p97"/>
          <p:cNvSpPr txBox="1"/>
          <p:nvPr/>
        </p:nvSpPr>
        <p:spPr>
          <a:xfrm>
            <a:off x="582250" y="1214783"/>
            <a:ext cx="4635000" cy="3321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McLaren"/>
              <a:buChar char="➔"/>
            </a:pPr>
            <a:r>
              <a:rPr lang="en" sz="1300">
                <a:latin typeface="McLaren"/>
                <a:ea typeface="McLaren"/>
                <a:cs typeface="McLaren"/>
                <a:sym typeface="McLaren"/>
              </a:rPr>
              <a:t>The hospital medical team thinks that Elisa might have </a:t>
            </a:r>
            <a:r>
              <a:rPr b="1" lang="en" sz="1300">
                <a:latin typeface="McLaren"/>
                <a:ea typeface="McLaren"/>
                <a:cs typeface="McLaren"/>
                <a:sym typeface="McLaren"/>
              </a:rPr>
              <a:t>asthma, anemia, diabetes, </a:t>
            </a:r>
            <a:r>
              <a:rPr lang="en" sz="1300">
                <a:latin typeface="McLaren"/>
                <a:ea typeface="McLaren"/>
                <a:cs typeface="McLaren"/>
                <a:sym typeface="McLaren"/>
              </a:rPr>
              <a:t>or</a:t>
            </a:r>
            <a:r>
              <a:rPr b="1" lang="en" sz="1300">
                <a:latin typeface="McLaren"/>
                <a:ea typeface="McLaren"/>
                <a:cs typeface="McLaren"/>
                <a:sym typeface="McLaren"/>
              </a:rPr>
              <a:t> a pancreas injury.</a:t>
            </a:r>
            <a:r>
              <a:rPr lang="en" sz="1300">
                <a:latin typeface="McLaren"/>
                <a:ea typeface="McLaren"/>
                <a:cs typeface="McLaren"/>
                <a:sym typeface="McLaren"/>
              </a:rPr>
              <a:t> Each of you is becoming an expert on one of these conditions.</a:t>
            </a:r>
            <a:endParaRPr sz="1300">
              <a:latin typeface="McLaren"/>
              <a:ea typeface="McLaren"/>
              <a:cs typeface="McLaren"/>
              <a:sym typeface="McLaren"/>
            </a:endParaRPr>
          </a:p>
          <a:p>
            <a:pPr indent="-311150" lvl="0" marL="457200" rtl="0" algn="l">
              <a:spcBef>
                <a:spcPts val="1600"/>
              </a:spcBef>
              <a:spcAft>
                <a:spcPts val="0"/>
              </a:spcAft>
              <a:buClr>
                <a:schemeClr val="dk1"/>
              </a:buClr>
              <a:buSzPts val="1300"/>
              <a:buFont typeface="McLaren"/>
              <a:buChar char="➔"/>
            </a:pPr>
            <a:r>
              <a:rPr lang="en" sz="1300">
                <a:latin typeface="McLaren"/>
                <a:ea typeface="McLaren"/>
                <a:cs typeface="McLaren"/>
                <a:sym typeface="McLaren"/>
              </a:rPr>
              <a:t>Part of </a:t>
            </a:r>
            <a:r>
              <a:rPr b="1" lang="en" sz="1300">
                <a:latin typeface="McLaren"/>
                <a:ea typeface="McLaren"/>
                <a:cs typeface="McLaren"/>
                <a:sym typeface="McLaren"/>
              </a:rPr>
              <a:t>understanding the conditions</a:t>
            </a:r>
            <a:r>
              <a:rPr lang="en" sz="1300">
                <a:latin typeface="McLaren"/>
                <a:ea typeface="McLaren"/>
                <a:cs typeface="McLaren"/>
                <a:sym typeface="McLaren"/>
              </a:rPr>
              <a:t> deeply will come from the </a:t>
            </a:r>
            <a:r>
              <a:rPr b="1" lang="en" sz="1300">
                <a:latin typeface="McLaren"/>
                <a:ea typeface="McLaren"/>
                <a:cs typeface="McLaren"/>
                <a:sym typeface="McLaren"/>
              </a:rPr>
              <a:t>careful reading</a:t>
            </a:r>
            <a:r>
              <a:rPr lang="en" sz="1300">
                <a:latin typeface="McLaren"/>
                <a:ea typeface="McLaren"/>
                <a:cs typeface="McLaren"/>
                <a:sym typeface="McLaren"/>
              </a:rPr>
              <a:t> that you did in the previous lesson.</a:t>
            </a:r>
            <a:endParaRPr sz="1300">
              <a:latin typeface="McLaren"/>
              <a:ea typeface="McLaren"/>
              <a:cs typeface="McLaren"/>
              <a:sym typeface="McLaren"/>
            </a:endParaRPr>
          </a:p>
          <a:p>
            <a:pPr indent="-311150" lvl="0" marL="457200" rtl="0" algn="l">
              <a:spcBef>
                <a:spcPts val="1600"/>
              </a:spcBef>
              <a:spcAft>
                <a:spcPts val="0"/>
              </a:spcAft>
              <a:buClr>
                <a:schemeClr val="dk1"/>
              </a:buClr>
              <a:buSzPts val="1300"/>
              <a:buFont typeface="McLaren"/>
              <a:buChar char="➔"/>
            </a:pPr>
            <a:r>
              <a:rPr lang="en" sz="1300">
                <a:solidFill>
                  <a:srgbClr val="2F2F2F"/>
                </a:solidFill>
                <a:latin typeface="McLaren"/>
                <a:ea typeface="McLaren"/>
                <a:cs typeface="McLaren"/>
                <a:sym typeface="McLaren"/>
              </a:rPr>
              <a:t>First, you will </a:t>
            </a:r>
            <a:r>
              <a:rPr b="1" lang="en" sz="1300">
                <a:solidFill>
                  <a:srgbClr val="2F2F2F"/>
                </a:solidFill>
                <a:latin typeface="McLaren"/>
                <a:ea typeface="McLaren"/>
                <a:cs typeface="McLaren"/>
                <a:sym typeface="McLaren"/>
              </a:rPr>
              <a:t>reread</a:t>
            </a:r>
            <a:r>
              <a:rPr lang="en" sz="1300">
                <a:solidFill>
                  <a:srgbClr val="2F2F2F"/>
                </a:solidFill>
                <a:latin typeface="McLaren"/>
                <a:ea typeface="McLaren"/>
                <a:cs typeface="McLaren"/>
                <a:sym typeface="McLaren"/>
              </a:rPr>
              <a:t> your article about your condition, focusing on the information you will need to help you make an accurate model.</a:t>
            </a:r>
            <a:endParaRPr sz="1300">
              <a:solidFill>
                <a:srgbClr val="2F2F2F"/>
              </a:solidFill>
              <a:latin typeface="McLaren"/>
              <a:ea typeface="McLaren"/>
              <a:cs typeface="McLaren"/>
              <a:sym typeface="McLaren"/>
            </a:endParaRPr>
          </a:p>
          <a:p>
            <a:pPr indent="-311150" lvl="0" marL="457200" rtl="0" algn="l">
              <a:spcBef>
                <a:spcPts val="2000"/>
              </a:spcBef>
              <a:spcAft>
                <a:spcPts val="2000"/>
              </a:spcAft>
              <a:buClr>
                <a:schemeClr val="dk1"/>
              </a:buClr>
              <a:buSzPts val="1300"/>
              <a:buFont typeface="McLaren"/>
              <a:buChar char="➔"/>
            </a:pPr>
            <a:r>
              <a:rPr lang="en" sz="1300">
                <a:solidFill>
                  <a:srgbClr val="2F2F2F"/>
                </a:solidFill>
                <a:latin typeface="McLaren"/>
                <a:ea typeface="McLaren"/>
                <a:cs typeface="McLaren"/>
                <a:sym typeface="McLaren"/>
              </a:rPr>
              <a:t>As you read, you should </a:t>
            </a:r>
            <a:r>
              <a:rPr b="1" lang="en" sz="1300">
                <a:solidFill>
                  <a:srgbClr val="2F2F2F"/>
                </a:solidFill>
                <a:latin typeface="McLaren"/>
                <a:ea typeface="McLaren"/>
                <a:cs typeface="McLaren"/>
                <a:sym typeface="McLaren"/>
              </a:rPr>
              <a:t>highlight</a:t>
            </a:r>
            <a:r>
              <a:rPr lang="en" sz="1300">
                <a:solidFill>
                  <a:srgbClr val="2F2F2F"/>
                </a:solidFill>
                <a:latin typeface="McLaren"/>
                <a:ea typeface="McLaren"/>
                <a:cs typeface="McLaren"/>
                <a:sym typeface="McLaren"/>
              </a:rPr>
              <a:t> any information that helps you answer the questions and </a:t>
            </a:r>
            <a:r>
              <a:rPr b="1" lang="en" sz="1300">
                <a:solidFill>
                  <a:srgbClr val="2F2F2F"/>
                </a:solidFill>
                <a:latin typeface="McLaren"/>
                <a:ea typeface="McLaren"/>
                <a:cs typeface="McLaren"/>
                <a:sym typeface="McLaren"/>
              </a:rPr>
              <a:t>prepare to make your models.</a:t>
            </a:r>
            <a:endParaRPr sz="1300">
              <a:solidFill>
                <a:schemeClr val="dk1"/>
              </a:solidFill>
              <a:latin typeface="McLaren"/>
              <a:ea typeface="McLaren"/>
              <a:cs typeface="McLaren"/>
              <a:sym typeface="McLaren"/>
            </a:endParaRPr>
          </a:p>
        </p:txBody>
      </p:sp>
      <p:pic>
        <p:nvPicPr>
          <p:cNvPr descr="Photo of Elisa in hospital bed hugging a plush rabbit." id="710" name="Google Shape;710;p97"/>
          <p:cNvPicPr preferRelativeResize="0"/>
          <p:nvPr/>
        </p:nvPicPr>
        <p:blipFill rotWithShape="1">
          <a:blip r:embed="rId3">
            <a:alphaModFix/>
          </a:blip>
          <a:srcRect b="16383" l="0" r="0" t="14694"/>
          <a:stretch/>
        </p:blipFill>
        <p:spPr>
          <a:xfrm>
            <a:off x="5279540" y="1010669"/>
            <a:ext cx="3148725" cy="26779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16" name="Google Shape;716;p98"/>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Video showing how to use the Modeling Tool" id="717" name="Google Shape;717;p98" title="MSSCI_MET_NA_CS_20146.mp4">
            <a:hlinkClick r:id="rId3"/>
          </p:cNvPr>
          <p:cNvPicPr preferRelativeResize="0"/>
          <p:nvPr/>
        </p:nvPicPr>
        <p:blipFill>
          <a:blip r:embed="rId4">
            <a:alphaModFix/>
          </a:blip>
          <a:stretch>
            <a:fillRect/>
          </a:stretch>
        </p:blipFill>
        <p:spPr>
          <a:xfrm>
            <a:off x="913242" y="451743"/>
            <a:ext cx="7456901" cy="4194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3" name="Google Shape;723;p99"/>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Screenshot of Modeling Tool 2.3 Model a Condition.&#10;In the center is a connected system of colored squares and tubes. &#10;On the bottom left is a green tube. An arrow labeled Large Intestine points to it. The green tube connects to a green rectangle above. At the bottom of the rectangle are 2 fiber molecules. Above it is a starch molecule with a blue arrow pointing to 3 glucose molecules. Above it is a protein molecule with a blue arrow pointing to 3 amino acids. A green tube connects the rectangle to a green square above that contains a glucose, a protein, and a fiber molecule. A curved green tube with a fiber and a protein molecule connects the square to a half green/ half blue square in the top center that contains a starch and an oxygen molecule. To the right is a blue tube with 2 oxygen molecules that connects to a blue square with more oxygen molecules. To the left is a red tube that connects to a red square. Both contain oxygen, glucose, and amino acids. The red tube also connects to the right to a yellow rectangle that contains amino acids, proteins, glucose, and oxygen molecules. The red tube also connects to an orange rectangle at the bottom that contains glucose molecules. The green system is labeled Digestive System, the blue system is labeled Respiratory System, and the red system is labeled Circulatory System." id="724" name="Google Shape;724;p99"/>
          <p:cNvPicPr preferRelativeResize="0"/>
          <p:nvPr/>
        </p:nvPicPr>
        <p:blipFill rotWithShape="1">
          <a:blip r:embed="rId3">
            <a:alphaModFix/>
          </a:blip>
          <a:srcRect b="12831" l="0" r="23319" t="7722"/>
          <a:stretch/>
        </p:blipFill>
        <p:spPr>
          <a:xfrm>
            <a:off x="4742133" y="1133340"/>
            <a:ext cx="3857500" cy="2993100"/>
          </a:xfrm>
          <a:prstGeom prst="rect">
            <a:avLst/>
          </a:prstGeom>
          <a:noFill/>
          <a:ln>
            <a:noFill/>
          </a:ln>
        </p:spPr>
      </p:pic>
      <p:sp>
        <p:nvSpPr>
          <p:cNvPr id="725" name="Google Shape;725;p99"/>
          <p:cNvSpPr txBox="1"/>
          <p:nvPr/>
        </p:nvSpPr>
        <p:spPr>
          <a:xfrm>
            <a:off x="768923" y="348567"/>
            <a:ext cx="43611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900">
                <a:latin typeface="McLaren"/>
                <a:ea typeface="McLaren"/>
                <a:cs typeface="McLaren"/>
                <a:sym typeface="McLaren"/>
              </a:rPr>
              <a:t>Modeling Tool</a:t>
            </a:r>
            <a:endParaRPr b="1">
              <a:latin typeface="McLaren"/>
              <a:ea typeface="McLaren"/>
              <a:cs typeface="McLaren"/>
              <a:sym typeface="McLaren"/>
            </a:endParaRPr>
          </a:p>
        </p:txBody>
      </p:sp>
      <p:sp>
        <p:nvSpPr>
          <p:cNvPr id="726" name="Google Shape;726;p99"/>
          <p:cNvSpPr txBox="1"/>
          <p:nvPr/>
        </p:nvSpPr>
        <p:spPr>
          <a:xfrm>
            <a:off x="768925" y="1075208"/>
            <a:ext cx="4074900" cy="346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2F2F2F"/>
                </a:solidFill>
                <a:latin typeface="McLaren"/>
                <a:ea typeface="McLaren"/>
                <a:cs typeface="McLaren"/>
                <a:sym typeface="McLaren"/>
              </a:rPr>
              <a:t>Today, we’ll use the Modeling Tool to make a </a:t>
            </a:r>
            <a:r>
              <a:rPr b="1" lang="en" sz="1500">
                <a:solidFill>
                  <a:srgbClr val="2F2F2F"/>
                </a:solidFill>
                <a:latin typeface="McLaren"/>
                <a:ea typeface="McLaren"/>
                <a:cs typeface="McLaren"/>
                <a:sym typeface="McLaren"/>
              </a:rPr>
              <a:t>model of what is happening in the body of a patient</a:t>
            </a:r>
            <a:r>
              <a:rPr lang="en" sz="1500">
                <a:solidFill>
                  <a:srgbClr val="2F2F2F"/>
                </a:solidFill>
                <a:latin typeface="McLaren"/>
                <a:ea typeface="McLaren"/>
                <a:cs typeface="McLaren"/>
                <a:sym typeface="McLaren"/>
              </a:rPr>
              <a:t> with whichever condition you read about.</a:t>
            </a:r>
            <a:endParaRPr sz="1500">
              <a:solidFill>
                <a:srgbClr val="2F2F2F"/>
              </a:solidFill>
              <a:latin typeface="McLaren"/>
              <a:ea typeface="McLaren"/>
              <a:cs typeface="McLaren"/>
              <a:sym typeface="McLaren"/>
            </a:endParaRPr>
          </a:p>
          <a:p>
            <a:pPr indent="0" lvl="0" marL="0" rtl="0" algn="l">
              <a:spcBef>
                <a:spcPts val="2000"/>
              </a:spcBef>
              <a:spcAft>
                <a:spcPts val="0"/>
              </a:spcAft>
              <a:buNone/>
            </a:pPr>
            <a:r>
              <a:rPr lang="en" sz="1500">
                <a:solidFill>
                  <a:srgbClr val="2F2F2F"/>
                </a:solidFill>
                <a:latin typeface="McLaren"/>
                <a:ea typeface="McLaren"/>
                <a:cs typeface="McLaren"/>
                <a:sym typeface="McLaren"/>
              </a:rPr>
              <a:t>First, you will </a:t>
            </a:r>
            <a:r>
              <a:rPr b="1" lang="en" sz="1500">
                <a:solidFill>
                  <a:srgbClr val="2F2F2F"/>
                </a:solidFill>
                <a:latin typeface="McLaren"/>
                <a:ea typeface="McLaren"/>
                <a:cs typeface="McLaren"/>
                <a:sym typeface="McLaren"/>
              </a:rPr>
              <a:t>reread</a:t>
            </a:r>
            <a:r>
              <a:rPr lang="en" sz="1500">
                <a:solidFill>
                  <a:srgbClr val="2F2F2F"/>
                </a:solidFill>
                <a:latin typeface="McLaren"/>
                <a:ea typeface="McLaren"/>
                <a:cs typeface="McLaren"/>
                <a:sym typeface="McLaren"/>
              </a:rPr>
              <a:t> your article about your condition, focusing on the information you will need to help you make an accurate model.</a:t>
            </a:r>
            <a:endParaRPr sz="1500">
              <a:solidFill>
                <a:srgbClr val="2F2F2F"/>
              </a:solidFill>
              <a:latin typeface="McLaren"/>
              <a:ea typeface="McLaren"/>
              <a:cs typeface="McLaren"/>
              <a:sym typeface="McLaren"/>
            </a:endParaRPr>
          </a:p>
          <a:p>
            <a:pPr indent="0" lvl="0" marL="0" rtl="0" algn="l">
              <a:spcBef>
                <a:spcPts val="2000"/>
              </a:spcBef>
              <a:spcAft>
                <a:spcPts val="2000"/>
              </a:spcAft>
              <a:buNone/>
            </a:pPr>
            <a:r>
              <a:rPr lang="en" sz="1500">
                <a:solidFill>
                  <a:srgbClr val="2F2F2F"/>
                </a:solidFill>
                <a:latin typeface="McLaren"/>
                <a:ea typeface="McLaren"/>
                <a:cs typeface="McLaren"/>
                <a:sym typeface="McLaren"/>
              </a:rPr>
              <a:t>As you read, you should </a:t>
            </a:r>
            <a:r>
              <a:rPr b="1" lang="en" sz="1500">
                <a:solidFill>
                  <a:srgbClr val="2F2F2F"/>
                </a:solidFill>
                <a:latin typeface="McLaren"/>
                <a:ea typeface="McLaren"/>
                <a:cs typeface="McLaren"/>
                <a:sym typeface="McLaren"/>
              </a:rPr>
              <a:t>highlight</a:t>
            </a:r>
            <a:r>
              <a:rPr lang="en" sz="1500">
                <a:solidFill>
                  <a:srgbClr val="2F2F2F"/>
                </a:solidFill>
                <a:latin typeface="McLaren"/>
                <a:ea typeface="McLaren"/>
                <a:cs typeface="McLaren"/>
                <a:sym typeface="McLaren"/>
              </a:rPr>
              <a:t> any information that helps you answer the questions and </a:t>
            </a:r>
            <a:r>
              <a:rPr b="1" lang="en" sz="1500">
                <a:solidFill>
                  <a:srgbClr val="2F2F2F"/>
                </a:solidFill>
                <a:latin typeface="McLaren"/>
                <a:ea typeface="McLaren"/>
                <a:cs typeface="McLaren"/>
                <a:sym typeface="McLaren"/>
              </a:rPr>
              <a:t>prepare to make your models.</a:t>
            </a:r>
            <a:endParaRPr sz="1500">
              <a:solidFill>
                <a:srgbClr val="2F2F2F"/>
              </a:solidFill>
              <a:latin typeface="McLaren"/>
              <a:ea typeface="McLaren"/>
              <a:cs typeface="McLaren"/>
              <a:sym typeface="McLare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0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32" name="Google Shape;732;p100"/>
          <p:cNvSpPr txBox="1"/>
          <p:nvPr/>
        </p:nvSpPr>
        <p:spPr>
          <a:xfrm>
            <a:off x="900856" y="566653"/>
            <a:ext cx="6408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rgbClr val="2F2F2F"/>
                </a:solidFill>
                <a:latin typeface="McLaren"/>
                <a:ea typeface="McLaren"/>
                <a:cs typeface="McLaren"/>
                <a:sym typeface="McLaren"/>
              </a:rPr>
              <a:t>Modeling a Condition</a:t>
            </a:r>
            <a:endParaRPr b="1" sz="3000">
              <a:solidFill>
                <a:srgbClr val="2F2F2F"/>
              </a:solidFill>
              <a:latin typeface="McLaren"/>
              <a:ea typeface="McLaren"/>
              <a:cs typeface="McLaren"/>
              <a:sym typeface="McLaren"/>
            </a:endParaRPr>
          </a:p>
        </p:txBody>
      </p:sp>
      <p:sp>
        <p:nvSpPr>
          <p:cNvPr id="733" name="Google Shape;733;p100"/>
          <p:cNvSpPr txBox="1"/>
          <p:nvPr/>
        </p:nvSpPr>
        <p:spPr>
          <a:xfrm>
            <a:off x="828202" y="1273678"/>
            <a:ext cx="5493300" cy="302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McLaren"/>
                <a:ea typeface="McLaren"/>
                <a:cs typeface="McLaren"/>
                <a:sym typeface="McLaren"/>
              </a:rPr>
              <a:t>To help diagnose Elisa, you’ll use what you learned from the article to </a:t>
            </a:r>
            <a:r>
              <a:rPr b="1" lang="en" sz="2100">
                <a:latin typeface="McLaren"/>
                <a:ea typeface="McLaren"/>
                <a:cs typeface="McLaren"/>
                <a:sym typeface="McLaren"/>
              </a:rPr>
              <a:t>make a model</a:t>
            </a:r>
            <a:r>
              <a:rPr lang="en" sz="2100">
                <a:latin typeface="McLaren"/>
                <a:ea typeface="McLaren"/>
                <a:cs typeface="McLaren"/>
                <a:sym typeface="McLaren"/>
              </a:rPr>
              <a:t> in the Modeling Tool that shows visually how that </a:t>
            </a:r>
            <a:r>
              <a:rPr b="1" lang="en" sz="2100">
                <a:latin typeface="McLaren"/>
                <a:ea typeface="McLaren"/>
                <a:cs typeface="McLaren"/>
                <a:sym typeface="McLaren"/>
              </a:rPr>
              <a:t>condition affects the body systems.</a:t>
            </a:r>
            <a:endParaRPr b="1" sz="2100">
              <a:latin typeface="McLaren"/>
              <a:ea typeface="McLaren"/>
              <a:cs typeface="McLaren"/>
              <a:sym typeface="McLaren"/>
            </a:endParaRPr>
          </a:p>
          <a:p>
            <a:pPr indent="0" lvl="0" marL="0" rtl="0" algn="l">
              <a:spcBef>
                <a:spcPts val="2000"/>
              </a:spcBef>
              <a:spcAft>
                <a:spcPts val="1600"/>
              </a:spcAft>
              <a:buNone/>
            </a:pPr>
            <a:r>
              <a:rPr lang="en" sz="2100">
                <a:latin typeface="McLaren"/>
                <a:ea typeface="McLaren"/>
                <a:cs typeface="McLaren"/>
                <a:sym typeface="McLaren"/>
              </a:rPr>
              <a:t>Let’s talk through the </a:t>
            </a:r>
            <a:r>
              <a:rPr b="1" lang="en" sz="2100">
                <a:latin typeface="McLaren"/>
                <a:ea typeface="McLaren"/>
                <a:cs typeface="McLaren"/>
                <a:sym typeface="McLaren"/>
              </a:rPr>
              <a:t>molecules</a:t>
            </a:r>
            <a:r>
              <a:rPr lang="en" sz="2100">
                <a:latin typeface="McLaren"/>
                <a:ea typeface="McLaren"/>
                <a:cs typeface="McLaren"/>
                <a:sym typeface="McLaren"/>
              </a:rPr>
              <a:t> that are found in the different </a:t>
            </a:r>
            <a:r>
              <a:rPr b="1" lang="en" sz="2100">
                <a:latin typeface="McLaren"/>
                <a:ea typeface="McLaren"/>
                <a:cs typeface="McLaren"/>
                <a:sym typeface="McLaren"/>
              </a:rPr>
              <a:t>body systems</a:t>
            </a:r>
            <a:r>
              <a:rPr lang="en" sz="2100">
                <a:latin typeface="McLaren"/>
                <a:ea typeface="McLaren"/>
                <a:cs typeface="McLaren"/>
                <a:sym typeface="McLaren"/>
              </a:rPr>
              <a:t> of a healthy body.</a:t>
            </a:r>
            <a:endParaRPr b="1" sz="2100">
              <a:latin typeface="McLaren"/>
              <a:ea typeface="McLaren"/>
              <a:cs typeface="McLaren"/>
              <a:sym typeface="McLaren"/>
            </a:endParaRPr>
          </a:p>
        </p:txBody>
      </p:sp>
      <p:pic>
        <p:nvPicPr>
          <p:cNvPr descr="Screenshot of Molecules key from Modeling Tool 2.3 Model a Condition." id="734" name="Google Shape;734;p100"/>
          <p:cNvPicPr preferRelativeResize="0"/>
          <p:nvPr/>
        </p:nvPicPr>
        <p:blipFill rotWithShape="1">
          <a:blip r:embed="rId3">
            <a:alphaModFix/>
          </a:blip>
          <a:srcRect b="5121" l="16215" r="18430" t="4561"/>
          <a:stretch/>
        </p:blipFill>
        <p:spPr>
          <a:xfrm>
            <a:off x="6292416" y="481920"/>
            <a:ext cx="2394550" cy="40830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0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40" name="Google Shape;740;p101"/>
          <p:cNvSpPr txBox="1"/>
          <p:nvPr/>
        </p:nvSpPr>
        <p:spPr>
          <a:xfrm>
            <a:off x="900856" y="566653"/>
            <a:ext cx="6408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rgbClr val="2F2F2F"/>
                </a:solidFill>
                <a:latin typeface="McLaren"/>
                <a:ea typeface="McLaren"/>
                <a:cs typeface="McLaren"/>
                <a:sym typeface="McLaren"/>
              </a:rPr>
              <a:t>Modeling a Condition</a:t>
            </a:r>
            <a:endParaRPr b="1" sz="3000">
              <a:solidFill>
                <a:srgbClr val="2F2F2F"/>
              </a:solidFill>
              <a:latin typeface="McLaren"/>
              <a:ea typeface="McLaren"/>
              <a:cs typeface="McLaren"/>
              <a:sym typeface="McLaren"/>
            </a:endParaRPr>
          </a:p>
        </p:txBody>
      </p:sp>
      <p:sp>
        <p:nvSpPr>
          <p:cNvPr id="741" name="Google Shape;741;p101"/>
          <p:cNvSpPr txBox="1"/>
          <p:nvPr/>
        </p:nvSpPr>
        <p:spPr>
          <a:xfrm>
            <a:off x="3924075" y="1070261"/>
            <a:ext cx="4791900" cy="330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450">
                <a:solidFill>
                  <a:srgbClr val="2F2F2F"/>
                </a:solidFill>
                <a:latin typeface="McLaren"/>
                <a:ea typeface="McLaren"/>
                <a:cs typeface="McLaren"/>
                <a:sym typeface="McLaren"/>
              </a:rPr>
              <a:t>You will change this Healthy Body Model to represent what would be </a:t>
            </a:r>
            <a:r>
              <a:rPr b="1" lang="en" sz="1450">
                <a:solidFill>
                  <a:srgbClr val="2F2F2F"/>
                </a:solidFill>
                <a:latin typeface="McLaren"/>
                <a:ea typeface="McLaren"/>
                <a:cs typeface="McLaren"/>
                <a:sym typeface="McLaren"/>
              </a:rPr>
              <a:t>different </a:t>
            </a:r>
            <a:r>
              <a:rPr lang="en" sz="1450">
                <a:solidFill>
                  <a:srgbClr val="2F2F2F"/>
                </a:solidFill>
                <a:latin typeface="McLaren"/>
                <a:ea typeface="McLaren"/>
                <a:cs typeface="McLaren"/>
                <a:sym typeface="McLaren"/>
              </a:rPr>
              <a:t>in the body of a person with the </a:t>
            </a:r>
            <a:r>
              <a:rPr b="1" lang="en" sz="1450">
                <a:solidFill>
                  <a:srgbClr val="2F2F2F"/>
                </a:solidFill>
                <a:latin typeface="McLaren"/>
                <a:ea typeface="McLaren"/>
                <a:cs typeface="McLaren"/>
                <a:sym typeface="McLaren"/>
              </a:rPr>
              <a:t>condition</a:t>
            </a:r>
            <a:r>
              <a:rPr lang="en" sz="1450">
                <a:solidFill>
                  <a:srgbClr val="2F2F2F"/>
                </a:solidFill>
                <a:latin typeface="McLaren"/>
                <a:ea typeface="McLaren"/>
                <a:cs typeface="McLaren"/>
                <a:sym typeface="McLaren"/>
              </a:rPr>
              <a:t> that you read about.</a:t>
            </a:r>
            <a:endParaRPr sz="1450">
              <a:latin typeface="McLaren"/>
              <a:ea typeface="McLaren"/>
              <a:cs typeface="McLaren"/>
              <a:sym typeface="McLaren"/>
            </a:endParaRPr>
          </a:p>
          <a:p>
            <a:pPr indent="0" lvl="0" marL="0" rtl="0" algn="l">
              <a:spcBef>
                <a:spcPts val="2000"/>
              </a:spcBef>
              <a:spcAft>
                <a:spcPts val="0"/>
              </a:spcAft>
              <a:buNone/>
            </a:pPr>
            <a:r>
              <a:rPr lang="en" sz="1450">
                <a:latin typeface="McLaren"/>
                <a:ea typeface="McLaren"/>
                <a:cs typeface="McLaren"/>
                <a:sym typeface="McLaren"/>
              </a:rPr>
              <a:t>We’ll look at an example that is not one of the conditions you read about.</a:t>
            </a:r>
            <a:endParaRPr sz="1450">
              <a:latin typeface="McLaren"/>
              <a:ea typeface="McLaren"/>
              <a:cs typeface="McLaren"/>
              <a:sym typeface="McLaren"/>
            </a:endParaRPr>
          </a:p>
          <a:p>
            <a:pPr indent="0" lvl="0" marL="0" rtl="0" algn="l">
              <a:spcBef>
                <a:spcPts val="1600"/>
              </a:spcBef>
              <a:spcAft>
                <a:spcPts val="0"/>
              </a:spcAft>
              <a:buNone/>
            </a:pPr>
            <a:r>
              <a:rPr lang="en" sz="1450">
                <a:latin typeface="McLaren"/>
                <a:ea typeface="McLaren"/>
                <a:cs typeface="McLaren"/>
                <a:sym typeface="McLaren"/>
              </a:rPr>
              <a:t>Let’s look at how to make a model of someone who is choking.</a:t>
            </a:r>
            <a:endParaRPr sz="1450">
              <a:latin typeface="McLaren"/>
              <a:ea typeface="McLaren"/>
              <a:cs typeface="McLaren"/>
              <a:sym typeface="McLaren"/>
            </a:endParaRPr>
          </a:p>
          <a:p>
            <a:pPr indent="0" lvl="0" marL="0" rtl="0" algn="l">
              <a:spcBef>
                <a:spcPts val="1600"/>
              </a:spcBef>
              <a:spcAft>
                <a:spcPts val="2000"/>
              </a:spcAft>
              <a:buNone/>
            </a:pPr>
            <a:r>
              <a:rPr lang="en" sz="1450">
                <a:solidFill>
                  <a:srgbClr val="2F2F2F"/>
                </a:solidFill>
                <a:latin typeface="McLaren"/>
                <a:ea typeface="McLaren"/>
                <a:cs typeface="McLaren"/>
                <a:sym typeface="McLaren"/>
              </a:rPr>
              <a:t>Your </a:t>
            </a:r>
            <a:r>
              <a:rPr b="1" lang="en" sz="1450">
                <a:solidFill>
                  <a:srgbClr val="2F2F2F"/>
                </a:solidFill>
                <a:latin typeface="McLaren"/>
                <a:ea typeface="McLaren"/>
                <a:cs typeface="McLaren"/>
                <a:sym typeface="McLaren"/>
              </a:rPr>
              <a:t>models</a:t>
            </a:r>
            <a:r>
              <a:rPr lang="en" sz="1450">
                <a:solidFill>
                  <a:srgbClr val="2F2F2F"/>
                </a:solidFill>
                <a:latin typeface="McLaren"/>
                <a:ea typeface="McLaren"/>
                <a:cs typeface="McLaren"/>
                <a:sym typeface="McLaren"/>
              </a:rPr>
              <a:t> will be more complex than the choking model. You should go back and forth between the </a:t>
            </a:r>
            <a:r>
              <a:rPr b="1" lang="en" sz="1450">
                <a:solidFill>
                  <a:srgbClr val="2F2F2F"/>
                </a:solidFill>
                <a:latin typeface="McLaren"/>
                <a:ea typeface="McLaren"/>
                <a:cs typeface="McLaren"/>
                <a:sym typeface="McLaren"/>
              </a:rPr>
              <a:t>article,</a:t>
            </a:r>
            <a:r>
              <a:rPr lang="en" sz="1450">
                <a:solidFill>
                  <a:srgbClr val="2F2F2F"/>
                </a:solidFill>
                <a:latin typeface="McLaren"/>
                <a:ea typeface="McLaren"/>
                <a:cs typeface="McLaren"/>
                <a:sym typeface="McLaren"/>
              </a:rPr>
              <a:t> the </a:t>
            </a:r>
            <a:r>
              <a:rPr b="1" lang="en" sz="1450">
                <a:solidFill>
                  <a:srgbClr val="2F2F2F"/>
                </a:solidFill>
                <a:latin typeface="McLaren"/>
                <a:ea typeface="McLaren"/>
                <a:cs typeface="McLaren"/>
                <a:sym typeface="McLaren"/>
              </a:rPr>
              <a:t>questions</a:t>
            </a:r>
            <a:r>
              <a:rPr lang="en" sz="1450">
                <a:solidFill>
                  <a:srgbClr val="2F2F2F"/>
                </a:solidFill>
                <a:latin typeface="McLaren"/>
                <a:ea typeface="McLaren"/>
                <a:cs typeface="McLaren"/>
                <a:sym typeface="McLaren"/>
              </a:rPr>
              <a:t> you answered in the previous activity, and the </a:t>
            </a:r>
            <a:r>
              <a:rPr b="1" lang="en" sz="1450">
                <a:solidFill>
                  <a:srgbClr val="2F2F2F"/>
                </a:solidFill>
                <a:latin typeface="McLaren"/>
                <a:ea typeface="McLaren"/>
                <a:cs typeface="McLaren"/>
                <a:sym typeface="McLaren"/>
              </a:rPr>
              <a:t>model.</a:t>
            </a:r>
            <a:endParaRPr sz="1450">
              <a:latin typeface="McLaren"/>
              <a:ea typeface="McLaren"/>
              <a:cs typeface="McLaren"/>
              <a:sym typeface="McLaren"/>
            </a:endParaRPr>
          </a:p>
        </p:txBody>
      </p:sp>
      <p:pic>
        <p:nvPicPr>
          <p:cNvPr descr="Screenshot of Modeling Tool 2.3 Model a Condition." id="742" name="Google Shape;742;p101"/>
          <p:cNvPicPr preferRelativeResize="0"/>
          <p:nvPr/>
        </p:nvPicPr>
        <p:blipFill rotWithShape="1">
          <a:blip r:embed="rId3">
            <a:alphaModFix/>
          </a:blip>
          <a:srcRect b="11682" l="0" r="23266" t="7809"/>
          <a:stretch/>
        </p:blipFill>
        <p:spPr>
          <a:xfrm>
            <a:off x="662850" y="1467500"/>
            <a:ext cx="3229174" cy="2537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0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48" name="Google Shape;748;p102"/>
          <p:cNvSpPr txBox="1"/>
          <p:nvPr/>
        </p:nvSpPr>
        <p:spPr>
          <a:xfrm>
            <a:off x="900849" y="566650"/>
            <a:ext cx="73968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latin typeface="McLaren"/>
                <a:ea typeface="McLaren"/>
                <a:cs typeface="McLaren"/>
                <a:sym typeface="McLaren"/>
              </a:rPr>
              <a:t>Comparing Models to the Sim</a:t>
            </a:r>
            <a:endParaRPr b="1" sz="2500">
              <a:latin typeface="McLaren"/>
              <a:ea typeface="McLaren"/>
              <a:cs typeface="McLaren"/>
              <a:sym typeface="McLaren"/>
            </a:endParaRPr>
          </a:p>
        </p:txBody>
      </p:sp>
      <p:sp>
        <p:nvSpPr>
          <p:cNvPr id="749" name="Google Shape;749;p102"/>
          <p:cNvSpPr txBox="1"/>
          <p:nvPr/>
        </p:nvSpPr>
        <p:spPr>
          <a:xfrm>
            <a:off x="843791" y="1244606"/>
            <a:ext cx="7610700" cy="313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cLaren"/>
                <a:ea typeface="McLaren"/>
                <a:cs typeface="McLaren"/>
                <a:sym typeface="McLaren"/>
              </a:rPr>
              <a:t>Next, you will </a:t>
            </a:r>
            <a:r>
              <a:rPr b="1" lang="en">
                <a:latin typeface="McLaren"/>
                <a:ea typeface="McLaren"/>
                <a:cs typeface="McLaren"/>
                <a:sym typeface="McLaren"/>
              </a:rPr>
              <a:t>observe your conditions in the Sim</a:t>
            </a:r>
            <a:r>
              <a:rPr lang="en">
                <a:latin typeface="McLaren"/>
                <a:ea typeface="McLaren"/>
                <a:cs typeface="McLaren"/>
                <a:sym typeface="McLaren"/>
              </a:rPr>
              <a:t>. You’ll take screenshots of what you observe and add annotations, </a:t>
            </a:r>
            <a:r>
              <a:rPr b="1" lang="en">
                <a:latin typeface="McLaren"/>
                <a:ea typeface="McLaren"/>
                <a:cs typeface="McLaren"/>
                <a:sym typeface="McLaren"/>
              </a:rPr>
              <a:t>comparing the Sim to the models</a:t>
            </a:r>
            <a:r>
              <a:rPr lang="en">
                <a:latin typeface="McLaren"/>
                <a:ea typeface="McLaren"/>
                <a:cs typeface="McLaren"/>
                <a:sym typeface="McLaren"/>
              </a:rPr>
              <a:t> you made.</a:t>
            </a:r>
            <a:endParaRPr>
              <a:latin typeface="McLaren"/>
              <a:ea typeface="McLaren"/>
              <a:cs typeface="McLaren"/>
              <a:sym typeface="McLaren"/>
            </a:endParaRPr>
          </a:p>
          <a:p>
            <a:pPr indent="-317500" lvl="0" marL="762000" rtl="0" algn="l">
              <a:lnSpc>
                <a:spcPct val="158000"/>
              </a:lnSpc>
              <a:spcBef>
                <a:spcPts val="2000"/>
              </a:spcBef>
              <a:spcAft>
                <a:spcPts val="0"/>
              </a:spcAft>
              <a:buClr>
                <a:srgbClr val="000000"/>
              </a:buClr>
              <a:buSzPts val="1400"/>
              <a:buFont typeface="McLaren"/>
              <a:buAutoNum type="arabicPeriod"/>
            </a:pPr>
            <a:r>
              <a:rPr lang="en">
                <a:latin typeface="McLaren"/>
                <a:ea typeface="McLaren"/>
                <a:cs typeface="McLaren"/>
                <a:sym typeface="McLaren"/>
              </a:rPr>
              <a:t>Launch the </a:t>
            </a:r>
            <a:r>
              <a:rPr i="1" lang="en">
                <a:uFill>
                  <a:noFill/>
                </a:uFill>
                <a:latin typeface="McLaren"/>
                <a:ea typeface="McLaren"/>
                <a:cs typeface="McLaren"/>
                <a:sym typeface="McLaren"/>
                <a:hlinkClick r:id="rId3"/>
              </a:rPr>
              <a:t>Metabolism</a:t>
            </a:r>
            <a:r>
              <a:rPr lang="en">
                <a:uFill>
                  <a:noFill/>
                </a:uFill>
                <a:latin typeface="McLaren"/>
                <a:ea typeface="McLaren"/>
                <a:cs typeface="McLaren"/>
                <a:sym typeface="McLaren"/>
                <a:hlinkClick r:id="rId4"/>
              </a:rPr>
              <a:t> Sim</a:t>
            </a:r>
            <a:r>
              <a:rPr lang="en">
                <a:latin typeface="McLaren"/>
                <a:ea typeface="McLaren"/>
                <a:cs typeface="McLaren"/>
                <a:sym typeface="McLaren"/>
              </a:rPr>
              <a:t>.</a:t>
            </a:r>
            <a:endParaRPr>
              <a:latin typeface="McLaren"/>
              <a:ea typeface="McLaren"/>
              <a:cs typeface="McLaren"/>
              <a:sym typeface="McLaren"/>
            </a:endParaRPr>
          </a:p>
          <a:p>
            <a:pPr indent="-317500" lvl="0" marL="762000" rtl="0" algn="l">
              <a:lnSpc>
                <a:spcPct val="158000"/>
              </a:lnSpc>
              <a:spcBef>
                <a:spcPts val="0"/>
              </a:spcBef>
              <a:spcAft>
                <a:spcPts val="0"/>
              </a:spcAft>
              <a:buClr>
                <a:srgbClr val="000000"/>
              </a:buClr>
              <a:buSzPts val="1400"/>
              <a:buFont typeface="McLaren"/>
              <a:buAutoNum type="arabicPeriod"/>
            </a:pPr>
            <a:r>
              <a:rPr lang="en">
                <a:latin typeface="McLaren"/>
                <a:ea typeface="McLaren"/>
                <a:cs typeface="McLaren"/>
                <a:sym typeface="McLaren"/>
              </a:rPr>
              <a:t>Select the condition you read about (asthma, anemia, diabetes, or pancreas injury), and then select OBSERVE.</a:t>
            </a:r>
            <a:endParaRPr>
              <a:latin typeface="McLaren"/>
              <a:ea typeface="McLaren"/>
              <a:cs typeface="McLaren"/>
              <a:sym typeface="McLaren"/>
            </a:endParaRPr>
          </a:p>
          <a:p>
            <a:pPr indent="-317500" lvl="0" marL="762000" rtl="0" algn="l">
              <a:lnSpc>
                <a:spcPct val="158000"/>
              </a:lnSpc>
              <a:spcBef>
                <a:spcPts val="0"/>
              </a:spcBef>
              <a:spcAft>
                <a:spcPts val="0"/>
              </a:spcAft>
              <a:buClr>
                <a:srgbClr val="000000"/>
              </a:buClr>
              <a:buSzPts val="1400"/>
              <a:buFont typeface="McLaren"/>
              <a:buAutoNum type="arabicPeriod"/>
            </a:pPr>
            <a:r>
              <a:rPr lang="en">
                <a:latin typeface="McLaren"/>
                <a:ea typeface="McLaren"/>
                <a:cs typeface="McLaren"/>
                <a:sym typeface="McLaren"/>
              </a:rPr>
              <a:t>Feed and observe the body.</a:t>
            </a:r>
            <a:endParaRPr>
              <a:latin typeface="McLaren"/>
              <a:ea typeface="McLaren"/>
              <a:cs typeface="McLaren"/>
              <a:sym typeface="McLaren"/>
            </a:endParaRPr>
          </a:p>
          <a:p>
            <a:pPr indent="-317500" lvl="0" marL="762000" rtl="0" algn="l">
              <a:lnSpc>
                <a:spcPct val="158000"/>
              </a:lnSpc>
              <a:spcBef>
                <a:spcPts val="0"/>
              </a:spcBef>
              <a:spcAft>
                <a:spcPts val="0"/>
              </a:spcAft>
              <a:buClr>
                <a:srgbClr val="000000"/>
              </a:buClr>
              <a:buSzPts val="1400"/>
              <a:buFont typeface="McLaren"/>
              <a:buAutoNum type="arabicPeriod"/>
            </a:pPr>
            <a:r>
              <a:rPr lang="en">
                <a:latin typeface="McLaren"/>
                <a:ea typeface="McLaren"/>
                <a:cs typeface="McLaren"/>
                <a:sym typeface="McLaren"/>
              </a:rPr>
              <a:t>Take a screenshot and upload it below.</a:t>
            </a:r>
            <a:endParaRPr>
              <a:latin typeface="McLaren"/>
              <a:ea typeface="McLaren"/>
              <a:cs typeface="McLaren"/>
              <a:sym typeface="McLaren"/>
            </a:endParaRPr>
          </a:p>
          <a:p>
            <a:pPr indent="-317500" lvl="0" marL="762000" rtl="0" algn="l">
              <a:lnSpc>
                <a:spcPct val="158000"/>
              </a:lnSpc>
              <a:spcBef>
                <a:spcPts val="0"/>
              </a:spcBef>
              <a:spcAft>
                <a:spcPts val="0"/>
              </a:spcAft>
              <a:buClr>
                <a:srgbClr val="000000"/>
              </a:buClr>
              <a:buSzPts val="1400"/>
              <a:buFont typeface="McLaren"/>
              <a:buAutoNum type="arabicPeriod"/>
            </a:pPr>
            <a:r>
              <a:rPr lang="en">
                <a:latin typeface="McLaren"/>
                <a:ea typeface="McLaren"/>
                <a:cs typeface="McLaren"/>
                <a:sym typeface="McLaren"/>
              </a:rPr>
              <a:t>Add annotations to the screenshot, explaining what you observed in the Sim and how it fits with your model or doesn’t fit with your model.</a:t>
            </a:r>
            <a:endParaRPr>
              <a:latin typeface="McLaren"/>
              <a:ea typeface="McLaren"/>
              <a:cs typeface="McLaren"/>
              <a:sym typeface="McLare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0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5" name="Google Shape;755;p103"/>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56" name="Google Shape;756;p103"/>
          <p:cNvSpPr txBox="1"/>
          <p:nvPr/>
        </p:nvSpPr>
        <p:spPr>
          <a:xfrm>
            <a:off x="770078" y="450433"/>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cLaren"/>
                <a:ea typeface="McLaren"/>
                <a:cs typeface="McLaren"/>
                <a:sym typeface="McLaren"/>
              </a:rPr>
              <a:t>Homework</a:t>
            </a:r>
            <a:endParaRPr b="1" sz="4000">
              <a:latin typeface="McLaren"/>
              <a:ea typeface="McLaren"/>
              <a:cs typeface="McLaren"/>
              <a:sym typeface="McLaren"/>
            </a:endParaRPr>
          </a:p>
        </p:txBody>
      </p:sp>
      <p:pic>
        <p:nvPicPr>
          <p:cNvPr id="757" name="Google Shape;757;p103"/>
          <p:cNvPicPr preferRelativeResize="0"/>
          <p:nvPr/>
        </p:nvPicPr>
        <p:blipFill>
          <a:blip r:embed="rId3">
            <a:alphaModFix/>
          </a:blip>
          <a:stretch>
            <a:fillRect/>
          </a:stretch>
        </p:blipFill>
        <p:spPr>
          <a:xfrm>
            <a:off x="5905276" y="557300"/>
            <a:ext cx="2694350" cy="2583724"/>
          </a:xfrm>
          <a:prstGeom prst="rect">
            <a:avLst/>
          </a:prstGeom>
          <a:noFill/>
          <a:ln>
            <a:noFill/>
          </a:ln>
        </p:spPr>
      </p:pic>
      <p:sp>
        <p:nvSpPr>
          <p:cNvPr id="758" name="Google Shape;758;p103"/>
          <p:cNvSpPr txBox="1"/>
          <p:nvPr/>
        </p:nvSpPr>
        <p:spPr>
          <a:xfrm>
            <a:off x="887375" y="1267790"/>
            <a:ext cx="4097400" cy="318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McLaren"/>
                <a:ea typeface="McLaren"/>
                <a:cs typeface="McLaren"/>
                <a:sym typeface="McLaren"/>
              </a:rPr>
              <a:t>For this activity, you will: </a:t>
            </a:r>
            <a:endParaRPr sz="2400">
              <a:latin typeface="McLaren"/>
              <a:ea typeface="McLaren"/>
              <a:cs typeface="McLaren"/>
              <a:sym typeface="McLaren"/>
            </a:endParaRPr>
          </a:p>
          <a:p>
            <a:pPr indent="-381000" lvl="0" marL="457200" rtl="0" algn="l">
              <a:spcBef>
                <a:spcPts val="1600"/>
              </a:spcBef>
              <a:spcAft>
                <a:spcPts val="0"/>
              </a:spcAft>
              <a:buSzPts val="2400"/>
              <a:buFont typeface="McLaren"/>
              <a:buChar char="●"/>
            </a:pPr>
            <a:r>
              <a:rPr lang="en" sz="2400">
                <a:latin typeface="McLaren"/>
                <a:ea typeface="McLaren"/>
                <a:cs typeface="McLaren"/>
                <a:sym typeface="McLaren"/>
              </a:rPr>
              <a:t>Record your current ideas about Elisa’s diagnosis</a:t>
            </a:r>
            <a:endParaRPr sz="2400">
              <a:latin typeface="McLaren"/>
              <a:ea typeface="McLaren"/>
              <a:cs typeface="McLaren"/>
              <a:sym typeface="McLaren"/>
            </a:endParaRPr>
          </a:p>
          <a:p>
            <a:pPr indent="-381000" lvl="0" marL="457200" rtl="0" algn="l">
              <a:spcBef>
                <a:spcPts val="1600"/>
              </a:spcBef>
              <a:spcAft>
                <a:spcPts val="1600"/>
              </a:spcAft>
              <a:buSzPts val="2400"/>
              <a:buFont typeface="McLaren"/>
              <a:buChar char="●"/>
            </a:pPr>
            <a:r>
              <a:rPr lang="en" sz="2400">
                <a:latin typeface="McLaren"/>
                <a:ea typeface="McLaren"/>
                <a:cs typeface="McLaren"/>
                <a:sym typeface="McLaren"/>
              </a:rPr>
              <a:t>Read and answer te article questions about growing cells </a:t>
            </a:r>
            <a:endParaRPr sz="2400">
              <a:latin typeface="McLaren"/>
              <a:ea typeface="McLaren"/>
              <a:cs typeface="McLaren"/>
              <a:sym typeface="McLaren"/>
            </a:endParaRPr>
          </a:p>
        </p:txBody>
      </p:sp>
      <p:pic>
        <p:nvPicPr>
          <p:cNvPr id="759" name="Google Shape;759;p103"/>
          <p:cNvPicPr preferRelativeResize="0"/>
          <p:nvPr/>
        </p:nvPicPr>
        <p:blipFill>
          <a:blip r:embed="rId4">
            <a:alphaModFix/>
          </a:blip>
          <a:stretch>
            <a:fillRect/>
          </a:stretch>
        </p:blipFill>
        <p:spPr>
          <a:xfrm>
            <a:off x="4849875" y="1786700"/>
            <a:ext cx="2241674" cy="2662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Jaques template">
  <a:themeElements>
    <a:clrScheme name="Custom 347">
      <a:dk1>
        <a:srgbClr val="434343"/>
      </a:dk1>
      <a:lt1>
        <a:srgbClr val="FFFFFF"/>
      </a:lt1>
      <a:dk2>
        <a:srgbClr val="0B5394"/>
      </a:dk2>
      <a:lt2>
        <a:srgbClr val="D5DDE4"/>
      </a:lt2>
      <a:accent1>
        <a:srgbClr val="55AAEE"/>
      </a:accent1>
      <a:accent2>
        <a:srgbClr val="FFBA3F"/>
      </a:accent2>
      <a:accent3>
        <a:srgbClr val="BDE06C"/>
      </a:accent3>
      <a:accent4>
        <a:srgbClr val="6AD8D6"/>
      </a:accent4>
      <a:accent5>
        <a:srgbClr val="AE98E4"/>
      </a:accent5>
      <a:accent6>
        <a:srgbClr val="F55A5A"/>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S Slides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