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Roboto Medium"/>
      <p:regular r:id="rId11"/>
      <p:bold r:id="rId12"/>
      <p:italic r:id="rId13"/>
      <p:boldItalic r:id="rId14"/>
    </p:embeddedFont>
    <p:embeddedFont>
      <p:font typeface="Quicksand"/>
      <p:regular r:id="rId15"/>
      <p:bold r:id="rId16"/>
    </p:embeddedFont>
    <p:embeddedFont>
      <p:font typeface="Quicksand SemiBold"/>
      <p:regular r:id="rId17"/>
      <p:bold r:id="rId18"/>
    </p:embeddedFont>
    <p:embeddedFont>
      <p:font typeface="Quicksand Medium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Relationship Id="rId20" Type="http://schemas.openxmlformats.org/officeDocument/2006/relationships/font" Target="fonts/QuicksandMedium-bold.fntdata"/><Relationship Id="rId11" Type="http://schemas.openxmlformats.org/officeDocument/2006/relationships/font" Target="fonts/RobotoMedium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RobotoMedium-italic.fntdata"/><Relationship Id="rId12" Type="http://schemas.openxmlformats.org/officeDocument/2006/relationships/font" Target="fonts/RobotoMedium-bold.fntdata"/><Relationship Id="rId15" Type="http://schemas.openxmlformats.org/officeDocument/2006/relationships/font" Target="fonts/Quicksand-regular.fntdata"/><Relationship Id="rId14" Type="http://schemas.openxmlformats.org/officeDocument/2006/relationships/font" Target="fonts/RobotoMedium-boldItalic.fntdata"/><Relationship Id="rId17" Type="http://schemas.openxmlformats.org/officeDocument/2006/relationships/font" Target="fonts/QuicksandSemiBold-regular.fntdata"/><Relationship Id="rId16" Type="http://schemas.openxmlformats.org/officeDocument/2006/relationships/font" Target="fonts/Quicksand-bold.fntdata"/><Relationship Id="rId19" Type="http://schemas.openxmlformats.org/officeDocument/2006/relationships/font" Target="fonts/QuicksandMedium-regular.fntdata"/><Relationship Id="rId18" Type="http://schemas.openxmlformats.org/officeDocument/2006/relationships/font" Target="fonts/Quicksand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6985123c2e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6985123c2e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">
  <p:cSld name="SECTION_HEADER_1_1_2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236875" y="164600"/>
            <a:ext cx="4335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body"/>
          </p:nvPr>
        </p:nvSpPr>
        <p:spPr>
          <a:xfrm>
            <a:off x="804672" y="941832"/>
            <a:ext cx="7503600" cy="3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880">
          <p15:clr>
            <a:srgbClr val="F9AD4C"/>
          </p15:clr>
        </p15:guide>
        <p15:guide id="3" orient="horz" pos="21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Title">
  <p:cSld name="SECTION_HEADER_1_1_2_4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804672" y="2048256"/>
            <a:ext cx="6080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804675" y="2477494"/>
            <a:ext cx="6080700" cy="8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6839700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228600" y="164600"/>
            <a:ext cx="43434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6563" y="173736"/>
            <a:ext cx="193362" cy="2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44">
          <p15:clr>
            <a:srgbClr val="F9AD4C"/>
          </p15:clr>
        </p15:guide>
        <p15:guide id="2" pos="2880">
          <p15:clr>
            <a:srgbClr val="F9AD4C"/>
          </p15:clr>
        </p15:guide>
        <p15:guide id="3" pos="545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creenshot Fullscreen - pg#">
  <p:cSld name="CUSTOM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18540"/>
          <a:stretch/>
        </p:blipFill>
        <p:spPr>
          <a:xfrm>
            <a:off x="75" y="4701168"/>
            <a:ext cx="9144000" cy="2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75" y="622975"/>
            <a:ext cx="9144000" cy="40965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-75" y="457670"/>
            <a:ext cx="9144000" cy="165300"/>
            <a:chOff x="0" y="548800"/>
            <a:chExt cx="9144000" cy="165300"/>
          </a:xfrm>
        </p:grpSpPr>
        <p:sp>
          <p:nvSpPr>
            <p:cNvPr id="24" name="Google Shape;24;p4"/>
            <p:cNvSpPr/>
            <p:nvPr/>
          </p:nvSpPr>
          <p:spPr>
            <a:xfrm>
              <a:off x="0" y="548800"/>
              <a:ext cx="9144000" cy="165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333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9211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21614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340175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2" type="subTitle"/>
          </p:nvPr>
        </p:nvSpPr>
        <p:spPr>
          <a:xfrm>
            <a:off x="7598664" y="117750"/>
            <a:ext cx="13167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subTitle"/>
          </p:nvPr>
        </p:nvSpPr>
        <p:spPr>
          <a:xfrm>
            <a:off x="236875" y="117756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1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creenshot Fullscreen Differentiation - pg#">
  <p:cSld name="CUSTOM_3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18540"/>
          <a:stretch/>
        </p:blipFill>
        <p:spPr>
          <a:xfrm>
            <a:off x="75" y="4701168"/>
            <a:ext cx="9144000" cy="2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75" y="622975"/>
            <a:ext cx="9144000" cy="40965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" name="Google Shape;34;p5"/>
          <p:cNvGrpSpPr/>
          <p:nvPr/>
        </p:nvGrpSpPr>
        <p:grpSpPr>
          <a:xfrm>
            <a:off x="-75" y="457670"/>
            <a:ext cx="9144000" cy="165300"/>
            <a:chOff x="0" y="548800"/>
            <a:chExt cx="9144000" cy="165300"/>
          </a:xfrm>
        </p:grpSpPr>
        <p:sp>
          <p:nvSpPr>
            <p:cNvPr id="35" name="Google Shape;35;p5"/>
            <p:cNvSpPr/>
            <p:nvPr/>
          </p:nvSpPr>
          <p:spPr>
            <a:xfrm>
              <a:off x="0" y="548800"/>
              <a:ext cx="9144000" cy="165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333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9211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1614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340175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3511296" y="4800600"/>
            <a:ext cx="16734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7598664" y="117750"/>
            <a:ext cx="13167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236875" y="117756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1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84648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5" type="subTitle"/>
          </p:nvPr>
        </p:nvSpPr>
        <p:spPr>
          <a:xfrm>
            <a:off x="6391656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6" type="subTitle"/>
          </p:nvPr>
        </p:nvSpPr>
        <p:spPr>
          <a:xfrm>
            <a:off x="7598664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" name="Google Shape;45;p5"/>
          <p:cNvSpPr/>
          <p:nvPr/>
        </p:nvSpPr>
        <p:spPr>
          <a:xfrm>
            <a:off x="7217750" y="4822650"/>
            <a:ext cx="192000" cy="1845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17B4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008350" y="4820250"/>
            <a:ext cx="219600" cy="189300"/>
          </a:xfrm>
          <a:prstGeom prst="triangle">
            <a:avLst>
              <a:gd fmla="val 50000" name="adj"/>
            </a:avLst>
          </a:prstGeom>
          <a:solidFill>
            <a:srgbClr val="8FC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427388" y="4823400"/>
            <a:ext cx="183000" cy="183000"/>
          </a:xfrm>
          <a:prstGeom prst="ellipse">
            <a:avLst/>
          </a:prstGeom>
          <a:solidFill>
            <a:srgbClr val="9A5A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5"/>
          <p:cNvCxnSpPr/>
          <p:nvPr/>
        </p:nvCxnSpPr>
        <p:spPr>
          <a:xfrm>
            <a:off x="5270375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" name="Google Shape;49;p5"/>
          <p:cNvCxnSpPr/>
          <p:nvPr/>
        </p:nvCxnSpPr>
        <p:spPr>
          <a:xfrm>
            <a:off x="6449450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" name="Google Shape;50;p5"/>
          <p:cNvCxnSpPr/>
          <p:nvPr/>
        </p:nvCxnSpPr>
        <p:spPr>
          <a:xfrm>
            <a:off x="7650100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" name="Google Shape;5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8400" y="4804875"/>
            <a:ext cx="228175" cy="2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">
  <p:cSld name="SECTION_HEADER_1_1_2_3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8613" y="1741916"/>
            <a:ext cx="5751577" cy="16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title"/>
          </p:nvPr>
        </p:nvSpPr>
        <p:spPr>
          <a:xfrm>
            <a:off x="820200" y="1184699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3" type="body"/>
          </p:nvPr>
        </p:nvSpPr>
        <p:spPr>
          <a:xfrm>
            <a:off x="905256" y="3493008"/>
            <a:ext cx="73335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55600" lvl="2" marL="13716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55600" lvl="3" marL="18288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55600" lvl="4" marL="22860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55600" lvl="5" marL="27432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55600" lvl="6" marL="32004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55600" lvl="7" marL="36576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55600" lvl="8" marL="4114800" rtl="0" algn="ctr">
              <a:spcBef>
                <a:spcPts val="1600"/>
              </a:spcBef>
              <a:spcAft>
                <a:spcPts val="160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idx="4" type="body"/>
          </p:nvPr>
        </p:nvSpPr>
        <p:spPr>
          <a:xfrm>
            <a:off x="2286000" y="2203704"/>
            <a:ext cx="45735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82600" lvl="0" marL="457200" rtl="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Char char="●"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indent="-482600" lvl="1" marL="914400" rtl="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2pPr>
            <a:lvl3pPr indent="-482600" lvl="2" marL="1371600" rtl="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3pPr>
            <a:lvl4pPr indent="-482600" lvl="3" marL="1828800" rtl="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4pPr>
            <a:lvl5pPr indent="-482600" lvl="4" marL="2286000" rtl="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5pPr>
            <a:lvl6pPr indent="-482600" lvl="5" marL="2743200" rtl="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6pPr>
            <a:lvl7pPr indent="-482600" lvl="6" marL="3200400" rtl="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7pPr>
            <a:lvl8pPr indent="-482600" lvl="7" marL="3657600" rtl="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8pPr>
            <a:lvl9pPr indent="-482600" lvl="8" marL="4114800" rtl="0" algn="ctr">
              <a:spcBef>
                <a:spcPts val="1600"/>
              </a:spcBef>
              <a:spcAft>
                <a:spcPts val="1600"/>
              </a:spcAft>
              <a:buSzPts val="4000"/>
              <a:buChar char="■"/>
              <a:defRPr b="1" sz="4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 with Drawn Element">
  <p:cSld name="SECTION_HEADER_1_1_2_3_3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2880" y="1737360"/>
            <a:ext cx="5751577" cy="16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/>
          <p:nvPr>
            <p:ph type="title"/>
          </p:nvPr>
        </p:nvSpPr>
        <p:spPr>
          <a:xfrm>
            <a:off x="219519" y="1179576"/>
            <a:ext cx="541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64" name="Google Shape;6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9056" y="1690357"/>
            <a:ext cx="2785749" cy="17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>
            <p:ph idx="3" type="body"/>
          </p:nvPr>
        </p:nvSpPr>
        <p:spPr>
          <a:xfrm>
            <a:off x="347472" y="3474720"/>
            <a:ext cx="51573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55600" lvl="2" marL="13716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55600" lvl="3" marL="18288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55600" lvl="4" marL="22860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55600" lvl="5" marL="27432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55600" lvl="6" marL="32004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55600" lvl="7" marL="3657600" rtl="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55600" lvl="8" marL="4114800" rtl="0" algn="ctr">
              <a:spcBef>
                <a:spcPts val="1600"/>
              </a:spcBef>
              <a:spcAft>
                <a:spcPts val="160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4" type="body"/>
          </p:nvPr>
        </p:nvSpPr>
        <p:spPr>
          <a:xfrm>
            <a:off x="630936" y="2185416"/>
            <a:ext cx="45735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82600" lvl="0" marL="457200" rtl="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Char char="●"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indent="-482600" lvl="1" marL="914400" rtl="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2pPr>
            <a:lvl3pPr indent="-482600" lvl="2" marL="1371600" rtl="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3pPr>
            <a:lvl4pPr indent="-482600" lvl="3" marL="1828800" rtl="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4pPr>
            <a:lvl5pPr indent="-482600" lvl="4" marL="2286000" rtl="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5pPr>
            <a:lvl6pPr indent="-482600" lvl="5" marL="2743200" rtl="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6pPr>
            <a:lvl7pPr indent="-482600" lvl="6" marL="3200400" rtl="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7pPr>
            <a:lvl8pPr indent="-482600" lvl="7" marL="3657600" rtl="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8pPr>
            <a:lvl9pPr indent="-482600" lvl="8" marL="4114800" rtl="0" algn="ctr">
              <a:spcBef>
                <a:spcPts val="1600"/>
              </a:spcBef>
              <a:spcAft>
                <a:spcPts val="1600"/>
              </a:spcAft>
              <a:buSzPts val="4000"/>
              <a:buChar char="■"/>
              <a:defRPr b="1" sz="4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board Landscape with TT">
  <p:cSld name="SECTION_HEADER_1_1_2_3_2_1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/>
          <p:cNvPicPr preferRelativeResize="0"/>
          <p:nvPr/>
        </p:nvPicPr>
        <p:blipFill rotWithShape="1">
          <a:blip r:embed="rId2">
            <a:alphaModFix/>
          </a:blip>
          <a:srcRect b="7826" l="0" r="0" t="0"/>
          <a:stretch/>
        </p:blipFill>
        <p:spPr>
          <a:xfrm>
            <a:off x="797450" y="2244528"/>
            <a:ext cx="7526402" cy="25853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>
            <p:ph idx="1" type="body"/>
          </p:nvPr>
        </p:nvSpPr>
        <p:spPr>
          <a:xfrm>
            <a:off x="804672" y="941832"/>
            <a:ext cx="75072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70" name="Google Shape;70;p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4" type="body"/>
          </p:nvPr>
        </p:nvSpPr>
        <p:spPr>
          <a:xfrm>
            <a:off x="996696" y="2438238"/>
            <a:ext cx="7132200" cy="2094000"/>
          </a:xfrm>
          <a:prstGeom prst="rect">
            <a:avLst/>
          </a:prstGeom>
        </p:spPr>
        <p:txBody>
          <a:bodyPr anchorCtr="0" anchor="t" bIns="91425" lIns="137150" spcFirstLastPara="1" rIns="182875" wrap="square" tIns="137150">
            <a:noAutofit/>
          </a:bodyPr>
          <a:lstStyle>
            <a:lvl1pPr indent="-355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ic Sans MS"/>
              <a:buChar char="●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56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board Landscape with SA">
  <p:cSld name="SECTION_HEADER_1_1_2_3_2_1_2"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idx="1" type="body"/>
          </p:nvPr>
        </p:nvSpPr>
        <p:spPr>
          <a:xfrm>
            <a:off x="804672" y="1014984"/>
            <a:ext cx="75072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77" name="Google Shape;77;p9"/>
          <p:cNvPicPr preferRelativeResize="0"/>
          <p:nvPr/>
        </p:nvPicPr>
        <p:blipFill rotWithShape="1">
          <a:blip r:embed="rId2">
            <a:alphaModFix/>
          </a:blip>
          <a:srcRect b="7826" l="0" r="0" t="0"/>
          <a:stretch/>
        </p:blipFill>
        <p:spPr>
          <a:xfrm>
            <a:off x="797450" y="2244528"/>
            <a:ext cx="7526402" cy="25853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 txBox="1"/>
          <p:nvPr>
            <p:ph idx="4" type="body"/>
          </p:nvPr>
        </p:nvSpPr>
        <p:spPr>
          <a:xfrm>
            <a:off x="996696" y="2438238"/>
            <a:ext cx="7132200" cy="2094000"/>
          </a:xfrm>
          <a:prstGeom prst="rect">
            <a:avLst/>
          </a:prstGeom>
        </p:spPr>
        <p:txBody>
          <a:bodyPr anchorCtr="0" anchor="t" bIns="91425" lIns="137150" spcFirstLastPara="1" rIns="182875" wrap="square" tIns="137150">
            <a:noAutofit/>
          </a:bodyPr>
          <a:lstStyle>
            <a:lvl1pPr indent="-355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ic Sans MS"/>
              <a:buChar char="●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56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- numbered">
  <p:cSld name="SECTION_HEADER_1_1_2_3_1_3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820200" y="1185672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3" type="body"/>
          </p:nvPr>
        </p:nvSpPr>
        <p:spPr>
          <a:xfrm>
            <a:off x="1033272" y="2109216"/>
            <a:ext cx="7047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4" type="body"/>
          </p:nvPr>
        </p:nvSpPr>
        <p:spPr>
          <a:xfrm>
            <a:off x="1664208" y="2109216"/>
            <a:ext cx="64989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">
  <p:cSld name="SECTION_HEADER_1_1_2_3_1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type="title"/>
          </p:nvPr>
        </p:nvSpPr>
        <p:spPr>
          <a:xfrm>
            <a:off x="820200" y="1185672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b="1" sz="2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" name="Google Shape;90;p11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3" type="body"/>
          </p:nvPr>
        </p:nvSpPr>
        <p:spPr>
          <a:xfrm>
            <a:off x="1152144" y="2109216"/>
            <a:ext cx="70134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/Unit Question">
  <p:cSld name="SECTION_HEADER_1_1_2_3_1_1"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3075" y="1190168"/>
            <a:ext cx="8595350" cy="300808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 txBox="1"/>
          <p:nvPr>
            <p:ph type="title"/>
          </p:nvPr>
        </p:nvSpPr>
        <p:spPr>
          <a:xfrm>
            <a:off x="1229950" y="1739144"/>
            <a:ext cx="701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 sz="2800">
                <a:solidFill>
                  <a:srgbClr val="2F2F2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2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3" type="body"/>
          </p:nvPr>
        </p:nvSpPr>
        <p:spPr>
          <a:xfrm>
            <a:off x="1234440" y="2313432"/>
            <a:ext cx="68490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with Picture - pg#">
  <p:cSld name="SECTION_HEADER_1_1_2_2_7"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3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with Text - pg#">
  <p:cSld name="SECTION_HEADER_1_1_2_2_7_2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10" name="Google Shape;110;p14"/>
          <p:cNvSpPr txBox="1"/>
          <p:nvPr>
            <p:ph idx="5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1" name="Google Shape;111;p14"/>
          <p:cNvSpPr txBox="1"/>
          <p:nvPr>
            <p:ph idx="6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TT - pg#">
  <p:cSld name="SECTION_HEADER_1_1_2_2_7_1"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17" name="Google Shape;117;p15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15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119" name="Google Shape;119;p15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" name="Google Shape;120;p15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SA - pg#">
  <p:cSld name="SECTION_HEADER_1_1_2_2_7_1_1"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" name="Google Shape;127;p16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129" name="Google Shape;129;p16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6"/>
          <p:cNvGrpSpPr/>
          <p:nvPr/>
        </p:nvGrpSpPr>
        <p:grpSpPr>
          <a:xfrm>
            <a:off x="322595" y="769160"/>
            <a:ext cx="264664" cy="61800"/>
            <a:chOff x="322595" y="642846"/>
            <a:chExt cx="264664" cy="61800"/>
          </a:xfrm>
        </p:grpSpPr>
        <p:sp>
          <p:nvSpPr>
            <p:cNvPr id="131" name="Google Shape;131;p16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135" name="Google Shape;135;p16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" name="Google Shape;136;p16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137" name="Google Shape;137;p16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6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with TT - pg#">
  <p:cSld name="SECTION_HEADER_1_1_2_2_6_2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6" name="Google Shape;146;p17"/>
          <p:cNvSpPr txBox="1"/>
          <p:nvPr>
            <p:ph idx="5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">
  <p:cSld name="SECTION_HEADER_1_1_2_2_6_1"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150" name="Google Shape;150;p18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 - 2 Column">
  <p:cSld name="SECTION_HEADER_1_1_2_2_6_1_3"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pic>
        <p:nvPicPr>
          <p:cNvPr id="156" name="Google Shape;156;p19"/>
          <p:cNvPicPr preferRelativeResize="0"/>
          <p:nvPr/>
        </p:nvPicPr>
        <p:blipFill rotWithShape="1">
          <a:blip r:embed="rId3">
            <a:alphaModFix/>
          </a:blip>
          <a:srcRect b="1250" l="2190" r="2190" t="22554"/>
          <a:stretch/>
        </p:blipFill>
        <p:spPr>
          <a:xfrm>
            <a:off x="312525" y="1555225"/>
            <a:ext cx="3303849" cy="325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>
            <p:ph idx="1" type="subTitle"/>
          </p:nvPr>
        </p:nvSpPr>
        <p:spPr>
          <a:xfrm>
            <a:off x="356625" y="1636775"/>
            <a:ext cx="1610700" cy="301800"/>
          </a:xfrm>
          <a:prstGeom prst="rect">
            <a:avLst/>
          </a:prstGeom>
        </p:spPr>
        <p:txBody>
          <a:bodyPr anchorCtr="0" anchor="t" bIns="91425" lIns="73150" spcFirstLastPara="1" rIns="91425" wrap="square" tIns="54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158" name="Google Shape;158;p19"/>
          <p:cNvSpPr txBox="1"/>
          <p:nvPr>
            <p:ph type="title"/>
          </p:nvPr>
        </p:nvSpPr>
        <p:spPr>
          <a:xfrm>
            <a:off x="438900" y="950975"/>
            <a:ext cx="3063300" cy="685800"/>
          </a:xfrm>
          <a:prstGeom prst="rect">
            <a:avLst/>
          </a:prstGeom>
        </p:spPr>
        <p:txBody>
          <a:bodyPr anchorCtr="0" anchor="t" bIns="228600" lIns="320025" spcFirstLastPara="1" rIns="320025" wrap="square" tIns="1737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0" name="Google Shape;160;p19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62" name="Google Shape;162;p19"/>
          <p:cNvSpPr txBox="1"/>
          <p:nvPr>
            <p:ph idx="5" type="body"/>
          </p:nvPr>
        </p:nvSpPr>
        <p:spPr>
          <a:xfrm>
            <a:off x="356575" y="1938575"/>
            <a:ext cx="1610700" cy="2811300"/>
          </a:xfrm>
          <a:prstGeom prst="rect">
            <a:avLst/>
          </a:prstGeom>
        </p:spPr>
        <p:txBody>
          <a:bodyPr anchorCtr="0" anchor="t" bIns="91425" lIns="54850" spcFirstLastPara="1" rIns="91425" wrap="square" tIns="548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6" type="subTitle"/>
          </p:nvPr>
        </p:nvSpPr>
        <p:spPr>
          <a:xfrm>
            <a:off x="1967375" y="1636775"/>
            <a:ext cx="1610700" cy="301800"/>
          </a:xfrm>
          <a:prstGeom prst="rect">
            <a:avLst/>
          </a:prstGeom>
        </p:spPr>
        <p:txBody>
          <a:bodyPr anchorCtr="0" anchor="t" bIns="91425" lIns="73150" spcFirstLastPara="1" rIns="91425" wrap="square" tIns="54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164" name="Google Shape;164;p19"/>
          <p:cNvSpPr txBox="1"/>
          <p:nvPr>
            <p:ph idx="7" type="body"/>
          </p:nvPr>
        </p:nvSpPr>
        <p:spPr>
          <a:xfrm>
            <a:off x="1967325" y="1938575"/>
            <a:ext cx="1610700" cy="2811300"/>
          </a:xfrm>
          <a:prstGeom prst="rect">
            <a:avLst/>
          </a:prstGeom>
        </p:spPr>
        <p:txBody>
          <a:bodyPr anchorCtr="0" anchor="t" bIns="91425" lIns="54850" spcFirstLastPara="1" rIns="91425" wrap="square" tIns="5485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SA">
  <p:cSld name="SECTION_HEADER_1_1_2_2_6_1_2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167" name="Google Shape;167;p20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168" name="Google Shape;168;p20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71" name="Google Shape;171;p20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 and SA">
  <p:cSld name="SECTION_HEADER_1_1_2_2_6_1_2_1"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174" name="Google Shape;174;p21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175" name="Google Shape;175;p21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78" name="Google Shape;178;p21"/>
          <p:cNvSpPr txBox="1"/>
          <p:nvPr>
            <p:ph idx="4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79" name="Google Shape;179;p21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- pg #">
  <p:cSld name="SECTION_HEADER_1_1_2_2_5"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3" name="Google Shape;183;p22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85" name="Google Shape;185;p22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22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187" name="Google Shape;187;p22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22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189" name="Google Shape;189;p22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2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2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SA with Text - pg#">
  <p:cSld name="SECTION_HEADER_1_1_2_2_2_7_1"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7" name="Google Shape;197;p23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6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00" name="Google Shape;200;p23"/>
          <p:cNvSpPr txBox="1"/>
          <p:nvPr>
            <p:ph idx="7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TT and SA - pg#">
  <p:cSld name="SECTION_HEADER_1_1_2_2_2_6"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3" name="Google Shape;203;p24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04" name="Google Shape;204;p24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06" name="Google Shape;206;p24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207" name="Google Shape;207;p24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24"/>
          <p:cNvGrpSpPr/>
          <p:nvPr/>
        </p:nvGrpSpPr>
        <p:grpSpPr>
          <a:xfrm>
            <a:off x="322595" y="769160"/>
            <a:ext cx="264664" cy="61800"/>
            <a:chOff x="322595" y="642846"/>
            <a:chExt cx="264664" cy="61800"/>
          </a:xfrm>
        </p:grpSpPr>
        <p:sp>
          <p:nvSpPr>
            <p:cNvPr id="209" name="Google Shape;209;p24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24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213" name="Google Shape;213;p24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4" name="Google Shape;214;p24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215" name="Google Shape;215;p24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4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4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SA with Picture - pg#">
  <p:cSld name="SECTION_HEADER_1_1_2_2_2_5"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0" name="Google Shape;220;p25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21" name="Google Shape;221;p25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2" name="Google Shape;222;p25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23" name="Google Shape;223;p25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Portrait with TT and SA - pg#">
  <p:cSld name="SECTION_HEADER_1_1_2_2_2_4_1"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6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8" name="Google Shape;228;p2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9" name="Google Shape;229;p26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30" name="Google Shape;230;p26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31" name="Google Shape;231;p26"/>
          <p:cNvSpPr txBox="1"/>
          <p:nvPr>
            <p:ph idx="5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32" name="Google Shape;232;p26"/>
          <p:cNvSpPr txBox="1"/>
          <p:nvPr>
            <p:ph idx="6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and SA - pg #">
  <p:cSld name="SECTION_HEADER_1_1_2_2_2_3"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5" name="Google Shape;235;p27"/>
          <p:cNvSpPr txBox="1"/>
          <p:nvPr>
            <p:ph idx="2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36" name="Google Shape;236;p27"/>
          <p:cNvSpPr txBox="1"/>
          <p:nvPr>
            <p:ph idx="3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7" name="Google Shape;237;p27"/>
          <p:cNvSpPr txBox="1"/>
          <p:nvPr>
            <p:ph idx="4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38" name="Google Shape;238;p27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239" name="Google Shape;239;p27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27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241" name="Google Shape;241;p27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2" name="Google Shape;242;p27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243" name="Google Shape;243;p27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7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7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TT with Picture - pg#">
  <p:cSld name="SECTION_HEADER_1_1_2_2_2_2_2"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idx="1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48" name="Google Shape;248;p2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9" name="Google Shape;249;p28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0" name="Google Shape;250;p28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"/>
          <p:cNvSpPr txBox="1"/>
          <p:nvPr>
            <p:ph idx="4" type="body"/>
          </p:nvPr>
        </p:nvSpPr>
        <p:spPr>
          <a:xfrm>
            <a:off x="4343400" y="1911096"/>
            <a:ext cx="4224600" cy="26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52" name="Google Shape;252;p28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TT with Text - pg#">
  <p:cSld name="SECTION_HEADER_1_1_2_2_2_2_2_1_1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idx="1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55" name="Google Shape;255;p2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6" name="Google Shape;256;p29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7" name="Google Shape;257;p29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9"/>
          <p:cNvSpPr txBox="1"/>
          <p:nvPr>
            <p:ph idx="4" type="body"/>
          </p:nvPr>
        </p:nvSpPr>
        <p:spPr>
          <a:xfrm>
            <a:off x="4343400" y="1911096"/>
            <a:ext cx="4224600" cy="26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59" name="Google Shape;259;p29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6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1" name="Google Shape;261;p29"/>
          <p:cNvSpPr txBox="1"/>
          <p:nvPr>
            <p:ph idx="7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ion/Video">
  <p:cSld name="SECTION_HEADER_1_1_2_2_2_2_1">
    <p:bg>
      <p:bgPr>
        <a:solidFill>
          <a:srgbClr val="00000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0"/>
          <p:cNvSpPr/>
          <p:nvPr/>
        </p:nvSpPr>
        <p:spPr>
          <a:xfrm>
            <a:off x="-10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idence Card Section Title">
  <p:cSld name="SECTION_HEADER_1_1_2_2_2_2_1_2">
    <p:bg>
      <p:bgPr>
        <a:solidFill>
          <a:srgbClr val="0000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Evidence Cards A through O." id="267" name="Google Shape;267;p31"/>
          <p:cNvSpPr/>
          <p:nvPr/>
        </p:nvSpPr>
        <p:spPr>
          <a:xfrm rot="5400000">
            <a:off x="2861850" y="-1140850"/>
            <a:ext cx="3420300" cy="91485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1"/>
          <p:cNvSpPr txBox="1"/>
          <p:nvPr/>
        </p:nvSpPr>
        <p:spPr>
          <a:xfrm>
            <a:off x="820200" y="661906"/>
            <a:ext cx="75036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Evidence Cards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ail">
  <p:cSld name="SECTION_HEADER_1_1_2_2_2_2_1_1"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/>
          <p:nvPr/>
        </p:nvSpPr>
        <p:spPr>
          <a:xfrm>
            <a:off x="-10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32"/>
          <p:cNvPicPr preferRelativeResize="0"/>
          <p:nvPr/>
        </p:nvPicPr>
        <p:blipFill rotWithShape="1">
          <a:blip r:embed="rId2">
            <a:alphaModFix/>
          </a:blip>
          <a:srcRect b="10" l="0" r="0" t="10"/>
          <a:stretch/>
        </p:blipFill>
        <p:spPr>
          <a:xfrm>
            <a:off x="651150" y="291325"/>
            <a:ext cx="7841794" cy="4852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9000"/>
              </a:srgbClr>
            </a:outerShdw>
          </a:effectLst>
        </p:spPr>
      </p:pic>
      <p:sp>
        <p:nvSpPr>
          <p:cNvPr id="272" name="Google Shape;272;p32"/>
          <p:cNvSpPr/>
          <p:nvPr/>
        </p:nvSpPr>
        <p:spPr>
          <a:xfrm>
            <a:off x="651050" y="990075"/>
            <a:ext cx="7841700" cy="41535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 and Student Action 1 Line - pg#">
  <p:cSld name="SECTION_HEADER_1_1_2_2_2_1_2"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2" type="body"/>
          </p:nvPr>
        </p:nvSpPr>
        <p:spPr>
          <a:xfrm>
            <a:off x="804672" y="941832"/>
            <a:ext cx="75072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4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78" name="Google Shape;278;p33"/>
          <p:cNvSpPr txBox="1"/>
          <p:nvPr>
            <p:ph idx="5" type="body"/>
          </p:nvPr>
        </p:nvSpPr>
        <p:spPr>
          <a:xfrm>
            <a:off x="804672" y="2011680"/>
            <a:ext cx="75072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 and Student Action 2 Line - pg#">
  <p:cSld name="SECTION_HEADER_1_1_2_2_2_1_1_1"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1" name="Google Shape;281;p34"/>
          <p:cNvSpPr txBox="1"/>
          <p:nvPr>
            <p:ph idx="2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82" name="Google Shape;282;p34"/>
          <p:cNvSpPr txBox="1"/>
          <p:nvPr>
            <p:ph idx="3" type="body"/>
          </p:nvPr>
        </p:nvSpPr>
        <p:spPr>
          <a:xfrm>
            <a:off x="804672" y="941832"/>
            <a:ext cx="75072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83" name="Google Shape;283;p34"/>
          <p:cNvSpPr txBox="1"/>
          <p:nvPr>
            <p:ph idx="4" type="body"/>
          </p:nvPr>
        </p:nvSpPr>
        <p:spPr>
          <a:xfrm>
            <a:off x="804672" y="2286000"/>
            <a:ext cx="75072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- pg#">
  <p:cSld name="SECTION_HEADER_1_1_2_1_3"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35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8" name="Google Shape;288;p35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89" name="Google Shape;289;p35"/>
          <p:cNvSpPr txBox="1"/>
          <p:nvPr>
            <p:ph idx="4" type="body"/>
          </p:nvPr>
        </p:nvSpPr>
        <p:spPr>
          <a:xfrm>
            <a:off x="804672" y="1353312"/>
            <a:ext cx="7507200" cy="30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1: SA with Image - pg#">
  <p:cSld name="SECTION_HEADER_1_1_2_1_2_5"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/>
          <p:nvPr/>
        </p:nvSpPr>
        <p:spPr>
          <a:xfrm>
            <a:off x="247113" y="503145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6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94" name="Google Shape;294;p36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295" name="Google Shape;29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2331518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6"/>
          <p:cNvSpPr txBox="1"/>
          <p:nvPr>
            <p:ph idx="4" type="subTitle"/>
          </p:nvPr>
        </p:nvSpPr>
        <p:spPr>
          <a:xfrm>
            <a:off x="402900" y="2327250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2: SA with Image - pg#">
  <p:cSld name="SECTION_HEADER_1_1_2_1_2_5_1"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/>
          <p:nvPr/>
        </p:nvSpPr>
        <p:spPr>
          <a:xfrm>
            <a:off x="247113" y="503145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"/>
          <p:cNvSpPr/>
          <p:nvPr/>
        </p:nvSpPr>
        <p:spPr>
          <a:xfrm>
            <a:off x="247113" y="2715993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1" name="Google Shape;301;p37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02" name="Google Shape;302;p37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303" name="Google Shape;303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2331518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>
            <p:ph idx="4" type="subTitle"/>
          </p:nvPr>
        </p:nvSpPr>
        <p:spPr>
          <a:xfrm>
            <a:off x="402850" y="2327250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5" name="Google Shape;30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4524607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 txBox="1"/>
          <p:nvPr>
            <p:ph idx="5" type="subTitle"/>
          </p:nvPr>
        </p:nvSpPr>
        <p:spPr>
          <a:xfrm>
            <a:off x="402850" y="4520326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with Image - pg#">
  <p:cSld name="SECTION_HEADER_1_1_2_1_2_4"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9" name="Google Shape;309;p3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0" name="Google Shape;310;p38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1" name="Google Shape;311;p38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8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Portrait with SA - pg#">
  <p:cSld name="SECTION_HEADER_1_1_2_1_2_3_1"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9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9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6" name="Google Shape;316;p3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7" name="Google Shape;317;p39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8" name="Google Shape;318;p39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19" name="Google Shape;319;p39"/>
          <p:cNvSpPr txBox="1"/>
          <p:nvPr>
            <p:ph idx="5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SA - pg #">
  <p:cSld name="SECTION_HEADER_1_1_2_1_2_1_3"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2" name="Google Shape;322;p40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324" name="Google Shape;324;p40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5" name="Google Shape;325;p40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40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327" name="Google Shape;327;p40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40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329" name="Google Shape;329;p40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40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40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Full Screen">
  <p:cSld name="SECTION_HEADER_1_1_2_1_2_1_2"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1"/>
          <p:cNvSpPr/>
          <p:nvPr/>
        </p:nvSpPr>
        <p:spPr>
          <a:xfrm>
            <a:off x="1681012" y="258209"/>
            <a:ext cx="5781900" cy="4511700"/>
          </a:xfrm>
          <a:prstGeom prst="round2SameRect">
            <a:avLst>
              <a:gd fmla="val 713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1"/>
          <p:cNvSpPr/>
          <p:nvPr/>
        </p:nvSpPr>
        <p:spPr>
          <a:xfrm>
            <a:off x="136100" y="4957967"/>
            <a:ext cx="1683600" cy="1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" name="Google Shape;335;p41"/>
          <p:cNvGrpSpPr/>
          <p:nvPr/>
        </p:nvGrpSpPr>
        <p:grpSpPr>
          <a:xfrm>
            <a:off x="1681091" y="258200"/>
            <a:ext cx="5781900" cy="175800"/>
            <a:chOff x="1691753" y="258200"/>
            <a:chExt cx="5781900" cy="175800"/>
          </a:xfrm>
        </p:grpSpPr>
        <p:sp>
          <p:nvSpPr>
            <p:cNvPr id="336" name="Google Shape;336;p41"/>
            <p:cNvSpPr/>
            <p:nvPr/>
          </p:nvSpPr>
          <p:spPr>
            <a:xfrm>
              <a:off x="1691753" y="258200"/>
              <a:ext cx="5781900" cy="175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7" name="Google Shape;337;p41"/>
            <p:cNvGrpSpPr/>
            <p:nvPr/>
          </p:nvGrpSpPr>
          <p:grpSpPr>
            <a:xfrm>
              <a:off x="1756443" y="308221"/>
              <a:ext cx="282317" cy="65922"/>
              <a:chOff x="322595" y="642846"/>
              <a:chExt cx="264664" cy="61800"/>
            </a:xfrm>
          </p:grpSpPr>
          <p:sp>
            <p:nvSpPr>
              <p:cNvPr id="338" name="Google Shape;338;p41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41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41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Demo">
  <p:cSld name="SECTION_HEADER_1_1_2_1_2_1_2_1">
    <p:bg>
      <p:bgPr>
        <a:solidFill>
          <a:srgbClr val="EFEFE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/>
          <p:nvPr/>
        </p:nvSpPr>
        <p:spPr>
          <a:xfrm>
            <a:off x="1682325" y="258209"/>
            <a:ext cx="5781900" cy="4511700"/>
          </a:xfrm>
          <a:prstGeom prst="round2SameRect">
            <a:avLst>
              <a:gd fmla="val 713" name="adj1"/>
              <a:gd fmla="val 0" name="adj2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2"/>
          <p:cNvSpPr/>
          <p:nvPr/>
        </p:nvSpPr>
        <p:spPr>
          <a:xfrm>
            <a:off x="1682325" y="308225"/>
            <a:ext cx="5781900" cy="4461600"/>
          </a:xfrm>
          <a:prstGeom prst="round2SameRect">
            <a:avLst>
              <a:gd fmla="val 0" name="adj1"/>
              <a:gd fmla="val 0" name="adj2"/>
            </a:avLst>
          </a:prstGeom>
          <a:solidFill>
            <a:srgbClr val="F6F6F6"/>
          </a:solidFill>
          <a:ln cap="flat" cmpd="sng" w="11430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algn="bl" dir="5340000" dist="9525">
              <a:srgbClr val="000000">
                <a:alpha val="4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2"/>
          <p:cNvSpPr/>
          <p:nvPr/>
        </p:nvSpPr>
        <p:spPr>
          <a:xfrm>
            <a:off x="136100" y="4931975"/>
            <a:ext cx="1683600" cy="17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2"/>
          <p:cNvSpPr/>
          <p:nvPr/>
        </p:nvSpPr>
        <p:spPr>
          <a:xfrm>
            <a:off x="1651350" y="258200"/>
            <a:ext cx="5841300" cy="17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767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6" name="Google Shape;346;p42"/>
          <p:cNvGrpSpPr/>
          <p:nvPr/>
        </p:nvGrpSpPr>
        <p:grpSpPr>
          <a:xfrm>
            <a:off x="1710905" y="308221"/>
            <a:ext cx="282317" cy="65922"/>
            <a:chOff x="322595" y="642846"/>
            <a:chExt cx="264664" cy="61800"/>
          </a:xfrm>
        </p:grpSpPr>
        <p:sp>
          <p:nvSpPr>
            <p:cNvPr id="347" name="Google Shape;347;p42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2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2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42"/>
          <p:cNvSpPr txBox="1"/>
          <p:nvPr>
            <p:ph idx="1" type="subTitle"/>
          </p:nvPr>
        </p:nvSpPr>
        <p:spPr>
          <a:xfrm>
            <a:off x="7919850" y="164592"/>
            <a:ext cx="1097400" cy="249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Three Images - pg#">
  <p:cSld name="SECTION_HEADER_1_1_2_1_2_1_1"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3" name="Google Shape;353;p43"/>
          <p:cNvSpPr txBox="1"/>
          <p:nvPr>
            <p:ph idx="2" type="body"/>
          </p:nvPr>
        </p:nvSpPr>
        <p:spPr>
          <a:xfrm>
            <a:off x="5992292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54" name="Google Shape;354;p43"/>
          <p:cNvSpPr txBox="1"/>
          <p:nvPr>
            <p:ph idx="3" type="body"/>
          </p:nvPr>
        </p:nvSpPr>
        <p:spPr>
          <a:xfrm>
            <a:off x="5992289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5" name="Google Shape;355;p43"/>
          <p:cNvSpPr txBox="1"/>
          <p:nvPr>
            <p:ph idx="4" type="body"/>
          </p:nvPr>
        </p:nvSpPr>
        <p:spPr>
          <a:xfrm>
            <a:off x="591215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56" name="Google Shape;356;p43"/>
          <p:cNvSpPr txBox="1"/>
          <p:nvPr>
            <p:ph idx="5" type="body"/>
          </p:nvPr>
        </p:nvSpPr>
        <p:spPr>
          <a:xfrm>
            <a:off x="3291768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57" name="Google Shape;357;p43"/>
          <p:cNvSpPr txBox="1"/>
          <p:nvPr>
            <p:ph idx="6" type="body"/>
          </p:nvPr>
        </p:nvSpPr>
        <p:spPr>
          <a:xfrm>
            <a:off x="591211" y="3160776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8" name="Google Shape;358;p43"/>
          <p:cNvSpPr txBox="1"/>
          <p:nvPr>
            <p:ph type="title"/>
          </p:nvPr>
        </p:nvSpPr>
        <p:spPr>
          <a:xfrm>
            <a:off x="589626" y="648200"/>
            <a:ext cx="7963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43"/>
          <p:cNvSpPr/>
          <p:nvPr/>
        </p:nvSpPr>
        <p:spPr>
          <a:xfrm>
            <a:off x="7009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3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"/>
          <p:cNvSpPr/>
          <p:nvPr/>
        </p:nvSpPr>
        <p:spPr>
          <a:xfrm>
            <a:off x="61020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3"/>
          <p:cNvSpPr txBox="1"/>
          <p:nvPr>
            <p:ph idx="7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3" name="Google Shape;363;p43"/>
          <p:cNvSpPr txBox="1"/>
          <p:nvPr>
            <p:ph idx="8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64" name="Google Shape;364;p43"/>
          <p:cNvSpPr txBox="1"/>
          <p:nvPr>
            <p:ph idx="9" type="body"/>
          </p:nvPr>
        </p:nvSpPr>
        <p:spPr>
          <a:xfrm>
            <a:off x="3291764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Three Images - Action pg#">
  <p:cSld name="SECTION_HEADER_1_1_2_1_2_1_1_5"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7" name="Google Shape;367;p44"/>
          <p:cNvSpPr txBox="1"/>
          <p:nvPr>
            <p:ph idx="2" type="body"/>
          </p:nvPr>
        </p:nvSpPr>
        <p:spPr>
          <a:xfrm>
            <a:off x="591215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68" name="Google Shape;368;p44"/>
          <p:cNvSpPr txBox="1"/>
          <p:nvPr>
            <p:ph idx="3" type="body"/>
          </p:nvPr>
        </p:nvSpPr>
        <p:spPr>
          <a:xfrm>
            <a:off x="3291768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69" name="Google Shape;369;p44"/>
          <p:cNvSpPr txBox="1"/>
          <p:nvPr>
            <p:ph idx="4" type="body"/>
          </p:nvPr>
        </p:nvSpPr>
        <p:spPr>
          <a:xfrm>
            <a:off x="5992292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70" name="Google Shape;370;p44"/>
          <p:cNvSpPr txBox="1"/>
          <p:nvPr>
            <p:ph idx="5" type="body"/>
          </p:nvPr>
        </p:nvSpPr>
        <p:spPr>
          <a:xfrm>
            <a:off x="591211" y="3160776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71" name="Google Shape;371;p44"/>
          <p:cNvSpPr txBox="1"/>
          <p:nvPr>
            <p:ph type="title"/>
          </p:nvPr>
        </p:nvSpPr>
        <p:spPr>
          <a:xfrm>
            <a:off x="1088136" y="648200"/>
            <a:ext cx="7507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400"/>
              <a:buFont typeface="Roboto Medium"/>
              <a:buNone/>
              <a:defRPr sz="24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372" name="Google Shape;372;p44"/>
          <p:cNvSpPr/>
          <p:nvPr/>
        </p:nvSpPr>
        <p:spPr>
          <a:xfrm>
            <a:off x="7009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4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4"/>
          <p:cNvSpPr/>
          <p:nvPr/>
        </p:nvSpPr>
        <p:spPr>
          <a:xfrm>
            <a:off x="61020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4"/>
          <p:cNvSpPr txBox="1"/>
          <p:nvPr>
            <p:ph idx="6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6" name="Google Shape;376;p44"/>
          <p:cNvSpPr txBox="1"/>
          <p:nvPr>
            <p:ph idx="7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7" name="Google Shape;377;p44"/>
          <p:cNvSpPr txBox="1"/>
          <p:nvPr>
            <p:ph idx="8" type="body"/>
          </p:nvPr>
        </p:nvSpPr>
        <p:spPr>
          <a:xfrm>
            <a:off x="3291764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78" name="Google Shape;378;p44"/>
          <p:cNvSpPr txBox="1"/>
          <p:nvPr>
            <p:ph idx="9" type="body"/>
          </p:nvPr>
        </p:nvSpPr>
        <p:spPr>
          <a:xfrm>
            <a:off x="5992289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3: Activity Steps - pg#">
  <p:cSld name="SECTION_HEADER_1_1_2_1_2_1_1_4"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>
            <p:ph idx="1" type="body"/>
          </p:nvPr>
        </p:nvSpPr>
        <p:spPr>
          <a:xfrm>
            <a:off x="515015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81" name="Google Shape;381;p45"/>
          <p:cNvSpPr txBox="1"/>
          <p:nvPr>
            <p:ph idx="2" type="body"/>
          </p:nvPr>
        </p:nvSpPr>
        <p:spPr>
          <a:xfrm>
            <a:off x="3291768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82" name="Google Shape;382;p45"/>
          <p:cNvSpPr txBox="1"/>
          <p:nvPr>
            <p:ph idx="3" type="body"/>
          </p:nvPr>
        </p:nvSpPr>
        <p:spPr>
          <a:xfrm>
            <a:off x="6068492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383" name="Google Shape;383;p45"/>
          <p:cNvSpPr txBox="1"/>
          <p:nvPr>
            <p:ph idx="4" type="body"/>
          </p:nvPr>
        </p:nvSpPr>
        <p:spPr>
          <a:xfrm>
            <a:off x="515011" y="3132669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4" name="Google Shape;384;p45"/>
          <p:cNvSpPr txBox="1"/>
          <p:nvPr>
            <p:ph type="title"/>
          </p:nvPr>
        </p:nvSpPr>
        <p:spPr>
          <a:xfrm>
            <a:off x="509016" y="648200"/>
            <a:ext cx="79644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5" name="Google Shape;385;p45"/>
          <p:cNvSpPr/>
          <p:nvPr/>
        </p:nvSpPr>
        <p:spPr>
          <a:xfrm>
            <a:off x="6247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5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5"/>
          <p:cNvSpPr/>
          <p:nvPr/>
        </p:nvSpPr>
        <p:spPr>
          <a:xfrm>
            <a:off x="61782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5"/>
          <p:cNvSpPr txBox="1"/>
          <p:nvPr>
            <p:ph idx="5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9" name="Google Shape;389;p45"/>
          <p:cNvSpPr txBox="1"/>
          <p:nvPr>
            <p:ph idx="6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90" name="Google Shape;390;p45"/>
          <p:cNvSpPr txBox="1"/>
          <p:nvPr>
            <p:ph idx="7" type="body"/>
          </p:nvPr>
        </p:nvSpPr>
        <p:spPr>
          <a:xfrm>
            <a:off x="3291764" y="3132674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1" name="Google Shape;391;p45"/>
          <p:cNvSpPr txBox="1"/>
          <p:nvPr>
            <p:ph idx="8" type="body"/>
          </p:nvPr>
        </p:nvSpPr>
        <p:spPr>
          <a:xfrm>
            <a:off x="6068489" y="3132674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92" name="Google Shape;39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47300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5"/>
          <p:cNvSpPr txBox="1"/>
          <p:nvPr>
            <p:ph idx="9" type="subTitle"/>
          </p:nvPr>
        </p:nvSpPr>
        <p:spPr>
          <a:xfrm>
            <a:off x="515025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94" name="Google Shape;39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24075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5"/>
          <p:cNvSpPr txBox="1"/>
          <p:nvPr>
            <p:ph idx="13" type="subTitle"/>
          </p:nvPr>
        </p:nvSpPr>
        <p:spPr>
          <a:xfrm>
            <a:off x="3291800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96" name="Google Shape;396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0800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5"/>
          <p:cNvSpPr txBox="1"/>
          <p:nvPr>
            <p:ph idx="14" type="subTitle"/>
          </p:nvPr>
        </p:nvSpPr>
        <p:spPr>
          <a:xfrm>
            <a:off x="6068575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Four Images - pg#">
  <p:cSld name="SECTION_HEADER_1_1_2_1_2_1_1_3"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/>
          <p:nvPr>
            <p:ph idx="1" type="body"/>
          </p:nvPr>
        </p:nvSpPr>
        <p:spPr>
          <a:xfrm>
            <a:off x="4937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00" name="Google Shape;400;p46"/>
          <p:cNvSpPr txBox="1"/>
          <p:nvPr>
            <p:ph idx="2" type="body"/>
          </p:nvPr>
        </p:nvSpPr>
        <p:spPr>
          <a:xfrm>
            <a:off x="4937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01" name="Google Shape;401;p46"/>
          <p:cNvSpPr/>
          <p:nvPr/>
        </p:nvSpPr>
        <p:spPr>
          <a:xfrm>
            <a:off x="612831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6"/>
          <p:cNvSpPr/>
          <p:nvPr/>
        </p:nvSpPr>
        <p:spPr>
          <a:xfrm>
            <a:off x="2667184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6"/>
          <p:cNvSpPr/>
          <p:nvPr/>
        </p:nvSpPr>
        <p:spPr>
          <a:xfrm>
            <a:off x="6794176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6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5" name="Google Shape;405;p46"/>
          <p:cNvSpPr txBox="1"/>
          <p:nvPr>
            <p:ph idx="4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06" name="Google Shape;406;p46"/>
          <p:cNvSpPr/>
          <p:nvPr/>
        </p:nvSpPr>
        <p:spPr>
          <a:xfrm>
            <a:off x="4730680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6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8" name="Google Shape;408;p46"/>
          <p:cNvSpPr txBox="1"/>
          <p:nvPr>
            <p:ph idx="6" type="body"/>
          </p:nvPr>
        </p:nvSpPr>
        <p:spPr>
          <a:xfrm>
            <a:off x="25480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09" name="Google Shape;409;p46"/>
          <p:cNvSpPr txBox="1"/>
          <p:nvPr>
            <p:ph idx="7" type="body"/>
          </p:nvPr>
        </p:nvSpPr>
        <p:spPr>
          <a:xfrm>
            <a:off x="25480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10" name="Google Shape;410;p46"/>
          <p:cNvSpPr txBox="1"/>
          <p:nvPr>
            <p:ph idx="8" type="body"/>
          </p:nvPr>
        </p:nvSpPr>
        <p:spPr>
          <a:xfrm>
            <a:off x="46024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11" name="Google Shape;411;p46"/>
          <p:cNvSpPr txBox="1"/>
          <p:nvPr>
            <p:ph idx="9" type="body"/>
          </p:nvPr>
        </p:nvSpPr>
        <p:spPr>
          <a:xfrm>
            <a:off x="46024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12" name="Google Shape;412;p46"/>
          <p:cNvSpPr txBox="1"/>
          <p:nvPr>
            <p:ph idx="13" type="body"/>
          </p:nvPr>
        </p:nvSpPr>
        <p:spPr>
          <a:xfrm>
            <a:off x="66567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13" name="Google Shape;413;p46"/>
          <p:cNvSpPr txBox="1"/>
          <p:nvPr>
            <p:ph idx="14" type="body"/>
          </p:nvPr>
        </p:nvSpPr>
        <p:spPr>
          <a:xfrm>
            <a:off x="66567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14" name="Google Shape;414;p46"/>
          <p:cNvSpPr txBox="1"/>
          <p:nvPr>
            <p:ph type="title"/>
          </p:nvPr>
        </p:nvSpPr>
        <p:spPr>
          <a:xfrm>
            <a:off x="585225" y="648200"/>
            <a:ext cx="8046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Four Images - Action pg#">
  <p:cSld name="SECTION_HEADER_1_1_2_1_2_1_1_3_1"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7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7" name="Google Shape;417;p47"/>
          <p:cNvSpPr txBox="1"/>
          <p:nvPr>
            <p:ph idx="2" type="body"/>
          </p:nvPr>
        </p:nvSpPr>
        <p:spPr>
          <a:xfrm>
            <a:off x="66567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18" name="Google Shape;418;p47"/>
          <p:cNvSpPr txBox="1"/>
          <p:nvPr>
            <p:ph idx="3" type="body"/>
          </p:nvPr>
        </p:nvSpPr>
        <p:spPr>
          <a:xfrm>
            <a:off x="66567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19" name="Google Shape;419;p47"/>
          <p:cNvSpPr txBox="1"/>
          <p:nvPr>
            <p:ph idx="4" type="body"/>
          </p:nvPr>
        </p:nvSpPr>
        <p:spPr>
          <a:xfrm>
            <a:off x="4937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20" name="Google Shape;420;p47"/>
          <p:cNvSpPr txBox="1"/>
          <p:nvPr>
            <p:ph idx="5" type="body"/>
          </p:nvPr>
        </p:nvSpPr>
        <p:spPr>
          <a:xfrm>
            <a:off x="4937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1" name="Google Shape;421;p47"/>
          <p:cNvSpPr/>
          <p:nvPr/>
        </p:nvSpPr>
        <p:spPr>
          <a:xfrm>
            <a:off x="612831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7"/>
          <p:cNvSpPr/>
          <p:nvPr/>
        </p:nvSpPr>
        <p:spPr>
          <a:xfrm>
            <a:off x="2667184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7"/>
          <p:cNvSpPr/>
          <p:nvPr/>
        </p:nvSpPr>
        <p:spPr>
          <a:xfrm>
            <a:off x="6794176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7"/>
          <p:cNvSpPr txBox="1"/>
          <p:nvPr>
            <p:ph idx="6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7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26" name="Google Shape;426;p47"/>
          <p:cNvSpPr/>
          <p:nvPr/>
        </p:nvSpPr>
        <p:spPr>
          <a:xfrm>
            <a:off x="4730680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7"/>
          <p:cNvSpPr txBox="1"/>
          <p:nvPr>
            <p:ph idx="8" type="body"/>
          </p:nvPr>
        </p:nvSpPr>
        <p:spPr>
          <a:xfrm>
            <a:off x="25480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28" name="Google Shape;428;p47"/>
          <p:cNvSpPr txBox="1"/>
          <p:nvPr>
            <p:ph idx="9" type="body"/>
          </p:nvPr>
        </p:nvSpPr>
        <p:spPr>
          <a:xfrm>
            <a:off x="25480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9" name="Google Shape;429;p47"/>
          <p:cNvSpPr txBox="1"/>
          <p:nvPr>
            <p:ph idx="13" type="body"/>
          </p:nvPr>
        </p:nvSpPr>
        <p:spPr>
          <a:xfrm>
            <a:off x="46024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30" name="Google Shape;430;p47"/>
          <p:cNvSpPr txBox="1"/>
          <p:nvPr>
            <p:ph idx="14" type="body"/>
          </p:nvPr>
        </p:nvSpPr>
        <p:spPr>
          <a:xfrm>
            <a:off x="46024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1" name="Google Shape;431;p47"/>
          <p:cNvSpPr txBox="1"/>
          <p:nvPr>
            <p:ph type="title"/>
          </p:nvPr>
        </p:nvSpPr>
        <p:spPr>
          <a:xfrm>
            <a:off x="1088136" y="648200"/>
            <a:ext cx="7507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400"/>
              <a:buFont typeface="Roboto Medium"/>
              <a:buNone/>
              <a:defRPr sz="24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 with Single Image or GIF - pg#">
  <p:cSld name="SECTION_HEADER_1_1_2_1_2_1_1_2_1"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8"/>
          <p:cNvSpPr txBox="1"/>
          <p:nvPr>
            <p:ph idx="1" type="body"/>
          </p:nvPr>
        </p:nvSpPr>
        <p:spPr>
          <a:xfrm>
            <a:off x="594360" y="1338072"/>
            <a:ext cx="4663500" cy="33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4" name="Google Shape;434;p48"/>
          <p:cNvSpPr txBox="1"/>
          <p:nvPr>
            <p:ph type="title"/>
          </p:nvPr>
        </p:nvSpPr>
        <p:spPr>
          <a:xfrm>
            <a:off x="1088136" y="648200"/>
            <a:ext cx="7503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5" name="Google Shape;435;p48"/>
          <p:cNvSpPr/>
          <p:nvPr/>
        </p:nvSpPr>
        <p:spPr>
          <a:xfrm>
            <a:off x="6063175" y="1203813"/>
            <a:ext cx="2834100" cy="3508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7" name="Google Shape;437;p48"/>
          <p:cNvSpPr txBox="1"/>
          <p:nvPr>
            <p:ph idx="3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38" name="Google Shape;438;p48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008">
          <p15:clr>
            <a:srgbClr val="F9AD4C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Review with Image or GIF - pg#">
  <p:cSld name="SECTION_HEADER_1_1_2_1_2_1_1_2_1_1_1"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"/>
          <p:cNvSpPr txBox="1"/>
          <p:nvPr>
            <p:ph idx="1" type="body"/>
          </p:nvPr>
        </p:nvSpPr>
        <p:spPr>
          <a:xfrm>
            <a:off x="594360" y="1338072"/>
            <a:ext cx="4663500" cy="33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49"/>
          <p:cNvSpPr txBox="1"/>
          <p:nvPr>
            <p:ph type="title"/>
          </p:nvPr>
        </p:nvSpPr>
        <p:spPr>
          <a:xfrm>
            <a:off x="594347" y="648200"/>
            <a:ext cx="7503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42" name="Google Shape;442;p49"/>
          <p:cNvSpPr/>
          <p:nvPr/>
        </p:nvSpPr>
        <p:spPr>
          <a:xfrm>
            <a:off x="6063175" y="1203813"/>
            <a:ext cx="2834100" cy="3508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4" name="Google Shape;444;p49"/>
          <p:cNvSpPr txBox="1"/>
          <p:nvPr>
            <p:ph idx="3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45" name="Google Shape;445;p49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008">
          <p15:clr>
            <a:srgbClr val="F9AD4C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with Numbering - pg#">
  <p:cSld name="SECTION_HEADER_1_1_2_1_2_1_1_1_3"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 txBox="1"/>
          <p:nvPr>
            <p:ph idx="1" type="body"/>
          </p:nvPr>
        </p:nvSpPr>
        <p:spPr>
          <a:xfrm>
            <a:off x="1069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48" name="Google Shape;448;p50"/>
          <p:cNvSpPr txBox="1"/>
          <p:nvPr>
            <p:ph type="title"/>
          </p:nvPr>
        </p:nvSpPr>
        <p:spPr>
          <a:xfrm>
            <a:off x="1088136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9" name="Google Shape;449;p50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0" name="Google Shape;450;p50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51" name="Google Shape;451;p50"/>
          <p:cNvSpPr txBox="1"/>
          <p:nvPr>
            <p:ph idx="4" type="body"/>
          </p:nvPr>
        </p:nvSpPr>
        <p:spPr>
          <a:xfrm>
            <a:off x="804672" y="1328928"/>
            <a:ext cx="301800" cy="312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302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Roboto"/>
              <a:buChar char="●"/>
              <a:defRPr b="1" sz="16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2pPr>
            <a:lvl3pPr indent="-3302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3pPr>
            <a:lvl4pPr indent="-3302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4pPr>
            <a:lvl5pPr indent="-3302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5pPr>
            <a:lvl6pPr indent="-3302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6pPr>
            <a:lvl7pPr indent="-3302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7pPr>
            <a:lvl8pPr indent="-3302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8pPr>
            <a:lvl9pPr indent="-3302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52" name="Google Shape;452;p50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- pg#">
  <p:cSld name="SECTION_HEADER_1_1_2_1_2_1_1_1_3_1"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1"/>
          <p:cNvSpPr txBox="1"/>
          <p:nvPr>
            <p:ph idx="1" type="body"/>
          </p:nvPr>
        </p:nvSpPr>
        <p:spPr>
          <a:xfrm>
            <a:off x="808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5" name="Google Shape;455;p51"/>
          <p:cNvSpPr txBox="1"/>
          <p:nvPr>
            <p:ph type="title"/>
          </p:nvPr>
        </p:nvSpPr>
        <p:spPr>
          <a:xfrm>
            <a:off x="1088136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6" name="Google Shape;456;p51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7" name="Google Shape;457;p51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58" name="Google Shape;458;p51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for Intros with Numbering - pg#">
  <p:cSld name="SECTION_HEADER_1_1_2_1_2_1_1_1_3_1_1"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2"/>
          <p:cNvSpPr txBox="1"/>
          <p:nvPr>
            <p:ph idx="1" type="body"/>
          </p:nvPr>
        </p:nvSpPr>
        <p:spPr>
          <a:xfrm>
            <a:off x="804672" y="1328928"/>
            <a:ext cx="301800" cy="312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302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Roboto"/>
              <a:buChar char="●"/>
              <a:defRPr b="1" sz="16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2pPr>
            <a:lvl3pPr indent="-3302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3pPr>
            <a:lvl4pPr indent="-3302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4pPr>
            <a:lvl5pPr indent="-3302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5pPr>
            <a:lvl6pPr indent="-3302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6pPr>
            <a:lvl7pPr indent="-3302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7pPr>
            <a:lvl8pPr indent="-3302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8pPr>
            <a:lvl9pPr indent="-3302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61" name="Google Shape;461;p52"/>
          <p:cNvSpPr txBox="1"/>
          <p:nvPr>
            <p:ph idx="2" type="body"/>
          </p:nvPr>
        </p:nvSpPr>
        <p:spPr>
          <a:xfrm>
            <a:off x="1069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804672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63" name="Google Shape;463;p52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4" name="Google Shape;464;p52"/>
          <p:cNvSpPr txBox="1"/>
          <p:nvPr>
            <p:ph idx="4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65" name="Google Shape;465;p52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for Intros - pg#">
  <p:cSld name="SECTION_HEADER_1_1_2_1_2_1_1_1_3_1_1_1"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 txBox="1"/>
          <p:nvPr>
            <p:ph idx="1" type="body"/>
          </p:nvPr>
        </p:nvSpPr>
        <p:spPr>
          <a:xfrm>
            <a:off x="808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68" name="Google Shape;468;p53"/>
          <p:cNvSpPr txBox="1"/>
          <p:nvPr>
            <p:ph type="title"/>
          </p:nvPr>
        </p:nvSpPr>
        <p:spPr>
          <a:xfrm>
            <a:off x="804672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69" name="Google Shape;469;p5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0" name="Google Shape;470;p53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71" name="Google Shape;471;p53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">
  <p:cSld name="SECTION_HEADER_1_1_2_1_2_1_1_1_2">
    <p:bg>
      <p:bgPr>
        <a:solidFill>
          <a:srgbClr val="D9D9D9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4"/>
          <p:cNvSpPr txBox="1"/>
          <p:nvPr>
            <p:ph idx="1" type="body"/>
          </p:nvPr>
        </p:nvSpPr>
        <p:spPr>
          <a:xfrm>
            <a:off x="804672" y="1481328"/>
            <a:ext cx="7333500" cy="29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4" name="Google Shape;474;p54"/>
          <p:cNvSpPr txBox="1"/>
          <p:nvPr>
            <p:ph type="title"/>
          </p:nvPr>
        </p:nvSpPr>
        <p:spPr>
          <a:xfrm>
            <a:off x="808850" y="822960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of Lesson">
  <p:cSld name="SECTION_HEADER_1_1_2_1_2_1_1_1_1"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 txBox="1"/>
          <p:nvPr/>
        </p:nvSpPr>
        <p:spPr>
          <a:xfrm>
            <a:off x="804672" y="2133000"/>
            <a:ext cx="567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rPr>
              <a:t>End of Lesson</a:t>
            </a:r>
            <a:r>
              <a:rPr lang="en" sz="4800">
                <a:solidFill>
                  <a:srgbClr val="333FBF"/>
                </a:solidFill>
              </a:rPr>
              <a:t> </a:t>
            </a:r>
            <a:endParaRPr sz="4800">
              <a:solidFill>
                <a:srgbClr val="333FBF"/>
              </a:solidFill>
            </a:endParaRPr>
          </a:p>
        </p:txBody>
      </p:sp>
      <p:pic>
        <p:nvPicPr>
          <p:cNvPr id="477" name="Google Shape;477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42000" y="4251004"/>
            <a:ext cx="83352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5"/>
          <p:cNvSpPr/>
          <p:nvPr/>
        </p:nvSpPr>
        <p:spPr>
          <a:xfrm>
            <a:off x="92875" y="113525"/>
            <a:ext cx="2239500" cy="44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55"/>
          <p:cNvPicPr preferRelativeResize="0"/>
          <p:nvPr/>
        </p:nvPicPr>
        <p:blipFill rotWithShape="1">
          <a:blip r:embed="rId3">
            <a:alphaModFix/>
          </a:blip>
          <a:srcRect b="0" l="90" r="80" t="0"/>
          <a:stretch/>
        </p:blipFill>
        <p:spPr>
          <a:xfrm>
            <a:off x="228600" y="4103055"/>
            <a:ext cx="832104" cy="644449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5"/>
          <p:cNvSpPr txBox="1"/>
          <p:nvPr/>
        </p:nvSpPr>
        <p:spPr>
          <a:xfrm>
            <a:off x="1399196" y="4530646"/>
            <a:ext cx="401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6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rPr>
              <a:t>Published and Distributed by Amplify. www.amplify.com</a:t>
            </a:r>
            <a:endParaRPr i="1" sz="600">
              <a:solidFill>
                <a:srgbClr val="2F2F2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55"/>
          <p:cNvSpPr txBox="1"/>
          <p:nvPr>
            <p:ph idx="1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  <p15:guide id="3" pos="151">
          <p15:clr>
            <a:srgbClr val="FA7B17"/>
          </p15:clr>
        </p15:guide>
        <p15:guide id="4" orient="horz" pos="3100">
          <p15:clr>
            <a:srgbClr val="FA7B17"/>
          </p15:clr>
        </p15:guide>
        <p15:guide id="5" orient="horz" pos="2991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">
  <p:cSld name="SECTION_HEADER_1_1_1">
    <p:bg>
      <p:bgPr>
        <a:solidFill>
          <a:srgbClr val="000000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4" name="Google Shape;484;p56"/>
          <p:cNvSpPr txBox="1"/>
          <p:nvPr>
            <p:ph type="title"/>
          </p:nvPr>
        </p:nvSpPr>
        <p:spPr>
          <a:xfrm>
            <a:off x="808850" y="3170750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5" name="Google Shape;485;p56"/>
          <p:cNvSpPr txBox="1"/>
          <p:nvPr>
            <p:ph idx="2" type="title"/>
          </p:nvPr>
        </p:nvSpPr>
        <p:spPr>
          <a:xfrm>
            <a:off x="808850" y="3683675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2683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 (two lines)">
  <p:cSld name="SECTION_HEADER_1_1_1_1">
    <p:bg>
      <p:bgPr>
        <a:solidFill>
          <a:srgbClr val="000000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57"/>
          <p:cNvSpPr txBox="1"/>
          <p:nvPr>
            <p:ph type="title"/>
          </p:nvPr>
        </p:nvSpPr>
        <p:spPr>
          <a:xfrm>
            <a:off x="808850" y="2596896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9" name="Google Shape;489;p57"/>
          <p:cNvSpPr txBox="1"/>
          <p:nvPr>
            <p:ph idx="2" type="title"/>
          </p:nvPr>
        </p:nvSpPr>
        <p:spPr>
          <a:xfrm>
            <a:off x="808850" y="3109821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 (three lines) ">
  <p:cSld name="SECTION_HEADER_1_1_1_1_1">
    <p:bg>
      <p:bgPr>
        <a:solidFill>
          <a:srgbClr val="000000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58"/>
          <p:cNvSpPr txBox="1"/>
          <p:nvPr>
            <p:ph type="title"/>
          </p:nvPr>
        </p:nvSpPr>
        <p:spPr>
          <a:xfrm>
            <a:off x="808850" y="2020824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3" name="Google Shape;493;p58"/>
          <p:cNvSpPr txBox="1"/>
          <p:nvPr>
            <p:ph idx="2" type="title"/>
          </p:nvPr>
        </p:nvSpPr>
        <p:spPr>
          <a:xfrm>
            <a:off x="808850" y="2533749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with Text - pg#">
  <p:cSld name="SECTION_HEADER_1_1_2_1_2_2_1">
    <p:bg>
      <p:bgPr>
        <a:solidFill>
          <a:srgbClr val="FFFFF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6" name="Google Shape;496;p59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9"/>
          <p:cNvSpPr txBox="1"/>
          <p:nvPr>
            <p:ph idx="2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8" name="Google Shape;498;p59"/>
          <p:cNvSpPr txBox="1"/>
          <p:nvPr>
            <p:ph idx="3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9" name="Google Shape;499;p59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500" name="Google Shape;500;p59"/>
          <p:cNvSpPr txBox="1"/>
          <p:nvPr>
            <p:ph idx="5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1" name="Google Shape;501;p59"/>
          <p:cNvSpPr txBox="1"/>
          <p:nvPr>
            <p:ph idx="6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w/ CCC - numbered">
  <p:cSld name="SECTION_HEADER_1_1_2_3_1_4"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0"/>
          <p:cNvSpPr txBox="1"/>
          <p:nvPr>
            <p:ph type="title"/>
          </p:nvPr>
        </p:nvSpPr>
        <p:spPr>
          <a:xfrm>
            <a:off x="822960" y="1179576"/>
            <a:ext cx="7507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7B9E3F"/>
              </a:buClr>
              <a:buSzPts val="2800"/>
              <a:buNone/>
              <a:defRPr sz="2800">
                <a:solidFill>
                  <a:srgbClr val="7B9E3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505" name="Google Shape;505;p60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6" name="Google Shape;506;p60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07" name="Google Shape;507;p60"/>
          <p:cNvSpPr txBox="1"/>
          <p:nvPr>
            <p:ph idx="3" type="title"/>
          </p:nvPr>
        </p:nvSpPr>
        <p:spPr>
          <a:xfrm>
            <a:off x="822960" y="694944"/>
            <a:ext cx="750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8" name="Google Shape;508;p60"/>
          <p:cNvSpPr txBox="1"/>
          <p:nvPr>
            <p:ph idx="4" type="body"/>
          </p:nvPr>
        </p:nvSpPr>
        <p:spPr>
          <a:xfrm>
            <a:off x="880872" y="2109216"/>
            <a:ext cx="7047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9" name="Google Shape;509;p60"/>
          <p:cNvSpPr txBox="1"/>
          <p:nvPr>
            <p:ph idx="5" type="body"/>
          </p:nvPr>
        </p:nvSpPr>
        <p:spPr>
          <a:xfrm>
            <a:off x="1511800" y="2109225"/>
            <a:ext cx="66660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w/ image - numbered">
  <p:cSld name="SECTION_HEADER_1_1_2_3_1_3_1"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61"/>
          <p:cNvPicPr preferRelativeResize="0"/>
          <p:nvPr/>
        </p:nvPicPr>
        <p:blipFill rotWithShape="1">
          <a:blip r:embed="rId2">
            <a:alphaModFix/>
          </a:blip>
          <a:srcRect b="-8684" l="0" r="0" t="0"/>
          <a:stretch/>
        </p:blipFill>
        <p:spPr>
          <a:xfrm>
            <a:off x="549100" y="1104729"/>
            <a:ext cx="8210620" cy="3998652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1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3" name="Google Shape;513;p61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14" name="Google Shape;514;p61"/>
          <p:cNvSpPr txBox="1"/>
          <p:nvPr>
            <p:ph type="title"/>
          </p:nvPr>
        </p:nvSpPr>
        <p:spPr>
          <a:xfrm>
            <a:off x="818410" y="548640"/>
            <a:ext cx="750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515" name="Google Shape;515;p61"/>
          <p:cNvSpPr txBox="1"/>
          <p:nvPr>
            <p:ph idx="3" type="body"/>
          </p:nvPr>
        </p:nvSpPr>
        <p:spPr>
          <a:xfrm>
            <a:off x="813816" y="1389888"/>
            <a:ext cx="704700" cy="28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6" name="Google Shape;516;p61"/>
          <p:cNvSpPr txBox="1"/>
          <p:nvPr>
            <p:ph idx="4" type="body"/>
          </p:nvPr>
        </p:nvSpPr>
        <p:spPr>
          <a:xfrm>
            <a:off x="1444758" y="1389899"/>
            <a:ext cx="6664800" cy="28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Full">
  <p:cSld name="CUSTOM_2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2"/>
          <p:cNvSpPr/>
          <p:nvPr/>
        </p:nvSpPr>
        <p:spPr>
          <a:xfrm>
            <a:off x="7425" y="4779300"/>
            <a:ext cx="2066400" cy="3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9" name="Google Shape;519;p62"/>
          <p:cNvPicPr preferRelativeResize="0"/>
          <p:nvPr/>
        </p:nvPicPr>
        <p:blipFill rotWithShape="1">
          <a:blip r:embed="rId2">
            <a:alphaModFix/>
          </a:blip>
          <a:srcRect b="1888" l="397" r="407" t="17421"/>
          <a:stretch/>
        </p:blipFill>
        <p:spPr>
          <a:xfrm>
            <a:off x="0" y="962950"/>
            <a:ext cx="9144003" cy="41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2"/>
          <p:cNvSpPr txBox="1"/>
          <p:nvPr/>
        </p:nvSpPr>
        <p:spPr>
          <a:xfrm>
            <a:off x="786104" y="365750"/>
            <a:ext cx="756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rPr>
              <a:t>Scientific Argumentation</a:t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Full w/ text">
  <p:cSld name="CUSTOM_2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3"/>
          <p:cNvSpPr/>
          <p:nvPr/>
        </p:nvSpPr>
        <p:spPr>
          <a:xfrm>
            <a:off x="7425" y="4779300"/>
            <a:ext cx="2066400" cy="3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3" name="Google Shape;523;p63"/>
          <p:cNvPicPr preferRelativeResize="0"/>
          <p:nvPr/>
        </p:nvPicPr>
        <p:blipFill rotWithShape="1">
          <a:blip r:embed="rId2">
            <a:alphaModFix/>
          </a:blip>
          <a:srcRect b="1153" l="0" r="0" t="2795"/>
          <a:stretch/>
        </p:blipFill>
        <p:spPr>
          <a:xfrm>
            <a:off x="1458213" y="97014"/>
            <a:ext cx="6227575" cy="49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63"/>
          <p:cNvSpPr txBox="1"/>
          <p:nvPr>
            <p:ph idx="1" type="body"/>
          </p:nvPr>
        </p:nvSpPr>
        <p:spPr>
          <a:xfrm>
            <a:off x="2073824" y="1328925"/>
            <a:ext cx="5131500" cy="29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indent="-355600" lvl="1" marL="91440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525" name="Google Shape;525;p63"/>
          <p:cNvSpPr txBox="1"/>
          <p:nvPr>
            <p:ph type="title"/>
          </p:nvPr>
        </p:nvSpPr>
        <p:spPr>
          <a:xfrm>
            <a:off x="2002536" y="649224"/>
            <a:ext cx="52029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Evidence Card with TT">
  <p:cSld name="SECTION_HEADER_1_1_2_2_8"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8" name="Google Shape;528;p64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9" name="Google Shape;529;p64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30" name="Google Shape;530;p64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pic>
        <p:nvPicPr>
          <p:cNvPr id="531" name="Google Shape;531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87" y="1135401"/>
            <a:ext cx="3797923" cy="1769524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64"/>
          <p:cNvSpPr txBox="1"/>
          <p:nvPr>
            <p:ph idx="5" type="subTitle"/>
          </p:nvPr>
        </p:nvSpPr>
        <p:spPr>
          <a:xfrm>
            <a:off x="438912" y="758952"/>
            <a:ext cx="30633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533" name="Google Shape;533;p64"/>
          <p:cNvSpPr txBox="1"/>
          <p:nvPr>
            <p:ph idx="6" type="body"/>
          </p:nvPr>
        </p:nvSpPr>
        <p:spPr>
          <a:xfrm>
            <a:off x="283464" y="1508760"/>
            <a:ext cx="3365100" cy="1134000"/>
          </a:xfrm>
          <a:prstGeom prst="rect">
            <a:avLst/>
          </a:prstGeom>
        </p:spPr>
        <p:txBody>
          <a:bodyPr anchorCtr="0" anchor="ctr" bIns="0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Evidence Card with SA">
  <p:cSld name="SECTION_HEADER_1_1_2_1_2_6"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5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6" name="Google Shape;536;p65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7" name="Google Shape;537;p65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38" name="Google Shape;538;p65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539" name="Google Shape;539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87" y="1135401"/>
            <a:ext cx="3797923" cy="176952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5"/>
          <p:cNvSpPr txBox="1"/>
          <p:nvPr>
            <p:ph idx="5" type="subTitle"/>
          </p:nvPr>
        </p:nvSpPr>
        <p:spPr>
          <a:xfrm>
            <a:off x="438912" y="758952"/>
            <a:ext cx="30633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541" name="Google Shape;541;p65"/>
          <p:cNvSpPr txBox="1"/>
          <p:nvPr>
            <p:ph idx="6" type="body"/>
          </p:nvPr>
        </p:nvSpPr>
        <p:spPr>
          <a:xfrm>
            <a:off x="283464" y="1508760"/>
            <a:ext cx="3365100" cy="113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fety Guidelines">
  <p:cSld name="SECTION_HEADER_1_1_2_1_2_1_1_1_4"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80575" y="991457"/>
            <a:ext cx="3122150" cy="3678292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6"/>
          <p:cNvSpPr txBox="1"/>
          <p:nvPr/>
        </p:nvSpPr>
        <p:spPr>
          <a:xfrm>
            <a:off x="956975" y="991450"/>
            <a:ext cx="47670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00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Follow instructions.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Don’t taste things.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Smell substances like a chemist.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Protect your eyes.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Protect your hands.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Keep your hands away from your face.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Tell your teacher if you have allergies.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Be calm and careful.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Report all spills, accidents, and injuries to your teacher.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Avoid anything that could cause a burn.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Wash your hands after class.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6"/>
          <p:cNvSpPr txBox="1"/>
          <p:nvPr/>
        </p:nvSpPr>
        <p:spPr>
          <a:xfrm>
            <a:off x="676656" y="333093"/>
            <a:ext cx="750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 Medium"/>
                <a:ea typeface="Roboto Medium"/>
                <a:cs typeface="Roboto Medium"/>
                <a:sym typeface="Roboto Medium"/>
              </a:rPr>
              <a:t>Safety Guidelines for Science Investigations</a:t>
            </a:r>
            <a:endParaRPr sz="2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46" name="Google Shape;546;p66"/>
          <p:cNvSpPr txBox="1"/>
          <p:nvPr/>
        </p:nvSpPr>
        <p:spPr>
          <a:xfrm>
            <a:off x="582875" y="991450"/>
            <a:ext cx="3741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7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5.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6.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7.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8.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9.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11.</a:t>
            </a:r>
            <a:endParaRPr b="1" sz="1600">
              <a:solidFill>
                <a:srgbClr val="76767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6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theme" Target="../theme/theme2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3000"/>
              <a:buFont typeface="Roboto"/>
              <a:buNone/>
              <a:defRPr sz="30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37744" y="4846320"/>
            <a:ext cx="401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© The Regents of the University of California. All rights reserved.</a:t>
            </a:r>
            <a:endParaRPr i="1" sz="400">
              <a:solidFill>
                <a:srgbClr val="76767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">
          <p15:clr>
            <a:srgbClr val="F06B4A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700" y="0"/>
            <a:ext cx="718651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67"/>
          <p:cNvSpPr/>
          <p:nvPr/>
        </p:nvSpPr>
        <p:spPr>
          <a:xfrm>
            <a:off x="1007075" y="459600"/>
            <a:ext cx="1216500" cy="1317900"/>
          </a:xfrm>
          <a:prstGeom prst="rect">
            <a:avLst/>
          </a:prstGeom>
          <a:noFill/>
          <a:ln cap="flat" cmpd="sng" w="28575">
            <a:solidFill>
              <a:srgbClr val="3F9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67"/>
          <p:cNvSpPr/>
          <p:nvPr/>
        </p:nvSpPr>
        <p:spPr>
          <a:xfrm>
            <a:off x="2531525" y="976975"/>
            <a:ext cx="1605000" cy="456000"/>
          </a:xfrm>
          <a:prstGeom prst="rect">
            <a:avLst/>
          </a:prstGeom>
          <a:noFill/>
          <a:ln cap="flat" cmpd="sng" w="28575">
            <a:solidFill>
              <a:srgbClr val="3F9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67"/>
          <p:cNvSpPr/>
          <p:nvPr/>
        </p:nvSpPr>
        <p:spPr>
          <a:xfrm>
            <a:off x="1095575" y="1926925"/>
            <a:ext cx="1605000" cy="456000"/>
          </a:xfrm>
          <a:prstGeom prst="rect">
            <a:avLst/>
          </a:prstGeom>
          <a:noFill/>
          <a:ln cap="flat" cmpd="sng" w="28575">
            <a:solidFill>
              <a:srgbClr val="3F9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7"/>
          <p:cNvSpPr/>
          <p:nvPr/>
        </p:nvSpPr>
        <p:spPr>
          <a:xfrm>
            <a:off x="2910650" y="1926925"/>
            <a:ext cx="1605000" cy="456000"/>
          </a:xfrm>
          <a:prstGeom prst="rect">
            <a:avLst/>
          </a:prstGeom>
          <a:noFill/>
          <a:ln cap="flat" cmpd="sng" w="28575">
            <a:solidFill>
              <a:srgbClr val="3F9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67"/>
          <p:cNvSpPr/>
          <p:nvPr/>
        </p:nvSpPr>
        <p:spPr>
          <a:xfrm>
            <a:off x="1095575" y="2998525"/>
            <a:ext cx="1605000" cy="456000"/>
          </a:xfrm>
          <a:prstGeom prst="rect">
            <a:avLst/>
          </a:prstGeom>
          <a:noFill/>
          <a:ln cap="flat" cmpd="sng" w="28575">
            <a:solidFill>
              <a:srgbClr val="3F9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67"/>
          <p:cNvSpPr/>
          <p:nvPr/>
        </p:nvSpPr>
        <p:spPr>
          <a:xfrm>
            <a:off x="2910650" y="2998525"/>
            <a:ext cx="1605000" cy="456000"/>
          </a:xfrm>
          <a:prstGeom prst="rect">
            <a:avLst/>
          </a:prstGeom>
          <a:noFill/>
          <a:ln cap="flat" cmpd="sng" w="28575">
            <a:solidFill>
              <a:srgbClr val="3F9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67"/>
          <p:cNvSpPr/>
          <p:nvPr/>
        </p:nvSpPr>
        <p:spPr>
          <a:xfrm>
            <a:off x="1190225" y="0"/>
            <a:ext cx="2317500" cy="456000"/>
          </a:xfrm>
          <a:prstGeom prst="rect">
            <a:avLst/>
          </a:prstGeom>
          <a:noFill/>
          <a:ln cap="flat" cmpd="sng" w="28575">
            <a:solidFill>
              <a:srgbClr val="3F9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67"/>
          <p:cNvSpPr txBox="1"/>
          <p:nvPr/>
        </p:nvSpPr>
        <p:spPr>
          <a:xfrm>
            <a:off x="1095575" y="669775"/>
            <a:ext cx="96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9C4C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mouth</a:t>
            </a:r>
            <a:endParaRPr sz="1500">
              <a:solidFill>
                <a:srgbClr val="3F9C4C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61" name="Google Shape;561;p67"/>
          <p:cNvSpPr txBox="1"/>
          <p:nvPr/>
        </p:nvSpPr>
        <p:spPr>
          <a:xfrm>
            <a:off x="1065800" y="941313"/>
            <a:ext cx="96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9C4C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stomach</a:t>
            </a:r>
            <a:endParaRPr sz="1500">
              <a:solidFill>
                <a:srgbClr val="3F9C4C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62" name="Google Shape;562;p67"/>
          <p:cNvSpPr txBox="1"/>
          <p:nvPr/>
        </p:nvSpPr>
        <p:spPr>
          <a:xfrm>
            <a:off x="1065800" y="1220950"/>
            <a:ext cx="12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F9C4C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small intestine</a:t>
            </a:r>
            <a:endParaRPr sz="1100">
              <a:solidFill>
                <a:srgbClr val="3F9C4C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63" name="Google Shape;563;p67"/>
          <p:cNvSpPr txBox="1"/>
          <p:nvPr/>
        </p:nvSpPr>
        <p:spPr>
          <a:xfrm>
            <a:off x="1065800" y="1464875"/>
            <a:ext cx="12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F9C4C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large</a:t>
            </a:r>
            <a:r>
              <a:rPr lang="en" sz="1100">
                <a:solidFill>
                  <a:srgbClr val="3F9C4C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intestine</a:t>
            </a:r>
            <a:endParaRPr sz="1100">
              <a:solidFill>
                <a:srgbClr val="3F9C4C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64" name="Google Shape;564;p67"/>
          <p:cNvSpPr/>
          <p:nvPr/>
        </p:nvSpPr>
        <p:spPr>
          <a:xfrm>
            <a:off x="3054875" y="378475"/>
            <a:ext cx="558300" cy="598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F9C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67"/>
          <p:cNvSpPr txBox="1"/>
          <p:nvPr/>
        </p:nvSpPr>
        <p:spPr>
          <a:xfrm>
            <a:off x="3168425" y="951025"/>
            <a:ext cx="968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F9C4C"/>
                </a:solidFill>
                <a:latin typeface="Quicksand"/>
                <a:ea typeface="Quicksand"/>
                <a:cs typeface="Quicksand"/>
                <a:sym typeface="Quicksand"/>
              </a:rPr>
              <a:t>food</a:t>
            </a:r>
            <a:endParaRPr b="1" sz="2100">
              <a:solidFill>
                <a:srgbClr val="3F9C4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66" name="Google Shape;566;p67"/>
          <p:cNvSpPr/>
          <p:nvPr/>
        </p:nvSpPr>
        <p:spPr>
          <a:xfrm>
            <a:off x="3094200" y="1428024"/>
            <a:ext cx="558300" cy="536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F9C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67"/>
          <p:cNvSpPr/>
          <p:nvPr/>
        </p:nvSpPr>
        <p:spPr>
          <a:xfrm rot="2834617">
            <a:off x="2257407" y="1311967"/>
            <a:ext cx="558123" cy="7116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F9C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67"/>
          <p:cNvSpPr txBox="1"/>
          <p:nvPr/>
        </p:nvSpPr>
        <p:spPr>
          <a:xfrm>
            <a:off x="1079000" y="1910750"/>
            <a:ext cx="119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F9C4C"/>
                </a:solidFill>
                <a:latin typeface="Quicksand"/>
                <a:ea typeface="Quicksand"/>
                <a:cs typeface="Quicksand"/>
                <a:sym typeface="Quicksand"/>
              </a:rPr>
              <a:t>starch</a:t>
            </a:r>
            <a:endParaRPr b="1" sz="2100">
              <a:solidFill>
                <a:srgbClr val="3F9C4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69" name="Google Shape;569;p67"/>
          <p:cNvSpPr/>
          <p:nvPr/>
        </p:nvSpPr>
        <p:spPr>
          <a:xfrm>
            <a:off x="1232650" y="2382925"/>
            <a:ext cx="558300" cy="615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F9C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67"/>
          <p:cNvSpPr txBox="1"/>
          <p:nvPr/>
        </p:nvSpPr>
        <p:spPr>
          <a:xfrm>
            <a:off x="1110500" y="2972575"/>
            <a:ext cx="119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F9C4C"/>
                </a:solidFill>
                <a:latin typeface="Quicksand"/>
                <a:ea typeface="Quicksand"/>
                <a:cs typeface="Quicksand"/>
                <a:sym typeface="Quicksand"/>
              </a:rPr>
              <a:t>glucose</a:t>
            </a:r>
            <a:endParaRPr b="1" sz="2100">
              <a:solidFill>
                <a:srgbClr val="3F9C4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571" name="Google Shape;571;p67"/>
          <p:cNvGrpSpPr/>
          <p:nvPr/>
        </p:nvGrpSpPr>
        <p:grpSpPr>
          <a:xfrm>
            <a:off x="1998496" y="2041125"/>
            <a:ext cx="672805" cy="273600"/>
            <a:chOff x="1998496" y="2041125"/>
            <a:chExt cx="672805" cy="273600"/>
          </a:xfrm>
        </p:grpSpPr>
        <p:sp>
          <p:nvSpPr>
            <p:cNvPr id="572" name="Google Shape;572;p67"/>
            <p:cNvSpPr/>
            <p:nvPr/>
          </p:nvSpPr>
          <p:spPr>
            <a:xfrm rot="1734184">
              <a:off x="2030822" y="2082525"/>
              <a:ext cx="220347" cy="1908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3" name="Google Shape;573;p67"/>
            <p:cNvSpPr/>
            <p:nvPr/>
          </p:nvSpPr>
          <p:spPr>
            <a:xfrm rot="1734184">
              <a:off x="2223013" y="2082525"/>
              <a:ext cx="220347" cy="1908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4" name="Google Shape;574;p67"/>
            <p:cNvSpPr/>
            <p:nvPr/>
          </p:nvSpPr>
          <p:spPr>
            <a:xfrm rot="1734184">
              <a:off x="2418628" y="2082525"/>
              <a:ext cx="220347" cy="1908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75" name="Google Shape;575;p67"/>
          <p:cNvSpPr/>
          <p:nvPr/>
        </p:nvSpPr>
        <p:spPr>
          <a:xfrm rot="1734184">
            <a:off x="2307728" y="3131125"/>
            <a:ext cx="220347" cy="1908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67"/>
          <p:cNvSpPr txBox="1"/>
          <p:nvPr/>
        </p:nvSpPr>
        <p:spPr>
          <a:xfrm>
            <a:off x="2964725" y="1900975"/>
            <a:ext cx="117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F9C4C"/>
                </a:solidFill>
                <a:latin typeface="Quicksand"/>
                <a:ea typeface="Quicksand"/>
                <a:cs typeface="Quicksand"/>
                <a:sym typeface="Quicksand"/>
              </a:rPr>
              <a:t>protein</a:t>
            </a:r>
            <a:endParaRPr b="1" sz="2100">
              <a:solidFill>
                <a:srgbClr val="3F9C4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577" name="Google Shape;577;p67"/>
          <p:cNvGrpSpPr/>
          <p:nvPr/>
        </p:nvGrpSpPr>
        <p:grpSpPr>
          <a:xfrm>
            <a:off x="4027325" y="2080700"/>
            <a:ext cx="417938" cy="175700"/>
            <a:chOff x="4027325" y="2080700"/>
            <a:chExt cx="417938" cy="175700"/>
          </a:xfrm>
        </p:grpSpPr>
        <p:sp>
          <p:nvSpPr>
            <p:cNvPr id="578" name="Google Shape;578;p67"/>
            <p:cNvSpPr/>
            <p:nvPr/>
          </p:nvSpPr>
          <p:spPr>
            <a:xfrm>
              <a:off x="4027325" y="2080700"/>
              <a:ext cx="203150" cy="175700"/>
            </a:xfrm>
            <a:prstGeom prst="flowChartExtract">
              <a:avLst/>
            </a:prstGeom>
            <a:solidFill>
              <a:srgbClr val="333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9" name="Google Shape;579;p67"/>
            <p:cNvSpPr/>
            <p:nvPr/>
          </p:nvSpPr>
          <p:spPr>
            <a:xfrm rot="10800000">
              <a:off x="4136525" y="2080700"/>
              <a:ext cx="203150" cy="175700"/>
            </a:xfrm>
            <a:prstGeom prst="flowChartExtract">
              <a:avLst/>
            </a:prstGeom>
            <a:solidFill>
              <a:srgbClr val="333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0" name="Google Shape;580;p67"/>
            <p:cNvSpPr/>
            <p:nvPr/>
          </p:nvSpPr>
          <p:spPr>
            <a:xfrm>
              <a:off x="4242113" y="2080700"/>
              <a:ext cx="203150" cy="175700"/>
            </a:xfrm>
            <a:prstGeom prst="flowChartExtract">
              <a:avLst/>
            </a:prstGeom>
            <a:solidFill>
              <a:srgbClr val="333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1" name="Google Shape;581;p67"/>
          <p:cNvSpPr/>
          <p:nvPr/>
        </p:nvSpPr>
        <p:spPr>
          <a:xfrm>
            <a:off x="3652488" y="3242475"/>
            <a:ext cx="203150" cy="175700"/>
          </a:xfrm>
          <a:prstGeom prst="flowChartExtract">
            <a:avLst/>
          </a:prstGeom>
          <a:solidFill>
            <a:srgbClr val="674EA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67"/>
          <p:cNvSpPr/>
          <p:nvPr/>
        </p:nvSpPr>
        <p:spPr>
          <a:xfrm>
            <a:off x="3957150" y="2389738"/>
            <a:ext cx="558300" cy="615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F9C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67"/>
          <p:cNvSpPr txBox="1"/>
          <p:nvPr/>
        </p:nvSpPr>
        <p:spPr>
          <a:xfrm>
            <a:off x="2860775" y="2827925"/>
            <a:ext cx="187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F9C4C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b="1" lang="en" sz="2100">
                <a:solidFill>
                  <a:srgbClr val="3F9C4C"/>
                </a:solidFill>
                <a:latin typeface="Quicksand"/>
                <a:ea typeface="Quicksand"/>
                <a:cs typeface="Quicksand"/>
                <a:sym typeface="Quicksand"/>
              </a:rPr>
              <a:t>mino acids</a:t>
            </a:r>
            <a:endParaRPr b="1" sz="2100">
              <a:solidFill>
                <a:srgbClr val="3F9C4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84" name="Google Shape;584;p67"/>
          <p:cNvSpPr/>
          <p:nvPr/>
        </p:nvSpPr>
        <p:spPr>
          <a:xfrm>
            <a:off x="4859550" y="0"/>
            <a:ext cx="2736000" cy="378600"/>
          </a:xfrm>
          <a:prstGeom prst="rect">
            <a:avLst/>
          </a:prstGeom>
          <a:noFill/>
          <a:ln cap="flat" cmpd="sng" w="28575">
            <a:solidFill>
              <a:srgbClr val="333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67"/>
          <p:cNvSpPr/>
          <p:nvPr/>
        </p:nvSpPr>
        <p:spPr>
          <a:xfrm>
            <a:off x="4859550" y="959775"/>
            <a:ext cx="1605000" cy="456000"/>
          </a:xfrm>
          <a:prstGeom prst="rect">
            <a:avLst/>
          </a:prstGeom>
          <a:noFill/>
          <a:ln cap="flat" cmpd="sng" w="28575">
            <a:solidFill>
              <a:srgbClr val="333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67"/>
          <p:cNvSpPr/>
          <p:nvPr/>
        </p:nvSpPr>
        <p:spPr>
          <a:xfrm>
            <a:off x="4825850" y="2041125"/>
            <a:ext cx="1605000" cy="456000"/>
          </a:xfrm>
          <a:prstGeom prst="rect">
            <a:avLst/>
          </a:prstGeom>
          <a:noFill/>
          <a:ln cap="flat" cmpd="sng" w="28575">
            <a:solidFill>
              <a:srgbClr val="333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67"/>
          <p:cNvSpPr/>
          <p:nvPr/>
        </p:nvSpPr>
        <p:spPr>
          <a:xfrm>
            <a:off x="6550350" y="409775"/>
            <a:ext cx="1216500" cy="1134900"/>
          </a:xfrm>
          <a:prstGeom prst="rect">
            <a:avLst/>
          </a:prstGeom>
          <a:noFill/>
          <a:ln cap="flat" cmpd="sng" w="28575">
            <a:solidFill>
              <a:srgbClr val="333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67"/>
          <p:cNvSpPr/>
          <p:nvPr/>
        </p:nvSpPr>
        <p:spPr>
          <a:xfrm>
            <a:off x="5382900" y="378475"/>
            <a:ext cx="558300" cy="598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33FB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67"/>
          <p:cNvSpPr txBox="1"/>
          <p:nvPr/>
        </p:nvSpPr>
        <p:spPr>
          <a:xfrm>
            <a:off x="5551400" y="955913"/>
            <a:ext cx="968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33FBF"/>
                </a:solidFill>
                <a:latin typeface="Quicksand"/>
                <a:ea typeface="Quicksand"/>
                <a:cs typeface="Quicksand"/>
                <a:sym typeface="Quicksand"/>
              </a:rPr>
              <a:t>air</a:t>
            </a:r>
            <a:endParaRPr b="1" sz="2100">
              <a:solidFill>
                <a:srgbClr val="333FB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90" name="Google Shape;590;p67"/>
          <p:cNvSpPr txBox="1"/>
          <p:nvPr/>
        </p:nvSpPr>
        <p:spPr>
          <a:xfrm>
            <a:off x="6674550" y="669775"/>
            <a:ext cx="96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FBF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mouth</a:t>
            </a:r>
            <a:endParaRPr sz="1500">
              <a:solidFill>
                <a:srgbClr val="333FBF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91" name="Google Shape;591;p67"/>
          <p:cNvSpPr txBox="1"/>
          <p:nvPr/>
        </p:nvSpPr>
        <p:spPr>
          <a:xfrm>
            <a:off x="6674550" y="898375"/>
            <a:ext cx="96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FBF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nose</a:t>
            </a:r>
            <a:endParaRPr sz="1500">
              <a:solidFill>
                <a:srgbClr val="333FBF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92" name="Google Shape;592;p67"/>
          <p:cNvSpPr txBox="1"/>
          <p:nvPr/>
        </p:nvSpPr>
        <p:spPr>
          <a:xfrm>
            <a:off x="6674550" y="1126975"/>
            <a:ext cx="96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FBF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lungs</a:t>
            </a:r>
            <a:endParaRPr sz="1500">
              <a:solidFill>
                <a:srgbClr val="333FBF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93" name="Google Shape;593;p67"/>
          <p:cNvSpPr/>
          <p:nvPr/>
        </p:nvSpPr>
        <p:spPr>
          <a:xfrm>
            <a:off x="5872550" y="1429200"/>
            <a:ext cx="558300" cy="598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33FB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67"/>
          <p:cNvSpPr txBox="1"/>
          <p:nvPr/>
        </p:nvSpPr>
        <p:spPr>
          <a:xfrm>
            <a:off x="4935750" y="1996950"/>
            <a:ext cx="117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33FBF"/>
                </a:solidFill>
                <a:latin typeface="Quicksand"/>
                <a:ea typeface="Quicksand"/>
                <a:cs typeface="Quicksand"/>
                <a:sym typeface="Quicksand"/>
              </a:rPr>
              <a:t>oxygen</a:t>
            </a:r>
            <a:endParaRPr b="1" sz="2100">
              <a:solidFill>
                <a:srgbClr val="333FB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95" name="Google Shape;595;p67"/>
          <p:cNvSpPr/>
          <p:nvPr/>
        </p:nvSpPr>
        <p:spPr>
          <a:xfrm>
            <a:off x="6107300" y="2175175"/>
            <a:ext cx="175800" cy="175800"/>
          </a:xfrm>
          <a:prstGeom prst="ellipse">
            <a:avLst/>
          </a:prstGeom>
          <a:solidFill>
            <a:srgbClr val="8FC33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67"/>
          <p:cNvSpPr/>
          <p:nvPr/>
        </p:nvSpPr>
        <p:spPr>
          <a:xfrm>
            <a:off x="2985975" y="3779400"/>
            <a:ext cx="2515200" cy="3540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67"/>
          <p:cNvSpPr/>
          <p:nvPr/>
        </p:nvSpPr>
        <p:spPr>
          <a:xfrm>
            <a:off x="1367725" y="4138325"/>
            <a:ext cx="1493100" cy="9660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67"/>
          <p:cNvSpPr/>
          <p:nvPr/>
        </p:nvSpPr>
        <p:spPr>
          <a:xfrm>
            <a:off x="2910650" y="4138325"/>
            <a:ext cx="2640900" cy="9660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67"/>
          <p:cNvSpPr txBox="1"/>
          <p:nvPr/>
        </p:nvSpPr>
        <p:spPr>
          <a:xfrm>
            <a:off x="1467300" y="4390475"/>
            <a:ext cx="117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heart</a:t>
            </a:r>
            <a:endParaRPr b="1" sz="1800">
              <a:solidFill>
                <a:srgbClr val="CC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00" name="Google Shape;600;p67"/>
          <p:cNvSpPr txBox="1"/>
          <p:nvPr/>
        </p:nvSpPr>
        <p:spPr>
          <a:xfrm>
            <a:off x="1467300" y="4695275"/>
            <a:ext cx="18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blood vessels</a:t>
            </a:r>
            <a:endParaRPr b="1">
              <a:solidFill>
                <a:srgbClr val="CC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01" name="Google Shape;601;p67"/>
          <p:cNvSpPr txBox="1"/>
          <p:nvPr/>
        </p:nvSpPr>
        <p:spPr>
          <a:xfrm>
            <a:off x="2936875" y="4159650"/>
            <a:ext cx="26928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CC0000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transports glucose, oxygen, and amino acid molecules to every cell in the body.</a:t>
            </a:r>
            <a:endParaRPr sz="1500">
              <a:solidFill>
                <a:srgbClr val="CC000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67"/>
          <p:cNvSpPr/>
          <p:nvPr/>
        </p:nvSpPr>
        <p:spPr>
          <a:xfrm>
            <a:off x="5941200" y="2972575"/>
            <a:ext cx="1875300" cy="2076900"/>
          </a:xfrm>
          <a:prstGeom prst="rect">
            <a:avLst/>
          </a:prstGeom>
          <a:solidFill>
            <a:srgbClr val="F1C232">
              <a:alpha val="30380"/>
            </a:srgbClr>
          </a:solidFill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67"/>
          <p:cNvSpPr txBox="1"/>
          <p:nvPr/>
        </p:nvSpPr>
        <p:spPr>
          <a:xfrm>
            <a:off x="6107550" y="3166275"/>
            <a:ext cx="119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F9C4C"/>
                </a:solidFill>
                <a:latin typeface="Quicksand"/>
                <a:ea typeface="Quicksand"/>
                <a:cs typeface="Quicksand"/>
                <a:sym typeface="Quicksand"/>
              </a:rPr>
              <a:t>glucose</a:t>
            </a:r>
            <a:endParaRPr b="1" sz="2100">
              <a:solidFill>
                <a:srgbClr val="3F9C4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04" name="Google Shape;604;p67"/>
          <p:cNvSpPr/>
          <p:nvPr/>
        </p:nvSpPr>
        <p:spPr>
          <a:xfrm rot="1734184">
            <a:off x="7304778" y="3324825"/>
            <a:ext cx="220347" cy="1908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67"/>
          <p:cNvSpPr/>
          <p:nvPr/>
        </p:nvSpPr>
        <p:spPr>
          <a:xfrm>
            <a:off x="6863638" y="4152025"/>
            <a:ext cx="203150" cy="175700"/>
          </a:xfrm>
          <a:prstGeom prst="flowChartExtract">
            <a:avLst/>
          </a:prstGeom>
          <a:solidFill>
            <a:srgbClr val="674EA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67"/>
          <p:cNvSpPr txBox="1"/>
          <p:nvPr/>
        </p:nvSpPr>
        <p:spPr>
          <a:xfrm>
            <a:off x="6071925" y="3737475"/>
            <a:ext cx="187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F9C4C"/>
                </a:solidFill>
                <a:latin typeface="Quicksand"/>
                <a:ea typeface="Quicksand"/>
                <a:cs typeface="Quicksand"/>
                <a:sym typeface="Quicksand"/>
              </a:rPr>
              <a:t>amino acids</a:t>
            </a:r>
            <a:endParaRPr b="1" sz="2100">
              <a:solidFill>
                <a:srgbClr val="3F9C4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07" name="Google Shape;607;p67"/>
          <p:cNvSpPr txBox="1"/>
          <p:nvPr/>
        </p:nvSpPr>
        <p:spPr>
          <a:xfrm>
            <a:off x="6144450" y="4367375"/>
            <a:ext cx="117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33FBF"/>
                </a:solidFill>
                <a:latin typeface="Quicksand"/>
                <a:ea typeface="Quicksand"/>
                <a:cs typeface="Quicksand"/>
                <a:sym typeface="Quicksand"/>
              </a:rPr>
              <a:t>oxygen</a:t>
            </a:r>
            <a:endParaRPr b="1" sz="2100">
              <a:solidFill>
                <a:srgbClr val="333FB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08" name="Google Shape;608;p67"/>
          <p:cNvSpPr/>
          <p:nvPr/>
        </p:nvSpPr>
        <p:spPr>
          <a:xfrm>
            <a:off x="7316000" y="4545600"/>
            <a:ext cx="175800" cy="175800"/>
          </a:xfrm>
          <a:prstGeom prst="ellipse">
            <a:avLst/>
          </a:prstGeom>
          <a:solidFill>
            <a:srgbClr val="8FC33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S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