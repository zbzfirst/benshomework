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0" r:id="rId4"/>
    <p:sldMasterId id="214748374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Roboto Black"/>
      <p:bold r:id="rId26"/>
      <p:boldItalic r:id="rId27"/>
    </p:embeddedFont>
    <p:embeddedFont>
      <p:font typeface="Roboto"/>
      <p:regular r:id="rId28"/>
      <p:bold r:id="rId29"/>
      <p:italic r:id="rId30"/>
      <p:boldItalic r:id="rId31"/>
    </p:embeddedFont>
    <p:embeddedFont>
      <p:font typeface="Roboto Medium"/>
      <p:regular r:id="rId32"/>
      <p:bold r:id="rId33"/>
      <p:italic r:id="rId34"/>
      <p:boldItalic r:id="rId35"/>
    </p:embeddedFont>
    <p:embeddedFont>
      <p:font typeface="Inconsolata"/>
      <p:regular r:id="rId36"/>
      <p:bold r:id="rId37"/>
    </p:embeddedFont>
    <p:embeddedFont>
      <p:font typeface="Pangolin"/>
      <p:regular r:id="rId38"/>
    </p:embeddedFont>
    <p:embeddedFont>
      <p:font typeface="Loved by the King"/>
      <p:regular r:id="rId39"/>
    </p:embeddedFont>
    <p:embeddedFont>
      <p:font typeface="Give You Glory"/>
      <p:regular r:id="rId40"/>
    </p:embeddedFont>
    <p:embeddedFont>
      <p:font typeface="McLaren"/>
      <p:regular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GiveYouGlory-regular.fntdata"/><Relationship Id="rId41" Type="http://schemas.openxmlformats.org/officeDocument/2006/relationships/font" Target="fonts/McLaren-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Italic.fntdata"/><Relationship Id="rId30" Type="http://schemas.openxmlformats.org/officeDocument/2006/relationships/font" Target="fonts/Roboto-italic.fntdata"/><Relationship Id="rId33" Type="http://schemas.openxmlformats.org/officeDocument/2006/relationships/font" Target="fonts/RobotoMedium-bold.fntdata"/><Relationship Id="rId32" Type="http://schemas.openxmlformats.org/officeDocument/2006/relationships/font" Target="fonts/RobotoMedium-regular.fntdata"/><Relationship Id="rId35" Type="http://schemas.openxmlformats.org/officeDocument/2006/relationships/font" Target="fonts/RobotoMedium-boldItalic.fntdata"/><Relationship Id="rId34" Type="http://schemas.openxmlformats.org/officeDocument/2006/relationships/font" Target="fonts/RobotoMedium-italic.fntdata"/><Relationship Id="rId37" Type="http://schemas.openxmlformats.org/officeDocument/2006/relationships/font" Target="fonts/Inconsolata-bold.fntdata"/><Relationship Id="rId36" Type="http://schemas.openxmlformats.org/officeDocument/2006/relationships/font" Target="fonts/Inconsolata-regular.fntdata"/><Relationship Id="rId39" Type="http://schemas.openxmlformats.org/officeDocument/2006/relationships/font" Target="fonts/LovedbytheKing-regular.fntdata"/><Relationship Id="rId38" Type="http://schemas.openxmlformats.org/officeDocument/2006/relationships/font" Target="fonts/Pangolin-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font" Target="fonts/RobotoBlack-bold.fntdata"/><Relationship Id="rId25" Type="http://schemas.openxmlformats.org/officeDocument/2006/relationships/slide" Target="slides/slide19.xml"/><Relationship Id="rId28" Type="http://schemas.openxmlformats.org/officeDocument/2006/relationships/font" Target="fonts/Roboto-regular.fntdata"/><Relationship Id="rId27" Type="http://schemas.openxmlformats.org/officeDocument/2006/relationships/font" Target="fonts/RobotoBlack-boldItalic.fntdata"/><Relationship Id="rId29" Type="http://schemas.openxmlformats.org/officeDocument/2006/relationships/font" Target="fonts/Roboto-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c815cf2f22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c815cf2f22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a:solidFill>
                <a:schemeClr val="dk1"/>
              </a:solidFill>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c927cb99cb_0_14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3c927cb99cb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69694836b9_0_1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369694836b9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c939e0c5e9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c939e0c5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c939e0c5e9_0_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3c939e0c5e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69694836b9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369694836b9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c815cf2f22_0_1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c815cf2f22_0_1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c815cf2f22_0_1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3c815cf2f22_0_1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c815cf2f22_0_1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3c815cf2f22_0_1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c815cf2f22_0_1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3c815cf2f22_0_1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c815cf2f22_0_1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3c815cf2f22_0_1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c815cf2f22_0_1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3c815cf2f22_0_1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c815cf2f22_0_109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3c815cf2f22_0_10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69694836b9_0_1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369694836b9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c815cf2f22_0_11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3c815cf2f22_0_1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c815cf2f22_0_11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3c815cf2f22_0_1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c815cf2f22_0_115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4" name="Google Shape;794;g3c815cf2f22_0_1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3c815cf2f22_0_116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3c815cf2f22_0_1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69694836b9_0_1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69694836b9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1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26.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8.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0.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2745450" y="1197750"/>
            <a:ext cx="3434100" cy="27480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1pPr>
            <a:lvl2pPr lvl="1"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2pPr>
            <a:lvl3pPr lvl="2"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3pPr>
            <a:lvl4pPr lvl="3"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4pPr>
            <a:lvl5pPr lvl="4"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5pPr>
            <a:lvl6pPr lvl="5"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6pPr>
            <a:lvl7pPr lvl="6"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7pPr>
            <a:lvl8pPr lvl="7"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8pPr>
            <a:lvl9pPr lvl="8" algn="ctr">
              <a:spcBef>
                <a:spcPts val="0"/>
              </a:spcBef>
              <a:spcAft>
                <a:spcPts val="0"/>
              </a:spcAft>
              <a:buClr>
                <a:srgbClr val="0B5394"/>
              </a:buClr>
              <a:buSzPts val="3600"/>
              <a:buFont typeface="Pangolin"/>
              <a:buNone/>
              <a:defRPr sz="3600">
                <a:solidFill>
                  <a:srgbClr val="0B5394"/>
                </a:solidFill>
                <a:latin typeface="Pangolin"/>
                <a:ea typeface="Pangolin"/>
                <a:cs typeface="Pangolin"/>
                <a:sym typeface="Pangolin"/>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3"/>
          <p:cNvSpPr txBox="1"/>
          <p:nvPr>
            <p:ph type="ctrTitle"/>
          </p:nvPr>
        </p:nvSpPr>
        <p:spPr>
          <a:xfrm>
            <a:off x="2703525" y="1735750"/>
            <a:ext cx="3486300" cy="11598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1pPr>
            <a:lvl2pPr lvl="1"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2pPr>
            <a:lvl3pPr lvl="2"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3pPr>
            <a:lvl4pPr lvl="3"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4pPr>
            <a:lvl5pPr lvl="4"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5pPr>
            <a:lvl6pPr lvl="5"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6pPr>
            <a:lvl7pPr lvl="6"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7pPr>
            <a:lvl8pPr lvl="7"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8pPr>
            <a:lvl9pPr lvl="8" algn="ctr">
              <a:spcBef>
                <a:spcPts val="0"/>
              </a:spcBef>
              <a:spcAft>
                <a:spcPts val="0"/>
              </a:spcAft>
              <a:buClr>
                <a:srgbClr val="0B5394"/>
              </a:buClr>
              <a:buSzPts val="3000"/>
              <a:buFont typeface="Pangolin"/>
              <a:buNone/>
              <a:defRPr sz="3000">
                <a:solidFill>
                  <a:srgbClr val="0B5394"/>
                </a:solidFill>
                <a:latin typeface="Pangolin"/>
                <a:ea typeface="Pangolin"/>
                <a:cs typeface="Pangolin"/>
                <a:sym typeface="Pangolin"/>
              </a:defRPr>
            </a:lvl9pPr>
          </a:lstStyle>
          <a:p/>
        </p:txBody>
      </p:sp>
      <p:sp>
        <p:nvSpPr>
          <p:cNvPr id="13" name="Google Shape;13;p3"/>
          <p:cNvSpPr txBox="1"/>
          <p:nvPr>
            <p:ph idx="1" type="subTitle"/>
          </p:nvPr>
        </p:nvSpPr>
        <p:spPr>
          <a:xfrm>
            <a:off x="2703525" y="2763852"/>
            <a:ext cx="3486300" cy="7848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434343"/>
              </a:buClr>
              <a:buSzPts val="1400"/>
              <a:buFont typeface="Inconsolata"/>
              <a:buNone/>
              <a:defRPr>
                <a:solidFill>
                  <a:srgbClr val="434343"/>
                </a:solidFill>
                <a:latin typeface="Inconsolata"/>
                <a:ea typeface="Inconsolata"/>
                <a:cs typeface="Inconsolata"/>
                <a:sym typeface="Inconsolata"/>
              </a:defRPr>
            </a:lvl1pPr>
            <a:lvl2pPr lvl="1"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2pPr>
            <a:lvl3pPr lvl="2"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3pPr>
            <a:lvl4pPr lvl="3"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4pPr>
            <a:lvl5pPr lvl="4"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5pPr>
            <a:lvl6pPr lvl="5"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6pPr>
            <a:lvl7pPr lvl="6"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7pPr>
            <a:lvl8pPr lvl="7"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8pPr>
            <a:lvl9pPr lvl="8" algn="ctr">
              <a:spcBef>
                <a:spcPts val="0"/>
              </a:spcBef>
              <a:spcAft>
                <a:spcPts val="0"/>
              </a:spcAft>
              <a:buClr>
                <a:srgbClr val="434343"/>
              </a:buClr>
              <a:buSzPts val="3000"/>
              <a:buFont typeface="Inconsolata"/>
              <a:buNone/>
              <a:defRPr sz="3000">
                <a:solidFill>
                  <a:srgbClr val="434343"/>
                </a:solidFill>
                <a:latin typeface="Inconsolata"/>
                <a:ea typeface="Inconsolata"/>
                <a:cs typeface="Inconsolata"/>
                <a:sym typeface="Inconsolata"/>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4"/>
          <p:cNvSpPr txBox="1"/>
          <p:nvPr>
            <p:ph idx="1" type="body"/>
          </p:nvPr>
        </p:nvSpPr>
        <p:spPr>
          <a:xfrm>
            <a:off x="962850" y="876850"/>
            <a:ext cx="4955700" cy="819900"/>
          </a:xfrm>
          <a:prstGeom prst="rect">
            <a:avLst/>
          </a:prstGeom>
        </p:spPr>
        <p:txBody>
          <a:bodyPr anchorCtr="0" anchor="t" bIns="91425" lIns="91425" spcFirstLastPara="1" rIns="91425" wrap="square" tIns="91425">
            <a:noAutofit/>
          </a:bodyPr>
          <a:lstStyle>
            <a:lvl1pPr indent="-419100" lvl="0" marL="457200">
              <a:lnSpc>
                <a:spcPct val="130000"/>
              </a:lnSpc>
              <a:spcBef>
                <a:spcPts val="0"/>
              </a:spcBef>
              <a:spcAft>
                <a:spcPts val="0"/>
              </a:spcAft>
              <a:buSzPts val="3000"/>
              <a:buChar char="✗"/>
              <a:defRPr i="1" sz="3000"/>
            </a:lvl1pPr>
            <a:lvl2pPr indent="-419100" lvl="1" marL="914400">
              <a:lnSpc>
                <a:spcPct val="130000"/>
              </a:lnSpc>
              <a:spcBef>
                <a:spcPts val="0"/>
              </a:spcBef>
              <a:spcAft>
                <a:spcPts val="0"/>
              </a:spcAft>
              <a:buSzPts val="3000"/>
              <a:buChar char="✗"/>
              <a:defRPr i="1" sz="3000"/>
            </a:lvl2pPr>
            <a:lvl3pPr indent="-419100" lvl="2" marL="1371600">
              <a:lnSpc>
                <a:spcPct val="130000"/>
              </a:lnSpc>
              <a:spcBef>
                <a:spcPts val="0"/>
              </a:spcBef>
              <a:spcAft>
                <a:spcPts val="0"/>
              </a:spcAft>
              <a:buSzPts val="3000"/>
              <a:buChar char="✗"/>
              <a:defRPr i="1" sz="3000"/>
            </a:lvl3pPr>
            <a:lvl4pPr indent="-419100" lvl="3" marL="1828800">
              <a:lnSpc>
                <a:spcPct val="130000"/>
              </a:lnSpc>
              <a:spcBef>
                <a:spcPts val="0"/>
              </a:spcBef>
              <a:spcAft>
                <a:spcPts val="0"/>
              </a:spcAft>
              <a:buSzPts val="3000"/>
              <a:buChar char="✗"/>
              <a:defRPr i="1" sz="3000"/>
            </a:lvl4pPr>
            <a:lvl5pPr indent="-419100" lvl="4" marL="2286000">
              <a:lnSpc>
                <a:spcPct val="130000"/>
              </a:lnSpc>
              <a:spcBef>
                <a:spcPts val="0"/>
              </a:spcBef>
              <a:spcAft>
                <a:spcPts val="0"/>
              </a:spcAft>
              <a:buSzPts val="3000"/>
              <a:buChar char="✗"/>
              <a:defRPr i="1" sz="3000"/>
            </a:lvl5pPr>
            <a:lvl6pPr indent="-419100" lvl="5" marL="2743200">
              <a:lnSpc>
                <a:spcPct val="130000"/>
              </a:lnSpc>
              <a:spcBef>
                <a:spcPts val="0"/>
              </a:spcBef>
              <a:spcAft>
                <a:spcPts val="0"/>
              </a:spcAft>
              <a:buSzPts val="3000"/>
              <a:buChar char="✗"/>
              <a:defRPr i="1" sz="3000"/>
            </a:lvl6pPr>
            <a:lvl7pPr indent="-419100" lvl="6" marL="3200400">
              <a:lnSpc>
                <a:spcPct val="130000"/>
              </a:lnSpc>
              <a:spcBef>
                <a:spcPts val="0"/>
              </a:spcBef>
              <a:spcAft>
                <a:spcPts val="0"/>
              </a:spcAft>
              <a:buSzPts val="3000"/>
              <a:buChar char="✗"/>
              <a:defRPr i="1" sz="3000"/>
            </a:lvl7pPr>
            <a:lvl8pPr indent="-419100" lvl="7" marL="3657600">
              <a:lnSpc>
                <a:spcPct val="130000"/>
              </a:lnSpc>
              <a:spcBef>
                <a:spcPts val="0"/>
              </a:spcBef>
              <a:spcAft>
                <a:spcPts val="0"/>
              </a:spcAft>
              <a:buSzPts val="3000"/>
              <a:buChar char="✗"/>
              <a:defRPr i="1" sz="3000"/>
            </a:lvl8pPr>
            <a:lvl9pPr indent="-419100" lvl="8" marL="4114800">
              <a:lnSpc>
                <a:spcPct val="130000"/>
              </a:lnSpc>
              <a:spcBef>
                <a:spcPts val="0"/>
              </a:spcBef>
              <a:spcAft>
                <a:spcPts val="0"/>
              </a:spcAft>
              <a:buSzPts val="3000"/>
              <a:buChar char="✗"/>
              <a:defRPr i="1" sz="3000"/>
            </a:lvl9pPr>
          </a:lstStyle>
          <a:p/>
        </p:txBody>
      </p:sp>
      <p:sp>
        <p:nvSpPr>
          <p:cNvPr id="16" name="Google Shape;16;p4"/>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5"/>
          <p:cNvSpPr txBox="1"/>
          <p:nvPr>
            <p:ph type="title"/>
          </p:nvPr>
        </p:nvSpPr>
        <p:spPr>
          <a:xfrm>
            <a:off x="866375" y="358385"/>
            <a:ext cx="56262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866375" y="1304543"/>
            <a:ext cx="5626200" cy="3063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0" name="Google Shape;20;p5"/>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 image">
  <p:cSld name="TITLE_AND_BODY_1">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6"/>
          <p:cNvSpPr txBox="1"/>
          <p:nvPr>
            <p:ph type="title"/>
          </p:nvPr>
        </p:nvSpPr>
        <p:spPr>
          <a:xfrm>
            <a:off x="866375" y="642310"/>
            <a:ext cx="3966600" cy="8574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 name="Google Shape;23;p6"/>
          <p:cNvSpPr txBox="1"/>
          <p:nvPr>
            <p:ph idx="1" type="body"/>
          </p:nvPr>
        </p:nvSpPr>
        <p:spPr>
          <a:xfrm>
            <a:off x="866375" y="1609350"/>
            <a:ext cx="3966600" cy="2833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4" name="Google Shape;24;p6"/>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bg>
      <p:bgPr>
        <a:blipFill>
          <a:blip r:embed="rId2">
            <a:alphaModFix/>
          </a:blip>
          <a:stretch>
            <a:fillRect/>
          </a:stretch>
        </a:blipFill>
      </p:bgPr>
    </p:bg>
    <p:spTree>
      <p:nvGrpSpPr>
        <p:cNvPr id="25" name="Shape 25"/>
        <p:cNvGrpSpPr/>
        <p:nvPr/>
      </p:nvGrpSpPr>
      <p:grpSpPr>
        <a:xfrm>
          <a:off x="0" y="0"/>
          <a:ext cx="0" cy="0"/>
          <a:chOff x="0" y="0"/>
          <a:chExt cx="0" cy="0"/>
        </a:xfrm>
      </p:grpSpPr>
      <p:sp>
        <p:nvSpPr>
          <p:cNvPr id="26" name="Google Shape;26;p7"/>
          <p:cNvSpPr txBox="1"/>
          <p:nvPr>
            <p:ph type="title"/>
          </p:nvPr>
        </p:nvSpPr>
        <p:spPr>
          <a:xfrm>
            <a:off x="866375" y="358385"/>
            <a:ext cx="56262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7"/>
          <p:cNvSpPr txBox="1"/>
          <p:nvPr>
            <p:ph idx="1" type="body"/>
          </p:nvPr>
        </p:nvSpPr>
        <p:spPr>
          <a:xfrm>
            <a:off x="866375" y="1310800"/>
            <a:ext cx="2730900" cy="3042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8" name="Google Shape;28;p7"/>
          <p:cNvSpPr txBox="1"/>
          <p:nvPr>
            <p:ph idx="2" type="body"/>
          </p:nvPr>
        </p:nvSpPr>
        <p:spPr>
          <a:xfrm>
            <a:off x="3761704" y="1310800"/>
            <a:ext cx="2730900" cy="3042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9" name="Google Shape;29;p7"/>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8"/>
          <p:cNvSpPr txBox="1"/>
          <p:nvPr>
            <p:ph type="title"/>
          </p:nvPr>
        </p:nvSpPr>
        <p:spPr>
          <a:xfrm>
            <a:off x="866375" y="358375"/>
            <a:ext cx="75678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8"/>
          <p:cNvSpPr txBox="1"/>
          <p:nvPr>
            <p:ph idx="1" type="body"/>
          </p:nvPr>
        </p:nvSpPr>
        <p:spPr>
          <a:xfrm>
            <a:off x="866375" y="1331673"/>
            <a:ext cx="2439300" cy="3152700"/>
          </a:xfrm>
          <a:prstGeom prst="rect">
            <a:avLst/>
          </a:prstGeom>
        </p:spPr>
        <p:txBody>
          <a:bodyPr anchorCtr="0" anchor="t" bIns="91425" lIns="91425" spcFirstLastPara="1" rIns="91425" wrap="square" tIns="91425">
            <a:noAutofit/>
          </a:bodyPr>
          <a:lstStyle>
            <a:lvl1pPr indent="-330200" lvl="0" marL="457200">
              <a:lnSpc>
                <a:spcPct val="120000"/>
              </a:lnSpc>
              <a:spcBef>
                <a:spcPts val="0"/>
              </a:spcBef>
              <a:spcAft>
                <a:spcPts val="0"/>
              </a:spcAft>
              <a:buSzPts val="1600"/>
              <a:buChar char="✗"/>
              <a:defRPr sz="1600"/>
            </a:lvl1pPr>
            <a:lvl2pPr indent="-330200" lvl="1" marL="914400">
              <a:lnSpc>
                <a:spcPct val="120000"/>
              </a:lnSpc>
              <a:spcBef>
                <a:spcPts val="0"/>
              </a:spcBef>
              <a:spcAft>
                <a:spcPts val="0"/>
              </a:spcAft>
              <a:buSzPts val="1600"/>
              <a:buChar char="✗"/>
              <a:defRPr sz="1600"/>
            </a:lvl2pPr>
            <a:lvl3pPr indent="-330200" lvl="2" marL="1371600">
              <a:lnSpc>
                <a:spcPct val="120000"/>
              </a:lnSpc>
              <a:spcBef>
                <a:spcPts val="0"/>
              </a:spcBef>
              <a:spcAft>
                <a:spcPts val="0"/>
              </a:spcAft>
              <a:buSzPts val="1600"/>
              <a:buChar char="✗"/>
              <a:defRPr sz="1600"/>
            </a:lvl3pPr>
            <a:lvl4pPr indent="-330200" lvl="3" marL="1828800">
              <a:lnSpc>
                <a:spcPct val="120000"/>
              </a:lnSpc>
              <a:spcBef>
                <a:spcPts val="0"/>
              </a:spcBef>
              <a:spcAft>
                <a:spcPts val="0"/>
              </a:spcAft>
              <a:buSzPts val="1600"/>
              <a:buChar char="✗"/>
              <a:defRPr sz="1600"/>
            </a:lvl4pPr>
            <a:lvl5pPr indent="-330200" lvl="4" marL="2286000">
              <a:lnSpc>
                <a:spcPct val="120000"/>
              </a:lnSpc>
              <a:spcBef>
                <a:spcPts val="0"/>
              </a:spcBef>
              <a:spcAft>
                <a:spcPts val="0"/>
              </a:spcAft>
              <a:buSzPts val="1600"/>
              <a:buChar char="✗"/>
              <a:defRPr sz="1600"/>
            </a:lvl5pPr>
            <a:lvl6pPr indent="-330200" lvl="5" marL="2743200">
              <a:lnSpc>
                <a:spcPct val="120000"/>
              </a:lnSpc>
              <a:spcBef>
                <a:spcPts val="0"/>
              </a:spcBef>
              <a:spcAft>
                <a:spcPts val="0"/>
              </a:spcAft>
              <a:buSzPts val="1600"/>
              <a:buChar char="✗"/>
              <a:defRPr sz="1600"/>
            </a:lvl6pPr>
            <a:lvl7pPr indent="-330200" lvl="6" marL="3200400">
              <a:lnSpc>
                <a:spcPct val="120000"/>
              </a:lnSpc>
              <a:spcBef>
                <a:spcPts val="0"/>
              </a:spcBef>
              <a:spcAft>
                <a:spcPts val="0"/>
              </a:spcAft>
              <a:buSzPts val="1600"/>
              <a:buChar char="✗"/>
              <a:defRPr sz="1600"/>
            </a:lvl7pPr>
            <a:lvl8pPr indent="-330200" lvl="7" marL="3657600">
              <a:lnSpc>
                <a:spcPct val="120000"/>
              </a:lnSpc>
              <a:spcBef>
                <a:spcPts val="0"/>
              </a:spcBef>
              <a:spcAft>
                <a:spcPts val="0"/>
              </a:spcAft>
              <a:buSzPts val="1600"/>
              <a:buChar char="✗"/>
              <a:defRPr sz="1600"/>
            </a:lvl8pPr>
            <a:lvl9pPr indent="-330200" lvl="8" marL="4114800">
              <a:lnSpc>
                <a:spcPct val="120000"/>
              </a:lnSpc>
              <a:spcBef>
                <a:spcPts val="0"/>
              </a:spcBef>
              <a:spcAft>
                <a:spcPts val="0"/>
              </a:spcAft>
              <a:buSzPts val="1600"/>
              <a:buChar char="✗"/>
              <a:defRPr sz="1600"/>
            </a:lvl9pPr>
          </a:lstStyle>
          <a:p/>
        </p:txBody>
      </p:sp>
      <p:sp>
        <p:nvSpPr>
          <p:cNvPr id="33" name="Google Shape;33;p8"/>
          <p:cNvSpPr txBox="1"/>
          <p:nvPr>
            <p:ph idx="2" type="body"/>
          </p:nvPr>
        </p:nvSpPr>
        <p:spPr>
          <a:xfrm>
            <a:off x="3430687" y="1331673"/>
            <a:ext cx="2439300" cy="3152700"/>
          </a:xfrm>
          <a:prstGeom prst="rect">
            <a:avLst/>
          </a:prstGeom>
        </p:spPr>
        <p:txBody>
          <a:bodyPr anchorCtr="0" anchor="t" bIns="91425" lIns="91425" spcFirstLastPara="1" rIns="91425" wrap="square" tIns="91425">
            <a:noAutofit/>
          </a:bodyPr>
          <a:lstStyle>
            <a:lvl1pPr indent="-330200" lvl="0" marL="457200">
              <a:lnSpc>
                <a:spcPct val="120000"/>
              </a:lnSpc>
              <a:spcBef>
                <a:spcPts val="0"/>
              </a:spcBef>
              <a:spcAft>
                <a:spcPts val="0"/>
              </a:spcAft>
              <a:buSzPts val="1600"/>
              <a:buChar char="✗"/>
              <a:defRPr sz="1600"/>
            </a:lvl1pPr>
            <a:lvl2pPr indent="-330200" lvl="1" marL="914400">
              <a:lnSpc>
                <a:spcPct val="120000"/>
              </a:lnSpc>
              <a:spcBef>
                <a:spcPts val="0"/>
              </a:spcBef>
              <a:spcAft>
                <a:spcPts val="0"/>
              </a:spcAft>
              <a:buSzPts val="1600"/>
              <a:buChar char="✗"/>
              <a:defRPr sz="1600"/>
            </a:lvl2pPr>
            <a:lvl3pPr indent="-330200" lvl="2" marL="1371600">
              <a:lnSpc>
                <a:spcPct val="120000"/>
              </a:lnSpc>
              <a:spcBef>
                <a:spcPts val="0"/>
              </a:spcBef>
              <a:spcAft>
                <a:spcPts val="0"/>
              </a:spcAft>
              <a:buSzPts val="1600"/>
              <a:buChar char="✗"/>
              <a:defRPr sz="1600"/>
            </a:lvl3pPr>
            <a:lvl4pPr indent="-330200" lvl="3" marL="1828800">
              <a:lnSpc>
                <a:spcPct val="120000"/>
              </a:lnSpc>
              <a:spcBef>
                <a:spcPts val="0"/>
              </a:spcBef>
              <a:spcAft>
                <a:spcPts val="0"/>
              </a:spcAft>
              <a:buSzPts val="1600"/>
              <a:buChar char="✗"/>
              <a:defRPr sz="1600"/>
            </a:lvl4pPr>
            <a:lvl5pPr indent="-330200" lvl="4" marL="2286000">
              <a:lnSpc>
                <a:spcPct val="120000"/>
              </a:lnSpc>
              <a:spcBef>
                <a:spcPts val="0"/>
              </a:spcBef>
              <a:spcAft>
                <a:spcPts val="0"/>
              </a:spcAft>
              <a:buSzPts val="1600"/>
              <a:buChar char="✗"/>
              <a:defRPr sz="1600"/>
            </a:lvl5pPr>
            <a:lvl6pPr indent="-330200" lvl="5" marL="2743200">
              <a:lnSpc>
                <a:spcPct val="120000"/>
              </a:lnSpc>
              <a:spcBef>
                <a:spcPts val="0"/>
              </a:spcBef>
              <a:spcAft>
                <a:spcPts val="0"/>
              </a:spcAft>
              <a:buSzPts val="1600"/>
              <a:buChar char="✗"/>
              <a:defRPr sz="1600"/>
            </a:lvl6pPr>
            <a:lvl7pPr indent="-330200" lvl="6" marL="3200400">
              <a:lnSpc>
                <a:spcPct val="120000"/>
              </a:lnSpc>
              <a:spcBef>
                <a:spcPts val="0"/>
              </a:spcBef>
              <a:spcAft>
                <a:spcPts val="0"/>
              </a:spcAft>
              <a:buSzPts val="1600"/>
              <a:buChar char="✗"/>
              <a:defRPr sz="1600"/>
            </a:lvl7pPr>
            <a:lvl8pPr indent="-330200" lvl="7" marL="3657600">
              <a:lnSpc>
                <a:spcPct val="120000"/>
              </a:lnSpc>
              <a:spcBef>
                <a:spcPts val="0"/>
              </a:spcBef>
              <a:spcAft>
                <a:spcPts val="0"/>
              </a:spcAft>
              <a:buSzPts val="1600"/>
              <a:buChar char="✗"/>
              <a:defRPr sz="1600"/>
            </a:lvl8pPr>
            <a:lvl9pPr indent="-330200" lvl="8" marL="4114800">
              <a:lnSpc>
                <a:spcPct val="120000"/>
              </a:lnSpc>
              <a:spcBef>
                <a:spcPts val="0"/>
              </a:spcBef>
              <a:spcAft>
                <a:spcPts val="0"/>
              </a:spcAft>
              <a:buSzPts val="1600"/>
              <a:buChar char="✗"/>
              <a:defRPr sz="1600"/>
            </a:lvl9pPr>
          </a:lstStyle>
          <a:p/>
        </p:txBody>
      </p:sp>
      <p:sp>
        <p:nvSpPr>
          <p:cNvPr id="34" name="Google Shape;34;p8"/>
          <p:cNvSpPr txBox="1"/>
          <p:nvPr>
            <p:ph idx="3" type="body"/>
          </p:nvPr>
        </p:nvSpPr>
        <p:spPr>
          <a:xfrm>
            <a:off x="5994999" y="1331673"/>
            <a:ext cx="2439300" cy="3152700"/>
          </a:xfrm>
          <a:prstGeom prst="rect">
            <a:avLst/>
          </a:prstGeom>
        </p:spPr>
        <p:txBody>
          <a:bodyPr anchorCtr="0" anchor="t" bIns="91425" lIns="91425" spcFirstLastPara="1" rIns="91425" wrap="square" tIns="91425">
            <a:noAutofit/>
          </a:bodyPr>
          <a:lstStyle>
            <a:lvl1pPr indent="-330200" lvl="0" marL="457200">
              <a:lnSpc>
                <a:spcPct val="120000"/>
              </a:lnSpc>
              <a:spcBef>
                <a:spcPts val="0"/>
              </a:spcBef>
              <a:spcAft>
                <a:spcPts val="0"/>
              </a:spcAft>
              <a:buSzPts val="1600"/>
              <a:buChar char="✗"/>
              <a:defRPr sz="1600"/>
            </a:lvl1pPr>
            <a:lvl2pPr indent="-330200" lvl="1" marL="914400">
              <a:lnSpc>
                <a:spcPct val="120000"/>
              </a:lnSpc>
              <a:spcBef>
                <a:spcPts val="0"/>
              </a:spcBef>
              <a:spcAft>
                <a:spcPts val="0"/>
              </a:spcAft>
              <a:buSzPts val="1600"/>
              <a:buChar char="✗"/>
              <a:defRPr sz="1600"/>
            </a:lvl2pPr>
            <a:lvl3pPr indent="-330200" lvl="2" marL="1371600">
              <a:lnSpc>
                <a:spcPct val="120000"/>
              </a:lnSpc>
              <a:spcBef>
                <a:spcPts val="0"/>
              </a:spcBef>
              <a:spcAft>
                <a:spcPts val="0"/>
              </a:spcAft>
              <a:buSzPts val="1600"/>
              <a:buChar char="✗"/>
              <a:defRPr sz="1600"/>
            </a:lvl3pPr>
            <a:lvl4pPr indent="-330200" lvl="3" marL="1828800">
              <a:lnSpc>
                <a:spcPct val="120000"/>
              </a:lnSpc>
              <a:spcBef>
                <a:spcPts val="0"/>
              </a:spcBef>
              <a:spcAft>
                <a:spcPts val="0"/>
              </a:spcAft>
              <a:buSzPts val="1600"/>
              <a:buChar char="✗"/>
              <a:defRPr sz="1600"/>
            </a:lvl4pPr>
            <a:lvl5pPr indent="-330200" lvl="4" marL="2286000">
              <a:lnSpc>
                <a:spcPct val="120000"/>
              </a:lnSpc>
              <a:spcBef>
                <a:spcPts val="0"/>
              </a:spcBef>
              <a:spcAft>
                <a:spcPts val="0"/>
              </a:spcAft>
              <a:buSzPts val="1600"/>
              <a:buChar char="✗"/>
              <a:defRPr sz="1600"/>
            </a:lvl5pPr>
            <a:lvl6pPr indent="-330200" lvl="5" marL="2743200">
              <a:lnSpc>
                <a:spcPct val="120000"/>
              </a:lnSpc>
              <a:spcBef>
                <a:spcPts val="0"/>
              </a:spcBef>
              <a:spcAft>
                <a:spcPts val="0"/>
              </a:spcAft>
              <a:buSzPts val="1600"/>
              <a:buChar char="✗"/>
              <a:defRPr sz="1600"/>
            </a:lvl6pPr>
            <a:lvl7pPr indent="-330200" lvl="6" marL="3200400">
              <a:lnSpc>
                <a:spcPct val="120000"/>
              </a:lnSpc>
              <a:spcBef>
                <a:spcPts val="0"/>
              </a:spcBef>
              <a:spcAft>
                <a:spcPts val="0"/>
              </a:spcAft>
              <a:buSzPts val="1600"/>
              <a:buChar char="✗"/>
              <a:defRPr sz="1600"/>
            </a:lvl7pPr>
            <a:lvl8pPr indent="-330200" lvl="7" marL="3657600">
              <a:lnSpc>
                <a:spcPct val="120000"/>
              </a:lnSpc>
              <a:spcBef>
                <a:spcPts val="0"/>
              </a:spcBef>
              <a:spcAft>
                <a:spcPts val="0"/>
              </a:spcAft>
              <a:buSzPts val="1600"/>
              <a:buChar char="✗"/>
              <a:defRPr sz="1600"/>
            </a:lvl8pPr>
            <a:lvl9pPr indent="-330200" lvl="8" marL="4114800">
              <a:lnSpc>
                <a:spcPct val="120000"/>
              </a:lnSpc>
              <a:spcBef>
                <a:spcPts val="0"/>
              </a:spcBef>
              <a:spcAft>
                <a:spcPts val="0"/>
              </a:spcAft>
              <a:buSzPts val="1600"/>
              <a:buChar char="✗"/>
              <a:defRPr sz="1600"/>
            </a:lvl9pPr>
          </a:lstStyle>
          <a:p/>
        </p:txBody>
      </p:sp>
      <p:sp>
        <p:nvSpPr>
          <p:cNvPr id="35" name="Google Shape;35;p8"/>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9"/>
          <p:cNvSpPr txBox="1"/>
          <p:nvPr>
            <p:ph type="title"/>
          </p:nvPr>
        </p:nvSpPr>
        <p:spPr>
          <a:xfrm>
            <a:off x="866375" y="358385"/>
            <a:ext cx="5626200" cy="857400"/>
          </a:xfrm>
          <a:prstGeom prst="rect">
            <a:avLst/>
          </a:prstGeom>
        </p:spPr>
        <p:txBody>
          <a:bodyPr anchorCtr="0" anchor="b"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 name="Google Shape;38;p9"/>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39" name="Shape 39"/>
        <p:cNvGrpSpPr/>
        <p:nvPr/>
      </p:nvGrpSpPr>
      <p:grpSpPr>
        <a:xfrm>
          <a:off x="0" y="0"/>
          <a:ext cx="0" cy="0"/>
          <a:chOff x="0" y="0"/>
          <a:chExt cx="0" cy="0"/>
        </a:xfrm>
      </p:grpSpPr>
      <p:sp>
        <p:nvSpPr>
          <p:cNvPr id="40" name="Google Shape;40;p10"/>
          <p:cNvSpPr txBox="1"/>
          <p:nvPr>
            <p:ph idx="1" type="body"/>
          </p:nvPr>
        </p:nvSpPr>
        <p:spPr>
          <a:xfrm>
            <a:off x="924850" y="3872900"/>
            <a:ext cx="7599000" cy="519600"/>
          </a:xfrm>
          <a:prstGeom prst="rect">
            <a:avLst/>
          </a:prstGeom>
        </p:spPr>
        <p:txBody>
          <a:bodyPr anchorCtr="0" anchor="t" bIns="91425" lIns="91425" spcFirstLastPara="1" rIns="91425" wrap="square" tIns="91425">
            <a:noAutofit/>
          </a:bodyPr>
          <a:lstStyle>
            <a:lvl1pPr indent="-228600" lvl="0" marL="457200" algn="ctr">
              <a:spcBef>
                <a:spcPts val="360"/>
              </a:spcBef>
              <a:spcAft>
                <a:spcPts val="0"/>
              </a:spcAft>
              <a:buSzPts val="1800"/>
              <a:buNone/>
              <a:defRPr sz="1800"/>
            </a:lvl1pPr>
          </a:lstStyle>
          <a:p/>
        </p:txBody>
      </p:sp>
      <p:sp>
        <p:nvSpPr>
          <p:cNvPr id="41" name="Google Shape;41;p10"/>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olaroid" type="blank">
  <p:cSld name="BLANK">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11"/>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ostit">
  <p:cSld name="BLANK_1">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12"/>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ig postit">
  <p:cSld name="BLANK_1_2">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13"/>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_2_1">
    <p:bg>
      <p:bgPr>
        <a:blipFill>
          <a:blip r:embed="rId2">
            <a:alphaModFix/>
          </a:blip>
          <a:stretch>
            <a:fillRect/>
          </a:stretch>
        </a:blipFill>
      </p:bgPr>
    </p:bg>
    <p:spTree>
      <p:nvGrpSpPr>
        <p:cNvPr id="48" name="Shape 48"/>
        <p:cNvGrpSpPr/>
        <p:nvPr/>
      </p:nvGrpSpPr>
      <p:grpSpPr>
        <a:xfrm>
          <a:off x="0" y="0"/>
          <a:ext cx="0" cy="0"/>
          <a:chOff x="0" y="0"/>
          <a:chExt cx="0" cy="0"/>
        </a:xfrm>
      </p:grpSpPr>
      <p:sp>
        <p:nvSpPr>
          <p:cNvPr id="49" name="Google Shape;49;p14"/>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background">
  <p:cSld name="BLANK_1_1">
    <p:bg>
      <p:bgPr>
        <a:noFill/>
      </p:bgPr>
    </p:bg>
    <p:spTree>
      <p:nvGrpSpPr>
        <p:cNvPr id="50" name="Shape 50"/>
        <p:cNvGrpSpPr/>
        <p:nvPr/>
      </p:nvGrpSpPr>
      <p:grpSpPr>
        <a:xfrm>
          <a:off x="0" y="0"/>
          <a:ext cx="0" cy="0"/>
          <a:chOff x="0" y="0"/>
          <a:chExt cx="0" cy="0"/>
        </a:xfrm>
      </p:grpSpPr>
      <p:pic>
        <p:nvPicPr>
          <p:cNvPr descr="notepad4.png" id="51" name="Google Shape;51;p15"/>
          <p:cNvPicPr preferRelativeResize="0"/>
          <p:nvPr/>
        </p:nvPicPr>
        <p:blipFill>
          <a:blip r:embed="rId2">
            <a:alphaModFix/>
          </a:blip>
          <a:stretch>
            <a:fillRect/>
          </a:stretch>
        </p:blipFill>
        <p:spPr>
          <a:xfrm>
            <a:off x="0" y="0"/>
            <a:ext cx="9144000" cy="5143516"/>
          </a:xfrm>
          <a:prstGeom prst="rect">
            <a:avLst/>
          </a:prstGeom>
          <a:noFill/>
          <a:ln>
            <a:noFill/>
          </a:ln>
        </p:spPr>
      </p:pic>
      <p:sp>
        <p:nvSpPr>
          <p:cNvPr id="52" name="Google Shape;52;p15"/>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two lines)">
  <p:cSld name="SECTION_HEADER_1_1_1_1">
    <p:bg>
      <p:bgPr>
        <a:solidFill>
          <a:srgbClr val="000000"/>
        </a:solidFill>
      </p:bgPr>
    </p:bg>
    <p:spTree>
      <p:nvGrpSpPr>
        <p:cNvPr id="53" name="Shape 53"/>
        <p:cNvGrpSpPr/>
        <p:nvPr/>
      </p:nvGrpSpPr>
      <p:grpSpPr>
        <a:xfrm>
          <a:off x="0" y="0"/>
          <a:ext cx="0" cy="0"/>
          <a:chOff x="0" y="0"/>
          <a:chExt cx="0" cy="0"/>
        </a:xfrm>
      </p:grpSpPr>
      <p:sp>
        <p:nvSpPr>
          <p:cNvPr id="54" name="Google Shape;5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55" name="Google Shape;55;p16"/>
          <p:cNvSpPr txBox="1"/>
          <p:nvPr>
            <p:ph type="title"/>
          </p:nvPr>
        </p:nvSpPr>
        <p:spPr>
          <a:xfrm>
            <a:off x="808850" y="2596896"/>
            <a:ext cx="7439700" cy="5535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56" name="Google Shape;56;p16"/>
          <p:cNvSpPr txBox="1"/>
          <p:nvPr>
            <p:ph idx="2" type="title"/>
          </p:nvPr>
        </p:nvSpPr>
        <p:spPr>
          <a:xfrm>
            <a:off x="808850" y="3109821"/>
            <a:ext cx="7439700" cy="865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p:cSld name="SECTION_HEADER_1_1_2">
    <p:bg>
      <p:bgPr>
        <a:solidFill>
          <a:srgbClr val="FFFFFF"/>
        </a:solidFill>
      </p:bgPr>
    </p:bg>
    <p:spTree>
      <p:nvGrpSpPr>
        <p:cNvPr id="57" name="Shape 57"/>
        <p:cNvGrpSpPr/>
        <p:nvPr/>
      </p:nvGrpSpPr>
      <p:grpSpPr>
        <a:xfrm>
          <a:off x="0" y="0"/>
          <a:ext cx="0" cy="0"/>
          <a:chOff x="0" y="0"/>
          <a:chExt cx="0" cy="0"/>
        </a:xfrm>
      </p:grpSpPr>
      <p:sp>
        <p:nvSpPr>
          <p:cNvPr id="58" name="Google Shape;58;p17"/>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59" name="Google Shape;59;p17"/>
          <p:cNvSpPr txBox="1"/>
          <p:nvPr>
            <p:ph idx="2" type="subTitle"/>
          </p:nvPr>
        </p:nvSpPr>
        <p:spPr>
          <a:xfrm>
            <a:off x="236875" y="164600"/>
            <a:ext cx="4335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0" name="Google Shape;60;p17"/>
          <p:cNvSpPr txBox="1"/>
          <p:nvPr>
            <p:ph idx="3" type="body"/>
          </p:nvPr>
        </p:nvSpPr>
        <p:spPr>
          <a:xfrm>
            <a:off x="804672" y="941832"/>
            <a:ext cx="7503600" cy="34383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880">
          <p15:clr>
            <a:srgbClr val="F9AD4C"/>
          </p15:clr>
        </p15:guide>
        <p15:guide id="3" orient="horz" pos="216">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with Picture - pg#">
  <p:cSld name="SECTION_HEADER_1_1_2_2_7">
    <p:bg>
      <p:bgPr>
        <a:solidFill>
          <a:srgbClr val="FFFFFF"/>
        </a:solidFill>
      </p:bgPr>
    </p:bg>
    <p:spTree>
      <p:nvGrpSpPr>
        <p:cNvPr id="61" name="Shape 61"/>
        <p:cNvGrpSpPr/>
        <p:nvPr/>
      </p:nvGrpSpPr>
      <p:grpSpPr>
        <a:xfrm>
          <a:off x="0" y="0"/>
          <a:ext cx="0" cy="0"/>
          <a:chOff x="0" y="0"/>
          <a:chExt cx="0" cy="0"/>
        </a:xfrm>
      </p:grpSpPr>
      <p:sp>
        <p:nvSpPr>
          <p:cNvPr id="62" name="Google Shape;62;p18"/>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63" name="Google Shape;63;p18"/>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8"/>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5" name="Google Shape;65;p18"/>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66" name="Google Shape;66;p18"/>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and Student Action 1 Line - pg#">
  <p:cSld name="SECTION_HEADER_1_1_2_2_2_1_2">
    <p:bg>
      <p:bgPr>
        <a:solidFill>
          <a:srgbClr val="FFFFFF"/>
        </a:solidFill>
      </p:bgPr>
    </p:bg>
    <p:spTree>
      <p:nvGrpSpPr>
        <p:cNvPr id="67" name="Shape 67"/>
        <p:cNvGrpSpPr/>
        <p:nvPr/>
      </p:nvGrpSpPr>
      <p:grpSpPr>
        <a:xfrm>
          <a:off x="0" y="0"/>
          <a:ext cx="0" cy="0"/>
          <a:chOff x="0" y="0"/>
          <a:chExt cx="0" cy="0"/>
        </a:xfrm>
      </p:grpSpPr>
      <p:sp>
        <p:nvSpPr>
          <p:cNvPr id="68" name="Google Shape;68;p19"/>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69" name="Google Shape;69;p19"/>
          <p:cNvSpPr txBox="1"/>
          <p:nvPr>
            <p:ph idx="2" type="body"/>
          </p:nvPr>
        </p:nvSpPr>
        <p:spPr>
          <a:xfrm>
            <a:off x="804672" y="941832"/>
            <a:ext cx="7507200" cy="4965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9pPr>
          </a:lstStyle>
          <a:p/>
        </p:txBody>
      </p:sp>
      <p:sp>
        <p:nvSpPr>
          <p:cNvPr id="70" name="Google Shape;70;p19"/>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1" name="Google Shape;71;p19"/>
          <p:cNvSpPr txBox="1"/>
          <p:nvPr>
            <p:ph idx="4"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2" name="Google Shape;72;p19"/>
          <p:cNvSpPr txBox="1"/>
          <p:nvPr>
            <p:ph idx="5" type="body"/>
          </p:nvPr>
        </p:nvSpPr>
        <p:spPr>
          <a:xfrm>
            <a:off x="804672" y="2011680"/>
            <a:ext cx="7507200" cy="2165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ion/Video">
  <p:cSld name="SECTION_HEADER_1_1_2_2_2_2_1">
    <p:bg>
      <p:bgPr>
        <a:solidFill>
          <a:srgbClr val="000000"/>
        </a:solidFill>
      </p:bgPr>
    </p:bg>
    <p:spTree>
      <p:nvGrpSpPr>
        <p:cNvPr id="73" name="Shape 73"/>
        <p:cNvGrpSpPr/>
        <p:nvPr/>
      </p:nvGrpSpPr>
      <p:grpSpPr>
        <a:xfrm>
          <a:off x="0" y="0"/>
          <a:ext cx="0" cy="0"/>
          <a:chOff x="0" y="0"/>
          <a:chExt cx="0" cy="0"/>
        </a:xfrm>
      </p:grpSpPr>
      <p:sp>
        <p:nvSpPr>
          <p:cNvPr id="74" name="Google Shape;74;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75" name="Google Shape;75;p20"/>
          <p:cNvSpPr/>
          <p:nvPr/>
        </p:nvSpPr>
        <p:spPr>
          <a:xfrm>
            <a:off x="-100" y="12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with Image - pg#">
  <p:cSld name="SECTION_HEADER_1_1_2_1_2_4">
    <p:bg>
      <p:bgPr>
        <a:solidFill>
          <a:srgbClr val="FFFFFF"/>
        </a:solidFill>
      </p:bgPr>
    </p:bg>
    <p:spTree>
      <p:nvGrpSpPr>
        <p:cNvPr id="76" name="Shape 76"/>
        <p:cNvGrpSpPr/>
        <p:nvPr/>
      </p:nvGrpSpPr>
      <p:grpSpPr>
        <a:xfrm>
          <a:off x="0" y="0"/>
          <a:ext cx="0" cy="0"/>
          <a:chOff x="0" y="0"/>
          <a:chExt cx="0" cy="0"/>
        </a:xfrm>
      </p:grpSpPr>
      <p:sp>
        <p:nvSpPr>
          <p:cNvPr id="77" name="Google Shape;77;p2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78" name="Google Shape;78;p21"/>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79" name="Google Shape;79;p21"/>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0" name="Google Shape;80;p21"/>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1"/>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Unit Question">
  <p:cSld name="SECTION_HEADER_1_1_2_3_1_1">
    <p:bg>
      <p:bgPr>
        <a:solidFill>
          <a:srgbClr val="FFFFFF"/>
        </a:solidFill>
      </p:bgPr>
    </p:bg>
    <p:spTree>
      <p:nvGrpSpPr>
        <p:cNvPr id="82" name="Shape 82"/>
        <p:cNvGrpSpPr/>
        <p:nvPr/>
      </p:nvGrpSpPr>
      <p:grpSpPr>
        <a:xfrm>
          <a:off x="0" y="0"/>
          <a:ext cx="0" cy="0"/>
          <a:chOff x="0" y="0"/>
          <a:chExt cx="0" cy="0"/>
        </a:xfrm>
      </p:grpSpPr>
      <p:pic>
        <p:nvPicPr>
          <p:cNvPr id="83" name="Google Shape;83;p22"/>
          <p:cNvPicPr preferRelativeResize="0"/>
          <p:nvPr/>
        </p:nvPicPr>
        <p:blipFill>
          <a:blip r:embed="rId2">
            <a:alphaModFix/>
          </a:blip>
          <a:stretch>
            <a:fillRect/>
          </a:stretch>
        </p:blipFill>
        <p:spPr>
          <a:xfrm>
            <a:off x="303075" y="1190168"/>
            <a:ext cx="8595350" cy="3008083"/>
          </a:xfrm>
          <a:prstGeom prst="rect">
            <a:avLst/>
          </a:prstGeom>
          <a:noFill/>
          <a:ln>
            <a:noFill/>
          </a:ln>
        </p:spPr>
      </p:pic>
      <p:sp>
        <p:nvSpPr>
          <p:cNvPr id="84" name="Google Shape;84;p22"/>
          <p:cNvSpPr txBox="1"/>
          <p:nvPr>
            <p:ph type="title"/>
          </p:nvPr>
        </p:nvSpPr>
        <p:spPr>
          <a:xfrm>
            <a:off x="1229950" y="1739144"/>
            <a:ext cx="7011900" cy="572700"/>
          </a:xfrm>
          <a:prstGeom prst="rect">
            <a:avLst/>
          </a:prstGeom>
        </p:spPr>
        <p:txBody>
          <a:bodyPr anchorCtr="0" anchor="b" bIns="91425" lIns="91425" spcFirstLastPara="1" rIns="91425" wrap="square" tIns="91425">
            <a:noAutofit/>
          </a:bodyPr>
          <a:lstStyle>
            <a:lvl1pPr lvl="0">
              <a:spcBef>
                <a:spcPts val="0"/>
              </a:spcBef>
              <a:spcAft>
                <a:spcPts val="0"/>
              </a:spcAft>
              <a:buClr>
                <a:srgbClr val="2F2F2F"/>
              </a:buClr>
              <a:buSzPts val="2800"/>
              <a:buFont typeface="Roboto Black"/>
              <a:buNone/>
              <a:defRPr sz="2800">
                <a:solidFill>
                  <a:srgbClr val="2F2F2F"/>
                </a:solidFill>
                <a:latin typeface="Roboto Black"/>
                <a:ea typeface="Roboto Black"/>
                <a:cs typeface="Roboto Black"/>
                <a:sym typeface="Roboto Black"/>
              </a:defRPr>
            </a:lvl1pPr>
            <a:lvl2pPr lvl="1">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2pPr>
            <a:lvl3pPr lvl="2">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3pPr>
            <a:lvl4pPr lvl="3">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4pPr>
            <a:lvl5pPr lvl="4">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5pPr>
            <a:lvl6pPr lvl="5">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6pPr>
            <a:lvl7pPr lvl="6">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7pPr>
            <a:lvl8pPr lvl="7">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8pPr>
            <a:lvl9pPr lvl="8">
              <a:spcBef>
                <a:spcPts val="0"/>
              </a:spcBef>
              <a:spcAft>
                <a:spcPts val="0"/>
              </a:spcAft>
              <a:buClr>
                <a:srgbClr val="2F2F2F"/>
              </a:buClr>
              <a:buSzPts val="2800"/>
              <a:buFont typeface="Roboto Black"/>
              <a:buNone/>
              <a:defRPr>
                <a:solidFill>
                  <a:srgbClr val="2F2F2F"/>
                </a:solidFill>
                <a:latin typeface="Roboto Black"/>
                <a:ea typeface="Roboto Black"/>
                <a:cs typeface="Roboto Black"/>
                <a:sym typeface="Roboto Black"/>
              </a:defRPr>
            </a:lvl9pPr>
          </a:lstStyle>
          <a:p/>
        </p:txBody>
      </p:sp>
      <p:sp>
        <p:nvSpPr>
          <p:cNvPr id="85" name="Google Shape;85;p22"/>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6" name="Google Shape;86;p22"/>
          <p:cNvSpPr txBox="1"/>
          <p:nvPr>
            <p:ph idx="2"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87" name="Google Shape;87;p22"/>
          <p:cNvSpPr txBox="1"/>
          <p:nvPr>
            <p:ph idx="3" type="body"/>
          </p:nvPr>
        </p:nvSpPr>
        <p:spPr>
          <a:xfrm>
            <a:off x="1234440" y="2313432"/>
            <a:ext cx="6849000" cy="12435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a:lvl1pPr>
            <a:lvl2pPr indent="-381000" lvl="1" marL="9144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2pPr>
            <a:lvl3pPr indent="-381000" lvl="2" marL="13716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3pPr>
            <a:lvl4pPr indent="-381000" lvl="3" marL="18288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4pPr>
            <a:lvl5pPr indent="-381000" lvl="4" marL="22860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5pPr>
            <a:lvl6pPr indent="-381000" lvl="5" marL="27432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6pPr>
            <a:lvl7pPr indent="-381000" lvl="6" marL="32004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7pPr>
            <a:lvl8pPr indent="-381000" lvl="7" marL="36576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8pPr>
            <a:lvl9pPr indent="-381000" lvl="8" marL="4114800">
              <a:lnSpc>
                <a:spcPct val="100000"/>
              </a:lnSpc>
              <a:spcBef>
                <a:spcPts val="0"/>
              </a:spcBef>
              <a:spcAft>
                <a:spcPts val="0"/>
              </a:spcAft>
              <a:buSzPts val="2400"/>
              <a:buFont typeface="Roboto Medium"/>
              <a:buChar char="✗"/>
              <a:defRPr sz="24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 pg #">
  <p:cSld name="SECTION_HEADER_1_1_2_2_5">
    <p:bg>
      <p:bgPr>
        <a:solidFill>
          <a:srgbClr val="FFFFFF"/>
        </a:solidFill>
      </p:bgPr>
    </p:bg>
    <p:spTree>
      <p:nvGrpSpPr>
        <p:cNvPr id="88" name="Shape 88"/>
        <p:cNvGrpSpPr/>
        <p:nvPr/>
      </p:nvGrpSpPr>
      <p:grpSpPr>
        <a:xfrm>
          <a:off x="0" y="0"/>
          <a:ext cx="0" cy="0"/>
          <a:chOff x="0" y="0"/>
          <a:chExt cx="0" cy="0"/>
        </a:xfrm>
      </p:grpSpPr>
      <p:sp>
        <p:nvSpPr>
          <p:cNvPr id="89" name="Google Shape;89;p2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90" name="Google Shape;90;p2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91" name="Google Shape;91;p23"/>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92" name="Google Shape;92;p23"/>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
        <p:nvSpPr>
          <p:cNvPr id="93" name="Google Shape;93;p23"/>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 name="Google Shape;94;p23"/>
          <p:cNvGrpSpPr/>
          <p:nvPr/>
        </p:nvGrpSpPr>
        <p:grpSpPr>
          <a:xfrm>
            <a:off x="256025" y="1280050"/>
            <a:ext cx="3657600" cy="164700"/>
            <a:chOff x="256025" y="1280050"/>
            <a:chExt cx="3657600" cy="164700"/>
          </a:xfrm>
        </p:grpSpPr>
        <p:sp>
          <p:nvSpPr>
            <p:cNvPr id="95" name="Google Shape;95;p23"/>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23"/>
            <p:cNvGrpSpPr/>
            <p:nvPr/>
          </p:nvGrpSpPr>
          <p:grpSpPr>
            <a:xfrm>
              <a:off x="323020" y="1326935"/>
              <a:ext cx="264664" cy="61800"/>
              <a:chOff x="322595" y="642846"/>
              <a:chExt cx="264664" cy="61800"/>
            </a:xfrm>
          </p:grpSpPr>
          <p:sp>
            <p:nvSpPr>
              <p:cNvPr id="97" name="Google Shape;97;p23"/>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3"/>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3"/>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SA with Picture - pg#">
  <p:cSld name="SECTION_HEADER_1_1_2_2_2_5">
    <p:bg>
      <p:bgPr>
        <a:solidFill>
          <a:srgbClr val="FFFFFF"/>
        </a:solidFill>
      </p:bgPr>
    </p:bg>
    <p:spTree>
      <p:nvGrpSpPr>
        <p:cNvPr id="100" name="Shape 100"/>
        <p:cNvGrpSpPr/>
        <p:nvPr/>
      </p:nvGrpSpPr>
      <p:grpSpPr>
        <a:xfrm>
          <a:off x="0" y="0"/>
          <a:ext cx="0" cy="0"/>
          <a:chOff x="0" y="0"/>
          <a:chExt cx="0" cy="0"/>
        </a:xfrm>
      </p:grpSpPr>
      <p:sp>
        <p:nvSpPr>
          <p:cNvPr id="101" name="Google Shape;101;p2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02" name="Google Shape;102;p24"/>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9pPr>
          </a:lstStyle>
          <a:p/>
        </p:txBody>
      </p:sp>
      <p:sp>
        <p:nvSpPr>
          <p:cNvPr id="103" name="Google Shape;103;p24"/>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4" name="Google Shape;104;p24"/>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5" name="Google Shape;105;p24"/>
          <p:cNvSpPr/>
          <p:nvPr/>
        </p:nvSpPr>
        <p:spPr>
          <a:xfrm>
            <a:off x="246888" y="594360"/>
            <a:ext cx="3447300" cy="4261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4"/>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and SA - pg #">
  <p:cSld name="SECTION_HEADER_1_1_2_2_2_3">
    <p:bg>
      <p:bgPr>
        <a:solidFill>
          <a:srgbClr val="FFFFFF"/>
        </a:solidFill>
      </p:bgPr>
    </p:bg>
    <p:spTree>
      <p:nvGrpSpPr>
        <p:cNvPr id="107" name="Shape 107"/>
        <p:cNvGrpSpPr/>
        <p:nvPr/>
      </p:nvGrpSpPr>
      <p:grpSpPr>
        <a:xfrm>
          <a:off x="0" y="0"/>
          <a:ext cx="0" cy="0"/>
          <a:chOff x="0" y="0"/>
          <a:chExt cx="0" cy="0"/>
        </a:xfrm>
      </p:grpSpPr>
      <p:sp>
        <p:nvSpPr>
          <p:cNvPr id="108" name="Google Shape;108;p2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09" name="Google Shape;109;p25"/>
          <p:cNvSpPr txBox="1"/>
          <p:nvPr>
            <p:ph idx="2"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10" name="Google Shape;110;p25"/>
          <p:cNvSpPr txBox="1"/>
          <p:nvPr>
            <p:ph idx="3"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11" name="Google Shape;111;p25"/>
          <p:cNvSpPr txBox="1"/>
          <p:nvPr>
            <p:ph idx="4"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0"/>
              </a:spcBef>
              <a:spcAft>
                <a:spcPts val="0"/>
              </a:spcAft>
              <a:buSzPts val="1800"/>
              <a:buFont typeface="Roboto Medium"/>
              <a:buChar char="✗"/>
              <a:defRPr sz="1800">
                <a:latin typeface="Roboto Medium"/>
                <a:ea typeface="Roboto Medium"/>
                <a:cs typeface="Roboto Medium"/>
                <a:sym typeface="Roboto Medium"/>
              </a:defRPr>
            </a:lvl9pPr>
          </a:lstStyle>
          <a:p/>
        </p:txBody>
      </p:sp>
      <p:sp>
        <p:nvSpPr>
          <p:cNvPr id="112" name="Google Shape;112;p25"/>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0"/>
              </a:spcBef>
              <a:spcAft>
                <a:spcPts val="0"/>
              </a:spcAft>
              <a:buClr>
                <a:srgbClr val="333FBF"/>
              </a:buClr>
              <a:buSzPts val="2800"/>
              <a:buChar char="✗"/>
              <a:defRPr sz="2800">
                <a:solidFill>
                  <a:srgbClr val="333FBF"/>
                </a:solidFill>
              </a:defRPr>
            </a:lvl2pPr>
            <a:lvl3pPr indent="-406400" lvl="2" marL="1371600">
              <a:lnSpc>
                <a:spcPct val="100000"/>
              </a:lnSpc>
              <a:spcBef>
                <a:spcPts val="0"/>
              </a:spcBef>
              <a:spcAft>
                <a:spcPts val="0"/>
              </a:spcAft>
              <a:buClr>
                <a:srgbClr val="333FBF"/>
              </a:buClr>
              <a:buSzPts val="2800"/>
              <a:buChar char="✗"/>
              <a:defRPr sz="2800">
                <a:solidFill>
                  <a:srgbClr val="333FBF"/>
                </a:solidFill>
              </a:defRPr>
            </a:lvl3pPr>
            <a:lvl4pPr indent="-406400" lvl="3" marL="1828800">
              <a:lnSpc>
                <a:spcPct val="100000"/>
              </a:lnSpc>
              <a:spcBef>
                <a:spcPts val="0"/>
              </a:spcBef>
              <a:spcAft>
                <a:spcPts val="0"/>
              </a:spcAft>
              <a:buClr>
                <a:srgbClr val="333FBF"/>
              </a:buClr>
              <a:buSzPts val="2800"/>
              <a:buChar char="✗"/>
              <a:defRPr sz="2800">
                <a:solidFill>
                  <a:srgbClr val="333FBF"/>
                </a:solidFill>
              </a:defRPr>
            </a:lvl4pPr>
            <a:lvl5pPr indent="-406400" lvl="4" marL="2286000">
              <a:lnSpc>
                <a:spcPct val="100000"/>
              </a:lnSpc>
              <a:spcBef>
                <a:spcPts val="0"/>
              </a:spcBef>
              <a:spcAft>
                <a:spcPts val="0"/>
              </a:spcAft>
              <a:buClr>
                <a:srgbClr val="333FBF"/>
              </a:buClr>
              <a:buSzPts val="2800"/>
              <a:buChar char="✗"/>
              <a:defRPr sz="2800">
                <a:solidFill>
                  <a:srgbClr val="333FBF"/>
                </a:solidFill>
              </a:defRPr>
            </a:lvl5pPr>
            <a:lvl6pPr indent="-406400" lvl="5" marL="2743200">
              <a:lnSpc>
                <a:spcPct val="100000"/>
              </a:lnSpc>
              <a:spcBef>
                <a:spcPts val="0"/>
              </a:spcBef>
              <a:spcAft>
                <a:spcPts val="0"/>
              </a:spcAft>
              <a:buClr>
                <a:srgbClr val="333FBF"/>
              </a:buClr>
              <a:buSzPts val="2800"/>
              <a:buChar char="✗"/>
              <a:defRPr sz="2800">
                <a:solidFill>
                  <a:srgbClr val="333FBF"/>
                </a:solidFill>
              </a:defRPr>
            </a:lvl6pPr>
            <a:lvl7pPr indent="-406400" lvl="6" marL="3200400">
              <a:lnSpc>
                <a:spcPct val="100000"/>
              </a:lnSpc>
              <a:spcBef>
                <a:spcPts val="0"/>
              </a:spcBef>
              <a:spcAft>
                <a:spcPts val="0"/>
              </a:spcAft>
              <a:buClr>
                <a:srgbClr val="333FBF"/>
              </a:buClr>
              <a:buSzPts val="2800"/>
              <a:buChar char="✗"/>
              <a:defRPr sz="2800">
                <a:solidFill>
                  <a:srgbClr val="333FBF"/>
                </a:solidFill>
              </a:defRPr>
            </a:lvl7pPr>
            <a:lvl8pPr indent="-406400" lvl="7" marL="3657600">
              <a:lnSpc>
                <a:spcPct val="100000"/>
              </a:lnSpc>
              <a:spcBef>
                <a:spcPts val="0"/>
              </a:spcBef>
              <a:spcAft>
                <a:spcPts val="0"/>
              </a:spcAft>
              <a:buClr>
                <a:srgbClr val="333FBF"/>
              </a:buClr>
              <a:buSzPts val="2800"/>
              <a:buChar char="✗"/>
              <a:defRPr sz="2800">
                <a:solidFill>
                  <a:srgbClr val="333FBF"/>
                </a:solidFill>
              </a:defRPr>
            </a:lvl8pPr>
            <a:lvl9pPr indent="-406400" lvl="8" marL="4114800">
              <a:lnSpc>
                <a:spcPct val="100000"/>
              </a:lnSpc>
              <a:spcBef>
                <a:spcPts val="0"/>
              </a:spcBef>
              <a:spcAft>
                <a:spcPts val="0"/>
              </a:spcAft>
              <a:buClr>
                <a:srgbClr val="333FBF"/>
              </a:buClr>
              <a:buSzPts val="2800"/>
              <a:buChar char="✗"/>
              <a:defRPr sz="2800">
                <a:solidFill>
                  <a:srgbClr val="333FBF"/>
                </a:solidFill>
              </a:defRPr>
            </a:lvl9pPr>
          </a:lstStyle>
          <a:p/>
        </p:txBody>
      </p:sp>
      <p:sp>
        <p:nvSpPr>
          <p:cNvPr id="113" name="Google Shape;113;p25"/>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 name="Google Shape;114;p25"/>
          <p:cNvGrpSpPr/>
          <p:nvPr/>
        </p:nvGrpSpPr>
        <p:grpSpPr>
          <a:xfrm>
            <a:off x="256025" y="1280050"/>
            <a:ext cx="3657600" cy="164700"/>
            <a:chOff x="256025" y="1280050"/>
            <a:chExt cx="3657600" cy="164700"/>
          </a:xfrm>
        </p:grpSpPr>
        <p:sp>
          <p:nvSpPr>
            <p:cNvPr id="115" name="Google Shape;115;p25"/>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 name="Google Shape;116;p25"/>
            <p:cNvGrpSpPr/>
            <p:nvPr/>
          </p:nvGrpSpPr>
          <p:grpSpPr>
            <a:xfrm>
              <a:off x="323020" y="1326935"/>
              <a:ext cx="264664" cy="61800"/>
              <a:chOff x="322595" y="642846"/>
              <a:chExt cx="264664" cy="61800"/>
            </a:xfrm>
          </p:grpSpPr>
          <p:sp>
            <p:nvSpPr>
              <p:cNvPr id="117" name="Google Shape;117;p25"/>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5"/>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5"/>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cabulary">
  <p:cSld name="SECTION_HEADER_1_1_2_3">
    <p:bg>
      <p:bgPr>
        <a:solidFill>
          <a:srgbClr val="FFFFFF"/>
        </a:solidFill>
      </p:bgPr>
    </p:bg>
    <p:spTree>
      <p:nvGrpSpPr>
        <p:cNvPr id="120" name="Shape 120"/>
        <p:cNvGrpSpPr/>
        <p:nvPr/>
      </p:nvGrpSpPr>
      <p:grpSpPr>
        <a:xfrm>
          <a:off x="0" y="0"/>
          <a:ext cx="0" cy="0"/>
          <a:chOff x="0" y="0"/>
          <a:chExt cx="0" cy="0"/>
        </a:xfrm>
      </p:grpSpPr>
      <p:pic>
        <p:nvPicPr>
          <p:cNvPr id="121" name="Google Shape;121;p26"/>
          <p:cNvPicPr preferRelativeResize="0"/>
          <p:nvPr/>
        </p:nvPicPr>
        <p:blipFill>
          <a:blip r:embed="rId2">
            <a:alphaModFix/>
          </a:blip>
          <a:stretch>
            <a:fillRect/>
          </a:stretch>
        </p:blipFill>
        <p:spPr>
          <a:xfrm>
            <a:off x="1848613" y="1741916"/>
            <a:ext cx="5751577" cy="1614152"/>
          </a:xfrm>
          <a:prstGeom prst="rect">
            <a:avLst/>
          </a:prstGeom>
          <a:noFill/>
          <a:ln>
            <a:noFill/>
          </a:ln>
        </p:spPr>
      </p:pic>
      <p:sp>
        <p:nvSpPr>
          <p:cNvPr id="122" name="Google Shape;122;p26"/>
          <p:cNvSpPr txBox="1"/>
          <p:nvPr>
            <p:ph type="title"/>
          </p:nvPr>
        </p:nvSpPr>
        <p:spPr>
          <a:xfrm>
            <a:off x="820200" y="1184699"/>
            <a:ext cx="7503600" cy="5727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00000"/>
              </a:buClr>
              <a:buSzPts val="2800"/>
              <a:buFont typeface="Roboto"/>
              <a:buNone/>
              <a:defRPr b="1" sz="2800">
                <a:solidFill>
                  <a:srgbClr val="000000"/>
                </a:solidFill>
                <a:latin typeface="Roboto"/>
                <a:ea typeface="Roboto"/>
                <a:cs typeface="Roboto"/>
                <a:sym typeface="Roboto"/>
              </a:defRPr>
            </a:lvl1pPr>
            <a:lvl2pPr lvl="1">
              <a:spcBef>
                <a:spcPts val="0"/>
              </a:spcBef>
              <a:spcAft>
                <a:spcPts val="0"/>
              </a:spcAft>
              <a:buClr>
                <a:srgbClr val="000000"/>
              </a:buClr>
              <a:buSzPts val="2800"/>
              <a:buNone/>
              <a:defRPr b="1">
                <a:solidFill>
                  <a:srgbClr val="000000"/>
                </a:solidFill>
              </a:defRPr>
            </a:lvl2pPr>
            <a:lvl3pPr lvl="2">
              <a:spcBef>
                <a:spcPts val="0"/>
              </a:spcBef>
              <a:spcAft>
                <a:spcPts val="0"/>
              </a:spcAft>
              <a:buClr>
                <a:srgbClr val="000000"/>
              </a:buClr>
              <a:buSzPts val="2800"/>
              <a:buNone/>
              <a:defRPr b="1">
                <a:solidFill>
                  <a:srgbClr val="000000"/>
                </a:solidFill>
              </a:defRPr>
            </a:lvl3pPr>
            <a:lvl4pPr lvl="3">
              <a:spcBef>
                <a:spcPts val="0"/>
              </a:spcBef>
              <a:spcAft>
                <a:spcPts val="0"/>
              </a:spcAft>
              <a:buClr>
                <a:srgbClr val="000000"/>
              </a:buClr>
              <a:buSzPts val="2800"/>
              <a:buNone/>
              <a:defRPr b="1">
                <a:solidFill>
                  <a:srgbClr val="000000"/>
                </a:solidFill>
              </a:defRPr>
            </a:lvl4pPr>
            <a:lvl5pPr lvl="4">
              <a:spcBef>
                <a:spcPts val="0"/>
              </a:spcBef>
              <a:spcAft>
                <a:spcPts val="0"/>
              </a:spcAft>
              <a:buClr>
                <a:srgbClr val="000000"/>
              </a:buClr>
              <a:buSzPts val="2800"/>
              <a:buNone/>
              <a:defRPr b="1">
                <a:solidFill>
                  <a:srgbClr val="000000"/>
                </a:solidFill>
              </a:defRPr>
            </a:lvl5pPr>
            <a:lvl6pPr lvl="5">
              <a:spcBef>
                <a:spcPts val="0"/>
              </a:spcBef>
              <a:spcAft>
                <a:spcPts val="0"/>
              </a:spcAft>
              <a:buClr>
                <a:srgbClr val="000000"/>
              </a:buClr>
              <a:buSzPts val="2800"/>
              <a:buNone/>
              <a:defRPr b="1">
                <a:solidFill>
                  <a:srgbClr val="000000"/>
                </a:solidFill>
              </a:defRPr>
            </a:lvl6pPr>
            <a:lvl7pPr lvl="6">
              <a:spcBef>
                <a:spcPts val="0"/>
              </a:spcBef>
              <a:spcAft>
                <a:spcPts val="0"/>
              </a:spcAft>
              <a:buClr>
                <a:srgbClr val="000000"/>
              </a:buClr>
              <a:buSzPts val="2800"/>
              <a:buNone/>
              <a:defRPr b="1">
                <a:solidFill>
                  <a:srgbClr val="000000"/>
                </a:solidFill>
              </a:defRPr>
            </a:lvl7pPr>
            <a:lvl8pPr lvl="7">
              <a:spcBef>
                <a:spcPts val="0"/>
              </a:spcBef>
              <a:spcAft>
                <a:spcPts val="0"/>
              </a:spcAft>
              <a:buClr>
                <a:srgbClr val="000000"/>
              </a:buClr>
              <a:buSzPts val="2800"/>
              <a:buNone/>
              <a:defRPr b="1">
                <a:solidFill>
                  <a:srgbClr val="000000"/>
                </a:solidFill>
              </a:defRPr>
            </a:lvl8pPr>
            <a:lvl9pPr lvl="8">
              <a:spcBef>
                <a:spcPts val="0"/>
              </a:spcBef>
              <a:spcAft>
                <a:spcPts val="0"/>
              </a:spcAft>
              <a:buClr>
                <a:srgbClr val="000000"/>
              </a:buClr>
              <a:buSzPts val="2800"/>
              <a:buNone/>
              <a:defRPr b="1">
                <a:solidFill>
                  <a:srgbClr val="000000"/>
                </a:solidFill>
              </a:defRPr>
            </a:lvl9pPr>
          </a:lstStyle>
          <a:p/>
        </p:txBody>
      </p:sp>
      <p:sp>
        <p:nvSpPr>
          <p:cNvPr id="123" name="Google Shape;123;p26"/>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24" name="Google Shape;124;p26"/>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25" name="Google Shape;125;p26"/>
          <p:cNvSpPr txBox="1"/>
          <p:nvPr>
            <p:ph idx="3" type="body"/>
          </p:nvPr>
        </p:nvSpPr>
        <p:spPr>
          <a:xfrm>
            <a:off x="905256" y="3493008"/>
            <a:ext cx="7333500" cy="494400"/>
          </a:xfrm>
          <a:prstGeom prst="rect">
            <a:avLst/>
          </a:prstGeom>
        </p:spPr>
        <p:txBody>
          <a:bodyPr anchorCtr="0" anchor="t" bIns="91425" lIns="91425" spcFirstLastPara="1" rIns="91425" wrap="square" tIns="91425">
            <a:noAutofit/>
          </a:bodyPr>
          <a:lstStyle>
            <a:lvl1pPr indent="-355600" lvl="0" marL="457200" algn="ctr">
              <a:spcBef>
                <a:spcPts val="0"/>
              </a:spcBef>
              <a:spcAft>
                <a:spcPts val="0"/>
              </a:spcAft>
              <a:buSzPts val="2000"/>
              <a:buChar char="✗"/>
              <a:defRPr sz="2000"/>
            </a:lvl1pPr>
            <a:lvl2pPr indent="-355600" lvl="1" marL="914400" algn="ctr">
              <a:spcBef>
                <a:spcPts val="0"/>
              </a:spcBef>
              <a:spcAft>
                <a:spcPts val="0"/>
              </a:spcAft>
              <a:buSzPts val="2000"/>
              <a:buFont typeface="Roboto Medium"/>
              <a:buChar char="✗"/>
              <a:defRPr sz="2000">
                <a:latin typeface="Roboto Medium"/>
                <a:ea typeface="Roboto Medium"/>
                <a:cs typeface="Roboto Medium"/>
                <a:sym typeface="Roboto Medium"/>
              </a:defRPr>
            </a:lvl2pPr>
            <a:lvl3pPr indent="-355600" lvl="2" marL="1371600" algn="ctr">
              <a:spcBef>
                <a:spcPts val="0"/>
              </a:spcBef>
              <a:spcAft>
                <a:spcPts val="0"/>
              </a:spcAft>
              <a:buSzPts val="2000"/>
              <a:buFont typeface="Roboto Medium"/>
              <a:buChar char="✗"/>
              <a:defRPr sz="2000">
                <a:latin typeface="Roboto Medium"/>
                <a:ea typeface="Roboto Medium"/>
                <a:cs typeface="Roboto Medium"/>
                <a:sym typeface="Roboto Medium"/>
              </a:defRPr>
            </a:lvl3pPr>
            <a:lvl4pPr indent="-355600" lvl="3" marL="1828800" algn="ctr">
              <a:spcBef>
                <a:spcPts val="0"/>
              </a:spcBef>
              <a:spcAft>
                <a:spcPts val="0"/>
              </a:spcAft>
              <a:buSzPts val="2000"/>
              <a:buFont typeface="Roboto Medium"/>
              <a:buChar char="✗"/>
              <a:defRPr sz="2000">
                <a:latin typeface="Roboto Medium"/>
                <a:ea typeface="Roboto Medium"/>
                <a:cs typeface="Roboto Medium"/>
                <a:sym typeface="Roboto Medium"/>
              </a:defRPr>
            </a:lvl4pPr>
            <a:lvl5pPr indent="-355600" lvl="4" marL="2286000" algn="ctr">
              <a:spcBef>
                <a:spcPts val="0"/>
              </a:spcBef>
              <a:spcAft>
                <a:spcPts val="0"/>
              </a:spcAft>
              <a:buSzPts val="2000"/>
              <a:buFont typeface="Roboto Medium"/>
              <a:buChar char="✗"/>
              <a:defRPr sz="2000">
                <a:latin typeface="Roboto Medium"/>
                <a:ea typeface="Roboto Medium"/>
                <a:cs typeface="Roboto Medium"/>
                <a:sym typeface="Roboto Medium"/>
              </a:defRPr>
            </a:lvl5pPr>
            <a:lvl6pPr indent="-355600" lvl="5" marL="2743200" algn="ctr">
              <a:spcBef>
                <a:spcPts val="0"/>
              </a:spcBef>
              <a:spcAft>
                <a:spcPts val="0"/>
              </a:spcAft>
              <a:buSzPts val="2000"/>
              <a:buFont typeface="Roboto Medium"/>
              <a:buChar char="✗"/>
              <a:defRPr sz="2000">
                <a:latin typeface="Roboto Medium"/>
                <a:ea typeface="Roboto Medium"/>
                <a:cs typeface="Roboto Medium"/>
                <a:sym typeface="Roboto Medium"/>
              </a:defRPr>
            </a:lvl6pPr>
            <a:lvl7pPr indent="-355600" lvl="6" marL="3200400" algn="ctr">
              <a:spcBef>
                <a:spcPts val="0"/>
              </a:spcBef>
              <a:spcAft>
                <a:spcPts val="0"/>
              </a:spcAft>
              <a:buSzPts val="2000"/>
              <a:buFont typeface="Roboto Medium"/>
              <a:buChar char="✗"/>
              <a:defRPr sz="2000">
                <a:latin typeface="Roboto Medium"/>
                <a:ea typeface="Roboto Medium"/>
                <a:cs typeface="Roboto Medium"/>
                <a:sym typeface="Roboto Medium"/>
              </a:defRPr>
            </a:lvl7pPr>
            <a:lvl8pPr indent="-355600" lvl="7" marL="3657600" algn="ctr">
              <a:spcBef>
                <a:spcPts val="0"/>
              </a:spcBef>
              <a:spcAft>
                <a:spcPts val="0"/>
              </a:spcAft>
              <a:buSzPts val="2000"/>
              <a:buFont typeface="Roboto Medium"/>
              <a:buChar char="✗"/>
              <a:defRPr sz="2000">
                <a:latin typeface="Roboto Medium"/>
                <a:ea typeface="Roboto Medium"/>
                <a:cs typeface="Roboto Medium"/>
                <a:sym typeface="Roboto Medium"/>
              </a:defRPr>
            </a:lvl8pPr>
            <a:lvl9pPr indent="-355600" lvl="8" marL="4114800" algn="ctr">
              <a:spcBef>
                <a:spcPts val="0"/>
              </a:spcBef>
              <a:spcAft>
                <a:spcPts val="0"/>
              </a:spcAft>
              <a:buSzPts val="2000"/>
              <a:buFont typeface="Roboto Medium"/>
              <a:buChar char="✗"/>
              <a:defRPr sz="2000">
                <a:latin typeface="Roboto Medium"/>
                <a:ea typeface="Roboto Medium"/>
                <a:cs typeface="Roboto Medium"/>
                <a:sym typeface="Roboto Medium"/>
              </a:defRPr>
            </a:lvl9pPr>
          </a:lstStyle>
          <a:p/>
        </p:txBody>
      </p:sp>
      <p:sp>
        <p:nvSpPr>
          <p:cNvPr id="126" name="Google Shape;126;p26"/>
          <p:cNvSpPr txBox="1"/>
          <p:nvPr>
            <p:ph idx="4" type="body"/>
          </p:nvPr>
        </p:nvSpPr>
        <p:spPr>
          <a:xfrm>
            <a:off x="2286000" y="2203704"/>
            <a:ext cx="4573500" cy="1287900"/>
          </a:xfrm>
          <a:prstGeom prst="rect">
            <a:avLst/>
          </a:prstGeom>
        </p:spPr>
        <p:txBody>
          <a:bodyPr anchorCtr="0" anchor="t" bIns="91425" lIns="91425" spcFirstLastPara="1" rIns="91425" wrap="square" tIns="91425">
            <a:noAutofit/>
          </a:bodyPr>
          <a:lstStyle>
            <a:lvl1pPr indent="-482600" lvl="0" marL="457200" algn="ctr">
              <a:spcBef>
                <a:spcPts val="0"/>
              </a:spcBef>
              <a:spcAft>
                <a:spcPts val="0"/>
              </a:spcAft>
              <a:buSzPts val="4000"/>
              <a:buFont typeface="Roboto Black"/>
              <a:buChar char="✗"/>
              <a:defRPr sz="4000">
                <a:latin typeface="Roboto Black"/>
                <a:ea typeface="Roboto Black"/>
                <a:cs typeface="Roboto Black"/>
                <a:sym typeface="Roboto Black"/>
              </a:defRPr>
            </a:lvl1pPr>
            <a:lvl2pPr indent="-482600" lvl="1" marL="914400" algn="ctr">
              <a:spcBef>
                <a:spcPts val="0"/>
              </a:spcBef>
              <a:spcAft>
                <a:spcPts val="0"/>
              </a:spcAft>
              <a:buSzPts val="4000"/>
              <a:buFont typeface="Roboto Black"/>
              <a:buChar char="✗"/>
              <a:defRPr sz="4000">
                <a:latin typeface="Roboto Black"/>
                <a:ea typeface="Roboto Black"/>
                <a:cs typeface="Roboto Black"/>
                <a:sym typeface="Roboto Black"/>
              </a:defRPr>
            </a:lvl2pPr>
            <a:lvl3pPr indent="-482600" lvl="2" marL="1371600" algn="ctr">
              <a:spcBef>
                <a:spcPts val="0"/>
              </a:spcBef>
              <a:spcAft>
                <a:spcPts val="0"/>
              </a:spcAft>
              <a:buSzPts val="4000"/>
              <a:buFont typeface="Roboto Black"/>
              <a:buChar char="✗"/>
              <a:defRPr sz="4000">
                <a:latin typeface="Roboto Black"/>
                <a:ea typeface="Roboto Black"/>
                <a:cs typeface="Roboto Black"/>
                <a:sym typeface="Roboto Black"/>
              </a:defRPr>
            </a:lvl3pPr>
            <a:lvl4pPr indent="-482600" lvl="3" marL="1828800" algn="ctr">
              <a:spcBef>
                <a:spcPts val="0"/>
              </a:spcBef>
              <a:spcAft>
                <a:spcPts val="0"/>
              </a:spcAft>
              <a:buSzPts val="4000"/>
              <a:buFont typeface="Roboto Black"/>
              <a:buChar char="✗"/>
              <a:defRPr sz="4000">
                <a:latin typeface="Roboto Black"/>
                <a:ea typeface="Roboto Black"/>
                <a:cs typeface="Roboto Black"/>
                <a:sym typeface="Roboto Black"/>
              </a:defRPr>
            </a:lvl4pPr>
            <a:lvl5pPr indent="-482600" lvl="4" marL="2286000" algn="ctr">
              <a:spcBef>
                <a:spcPts val="0"/>
              </a:spcBef>
              <a:spcAft>
                <a:spcPts val="0"/>
              </a:spcAft>
              <a:buSzPts val="4000"/>
              <a:buFont typeface="Roboto Black"/>
              <a:buChar char="✗"/>
              <a:defRPr sz="4000">
                <a:latin typeface="Roboto Black"/>
                <a:ea typeface="Roboto Black"/>
                <a:cs typeface="Roboto Black"/>
                <a:sym typeface="Roboto Black"/>
              </a:defRPr>
            </a:lvl5pPr>
            <a:lvl6pPr indent="-482600" lvl="5" marL="2743200" algn="ctr">
              <a:spcBef>
                <a:spcPts val="0"/>
              </a:spcBef>
              <a:spcAft>
                <a:spcPts val="0"/>
              </a:spcAft>
              <a:buSzPts val="4000"/>
              <a:buFont typeface="Roboto Black"/>
              <a:buChar char="✗"/>
              <a:defRPr sz="4000">
                <a:latin typeface="Roboto Black"/>
                <a:ea typeface="Roboto Black"/>
                <a:cs typeface="Roboto Black"/>
                <a:sym typeface="Roboto Black"/>
              </a:defRPr>
            </a:lvl6pPr>
            <a:lvl7pPr indent="-482600" lvl="6" marL="3200400" algn="ctr">
              <a:spcBef>
                <a:spcPts val="0"/>
              </a:spcBef>
              <a:spcAft>
                <a:spcPts val="0"/>
              </a:spcAft>
              <a:buSzPts val="4000"/>
              <a:buFont typeface="Roboto Black"/>
              <a:buChar char="✗"/>
              <a:defRPr sz="4000">
                <a:latin typeface="Roboto Black"/>
                <a:ea typeface="Roboto Black"/>
                <a:cs typeface="Roboto Black"/>
                <a:sym typeface="Roboto Black"/>
              </a:defRPr>
            </a:lvl7pPr>
            <a:lvl8pPr indent="-482600" lvl="7" marL="3657600" algn="ctr">
              <a:spcBef>
                <a:spcPts val="0"/>
              </a:spcBef>
              <a:spcAft>
                <a:spcPts val="0"/>
              </a:spcAft>
              <a:buSzPts val="4000"/>
              <a:buFont typeface="Roboto Black"/>
              <a:buChar char="✗"/>
              <a:defRPr sz="4000">
                <a:latin typeface="Roboto Black"/>
                <a:ea typeface="Roboto Black"/>
                <a:cs typeface="Roboto Black"/>
                <a:sym typeface="Roboto Black"/>
              </a:defRPr>
            </a:lvl8pPr>
            <a:lvl9pPr indent="-482600" lvl="8" marL="4114800" algn="ctr">
              <a:spcBef>
                <a:spcPts val="0"/>
              </a:spcBef>
              <a:spcAft>
                <a:spcPts val="0"/>
              </a:spcAft>
              <a:buSzPts val="4000"/>
              <a:buFont typeface="Roboto Black"/>
              <a:buChar char="✗"/>
              <a:defRPr sz="4000">
                <a:latin typeface="Roboto Black"/>
                <a:ea typeface="Roboto Black"/>
                <a:cs typeface="Roboto Black"/>
                <a:sym typeface="Roboto Black"/>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TT - pg#">
  <p:cSld name="SECTION_HEADER_1_1_2_2_7_1">
    <p:bg>
      <p:bgPr>
        <a:solidFill>
          <a:srgbClr val="FFFFFF"/>
        </a:solidFill>
      </p:bgPr>
    </p:bg>
    <p:spTree>
      <p:nvGrpSpPr>
        <p:cNvPr id="127" name="Shape 127"/>
        <p:cNvGrpSpPr/>
        <p:nvPr/>
      </p:nvGrpSpPr>
      <p:grpSpPr>
        <a:xfrm>
          <a:off x="0" y="0"/>
          <a:ext cx="0" cy="0"/>
          <a:chOff x="0" y="0"/>
          <a:chExt cx="0" cy="0"/>
        </a:xfrm>
      </p:grpSpPr>
      <p:sp>
        <p:nvSpPr>
          <p:cNvPr id="128" name="Google Shape;128;p27"/>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129" name="Google Shape;129;p2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sz="900">
                <a:solidFill>
                  <a:srgbClr val="767676"/>
                </a:solidFill>
                <a:latin typeface="Roboto Black"/>
                <a:ea typeface="Roboto Black"/>
                <a:cs typeface="Roboto Black"/>
                <a:sym typeface="Roboto Black"/>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30" name="Google Shape;130;p27"/>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31" name="Google Shape;131;p27"/>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0"/>
              </a:spcBef>
              <a:spcAft>
                <a:spcPts val="0"/>
              </a:spcAft>
              <a:buSzPts val="2800"/>
              <a:buChar char="✗"/>
              <a:defRPr sz="2800"/>
            </a:lvl2pPr>
            <a:lvl3pPr indent="-406400" lvl="2" marL="1371600">
              <a:lnSpc>
                <a:spcPct val="100000"/>
              </a:lnSpc>
              <a:spcBef>
                <a:spcPts val="0"/>
              </a:spcBef>
              <a:spcAft>
                <a:spcPts val="0"/>
              </a:spcAft>
              <a:buSzPts val="2800"/>
              <a:buChar char="✗"/>
              <a:defRPr sz="2800"/>
            </a:lvl3pPr>
            <a:lvl4pPr indent="-406400" lvl="3" marL="1828800">
              <a:lnSpc>
                <a:spcPct val="100000"/>
              </a:lnSpc>
              <a:spcBef>
                <a:spcPts val="0"/>
              </a:spcBef>
              <a:spcAft>
                <a:spcPts val="0"/>
              </a:spcAft>
              <a:buSzPts val="2800"/>
              <a:buChar char="✗"/>
              <a:defRPr sz="2800"/>
            </a:lvl4pPr>
            <a:lvl5pPr indent="-406400" lvl="4" marL="2286000">
              <a:lnSpc>
                <a:spcPct val="100000"/>
              </a:lnSpc>
              <a:spcBef>
                <a:spcPts val="0"/>
              </a:spcBef>
              <a:spcAft>
                <a:spcPts val="0"/>
              </a:spcAft>
              <a:buSzPts val="2800"/>
              <a:buChar char="✗"/>
              <a:defRPr sz="2800"/>
            </a:lvl5pPr>
            <a:lvl6pPr indent="-406400" lvl="5" marL="2743200">
              <a:lnSpc>
                <a:spcPct val="100000"/>
              </a:lnSpc>
              <a:spcBef>
                <a:spcPts val="0"/>
              </a:spcBef>
              <a:spcAft>
                <a:spcPts val="0"/>
              </a:spcAft>
              <a:buSzPts val="2800"/>
              <a:buChar char="✗"/>
              <a:defRPr sz="2800"/>
            </a:lvl6pPr>
            <a:lvl7pPr indent="-406400" lvl="6" marL="3200400">
              <a:lnSpc>
                <a:spcPct val="100000"/>
              </a:lnSpc>
              <a:spcBef>
                <a:spcPts val="0"/>
              </a:spcBef>
              <a:spcAft>
                <a:spcPts val="0"/>
              </a:spcAft>
              <a:buSzPts val="2800"/>
              <a:buChar char="✗"/>
              <a:defRPr sz="2800"/>
            </a:lvl7pPr>
            <a:lvl8pPr indent="-406400" lvl="7" marL="3657600">
              <a:lnSpc>
                <a:spcPct val="100000"/>
              </a:lnSpc>
              <a:spcBef>
                <a:spcPts val="0"/>
              </a:spcBef>
              <a:spcAft>
                <a:spcPts val="0"/>
              </a:spcAft>
              <a:buSzPts val="2800"/>
              <a:buChar char="✗"/>
              <a:defRPr sz="2800"/>
            </a:lvl8pPr>
            <a:lvl9pPr indent="-406400" lvl="8" marL="4114800">
              <a:lnSpc>
                <a:spcPct val="100000"/>
              </a:lnSpc>
              <a:spcBef>
                <a:spcPts val="0"/>
              </a:spcBef>
              <a:spcAft>
                <a:spcPts val="0"/>
              </a:spcAft>
              <a:buSzPts val="2800"/>
              <a:buChar char="✗"/>
              <a:defRPr sz="2800"/>
            </a:lvl9pPr>
          </a:lstStyle>
          <a:p/>
        </p:txBody>
      </p:sp>
      <p:sp>
        <p:nvSpPr>
          <p:cNvPr id="132" name="Google Shape;132;p27"/>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 name="Google Shape;133;p27"/>
          <p:cNvGrpSpPr/>
          <p:nvPr/>
        </p:nvGrpSpPr>
        <p:grpSpPr>
          <a:xfrm>
            <a:off x="248150" y="722275"/>
            <a:ext cx="3447300" cy="164700"/>
            <a:chOff x="248150" y="722275"/>
            <a:chExt cx="3447300" cy="164700"/>
          </a:xfrm>
        </p:grpSpPr>
        <p:sp>
          <p:nvSpPr>
            <p:cNvPr id="134" name="Google Shape;134;p27"/>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 name="Google Shape;135;p27"/>
            <p:cNvGrpSpPr/>
            <p:nvPr/>
          </p:nvGrpSpPr>
          <p:grpSpPr>
            <a:xfrm>
              <a:off x="322595" y="769160"/>
              <a:ext cx="264664" cy="61800"/>
              <a:chOff x="322595" y="642846"/>
              <a:chExt cx="264664" cy="61800"/>
            </a:xfrm>
          </p:grpSpPr>
          <p:sp>
            <p:nvSpPr>
              <p:cNvPr id="136" name="Google Shape;136;p27"/>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7"/>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7"/>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Lesson">
  <p:cSld name="SECTION_HEADER_1_1_2_1_2_1_1_1_1">
    <p:bg>
      <p:bgPr>
        <a:solidFill>
          <a:srgbClr val="FFFFFF"/>
        </a:solidFill>
      </p:bgPr>
    </p:bg>
    <p:spTree>
      <p:nvGrpSpPr>
        <p:cNvPr id="139" name="Shape 139"/>
        <p:cNvGrpSpPr/>
        <p:nvPr/>
      </p:nvGrpSpPr>
      <p:grpSpPr>
        <a:xfrm>
          <a:off x="0" y="0"/>
          <a:ext cx="0" cy="0"/>
          <a:chOff x="0" y="0"/>
          <a:chExt cx="0" cy="0"/>
        </a:xfrm>
      </p:grpSpPr>
      <p:sp>
        <p:nvSpPr>
          <p:cNvPr id="140" name="Google Shape;140;p28"/>
          <p:cNvSpPr txBox="1"/>
          <p:nvPr/>
        </p:nvSpPr>
        <p:spPr>
          <a:xfrm>
            <a:off x="804676" y="2133000"/>
            <a:ext cx="74085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4800">
                <a:solidFill>
                  <a:srgbClr val="333FBF"/>
                </a:solidFill>
                <a:latin typeface="Roboto"/>
                <a:ea typeface="Roboto"/>
                <a:cs typeface="Roboto"/>
                <a:sym typeface="Roboto"/>
              </a:rPr>
              <a:t>End of @Home Lesson </a:t>
            </a:r>
            <a:endParaRPr b="1" sz="4800">
              <a:solidFill>
                <a:srgbClr val="333FBF"/>
              </a:solidFill>
              <a:latin typeface="Roboto"/>
              <a:ea typeface="Roboto"/>
              <a:cs typeface="Roboto"/>
              <a:sym typeface="Roboto"/>
            </a:endParaRPr>
          </a:p>
        </p:txBody>
      </p:sp>
      <p:pic>
        <p:nvPicPr>
          <p:cNvPr id="141" name="Google Shape;141;p28"/>
          <p:cNvPicPr preferRelativeResize="0"/>
          <p:nvPr/>
        </p:nvPicPr>
        <p:blipFill rotWithShape="1">
          <a:blip r:embed="rId2">
            <a:alphaModFix/>
          </a:blip>
          <a:srcRect b="0" l="0" r="0" t="0"/>
          <a:stretch/>
        </p:blipFill>
        <p:spPr>
          <a:xfrm>
            <a:off x="1342000" y="4251004"/>
            <a:ext cx="833522" cy="393600"/>
          </a:xfrm>
          <a:prstGeom prst="rect">
            <a:avLst/>
          </a:prstGeom>
          <a:noFill/>
          <a:ln>
            <a:noFill/>
          </a:ln>
        </p:spPr>
      </p:pic>
      <p:sp>
        <p:nvSpPr>
          <p:cNvPr id="142" name="Google Shape;142;p28"/>
          <p:cNvSpPr/>
          <p:nvPr/>
        </p:nvSpPr>
        <p:spPr>
          <a:xfrm>
            <a:off x="92875" y="113525"/>
            <a:ext cx="2239500" cy="443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3" name="Google Shape;143;p28"/>
          <p:cNvPicPr preferRelativeResize="0"/>
          <p:nvPr/>
        </p:nvPicPr>
        <p:blipFill rotWithShape="1">
          <a:blip r:embed="rId3">
            <a:alphaModFix/>
          </a:blip>
          <a:srcRect b="0" l="90" r="80" t="0"/>
          <a:stretch/>
        </p:blipFill>
        <p:spPr>
          <a:xfrm>
            <a:off x="228600" y="4103055"/>
            <a:ext cx="832104" cy="644449"/>
          </a:xfrm>
          <a:prstGeom prst="rect">
            <a:avLst/>
          </a:prstGeom>
          <a:noFill/>
          <a:ln>
            <a:noFill/>
          </a:ln>
        </p:spPr>
      </p:pic>
      <p:sp>
        <p:nvSpPr>
          <p:cNvPr id="144" name="Google Shape;144;p28"/>
          <p:cNvSpPr txBox="1"/>
          <p:nvPr/>
        </p:nvSpPr>
        <p:spPr>
          <a:xfrm>
            <a:off x="1399196" y="4530646"/>
            <a:ext cx="4012200" cy="301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Clr>
                <a:srgbClr val="000000"/>
              </a:buClr>
              <a:buSzPts val="1100"/>
              <a:buFont typeface="Arial"/>
              <a:buNone/>
            </a:pPr>
            <a:r>
              <a:rPr lang="en" sz="600">
                <a:solidFill>
                  <a:srgbClr val="2F2F2F"/>
                </a:solidFill>
                <a:latin typeface="Roboto"/>
                <a:ea typeface="Roboto"/>
                <a:cs typeface="Roboto"/>
                <a:sym typeface="Roboto"/>
              </a:rPr>
              <a:t>Published and Distributed by Amplify. www.amplify.com</a:t>
            </a:r>
            <a:endParaRPr i="1" sz="600">
              <a:solidFill>
                <a:srgbClr val="2F2F2F"/>
              </a:solidFill>
              <a:latin typeface="Roboto"/>
              <a:ea typeface="Roboto"/>
              <a:cs typeface="Roboto"/>
              <a:sym typeface="Roboto"/>
            </a:endParaRPr>
          </a:p>
        </p:txBody>
      </p:sp>
      <p:sp>
        <p:nvSpPr>
          <p:cNvPr id="145" name="Google Shape;145;p28"/>
          <p:cNvSpPr txBox="1"/>
          <p:nvPr>
            <p:ph idx="1"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guide id="3" pos="151">
          <p15:clr>
            <a:srgbClr val="FA7B17"/>
          </p15:clr>
        </p15:guide>
        <p15:guide id="4" orient="horz" pos="3100">
          <p15:clr>
            <a:srgbClr val="FA7B17"/>
          </p15:clr>
        </p15:guide>
        <p15:guide id="5" orient="horz" pos="2991">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p:cSld name="SECTION_HEADER_1_1_2">
    <p:bg>
      <p:bgPr>
        <a:solidFill>
          <a:srgbClr val="FFFFFF"/>
        </a:solidFill>
      </p:bgPr>
    </p:bg>
    <p:spTree>
      <p:nvGrpSpPr>
        <p:cNvPr id="150" name="Shape 150"/>
        <p:cNvGrpSpPr/>
        <p:nvPr/>
      </p:nvGrpSpPr>
      <p:grpSpPr>
        <a:xfrm>
          <a:off x="0" y="0"/>
          <a:ext cx="0" cy="0"/>
          <a:chOff x="0" y="0"/>
          <a:chExt cx="0" cy="0"/>
        </a:xfrm>
      </p:grpSpPr>
      <p:sp>
        <p:nvSpPr>
          <p:cNvPr id="151" name="Google Shape;151;p30"/>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52" name="Google Shape;152;p30"/>
          <p:cNvSpPr txBox="1"/>
          <p:nvPr>
            <p:ph idx="2" type="subTitle"/>
          </p:nvPr>
        </p:nvSpPr>
        <p:spPr>
          <a:xfrm>
            <a:off x="236875" y="164600"/>
            <a:ext cx="4335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153" name="Google Shape;153;p30"/>
          <p:cNvSpPr txBox="1"/>
          <p:nvPr>
            <p:ph idx="3" type="body"/>
          </p:nvPr>
        </p:nvSpPr>
        <p:spPr>
          <a:xfrm>
            <a:off x="804672" y="941832"/>
            <a:ext cx="7503600" cy="34383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Font typeface="Roboto"/>
              <a:buChar char="○"/>
              <a:defRPr sz="2800">
                <a:latin typeface="Roboto"/>
                <a:ea typeface="Roboto"/>
                <a:cs typeface="Roboto"/>
                <a:sym typeface="Roboto"/>
              </a:defRPr>
            </a:lvl2pPr>
            <a:lvl3pPr indent="-406400" lvl="2" marL="1371600">
              <a:lnSpc>
                <a:spcPct val="100000"/>
              </a:lnSpc>
              <a:spcBef>
                <a:spcPts val="1600"/>
              </a:spcBef>
              <a:spcAft>
                <a:spcPts val="0"/>
              </a:spcAft>
              <a:buSzPts val="2800"/>
              <a:buFont typeface="Roboto"/>
              <a:buChar char="■"/>
              <a:defRPr sz="2800">
                <a:latin typeface="Roboto"/>
                <a:ea typeface="Roboto"/>
                <a:cs typeface="Roboto"/>
                <a:sym typeface="Roboto"/>
              </a:defRPr>
            </a:lvl3pPr>
            <a:lvl4pPr indent="-406400" lvl="3" marL="1828800">
              <a:lnSpc>
                <a:spcPct val="100000"/>
              </a:lnSpc>
              <a:spcBef>
                <a:spcPts val="1600"/>
              </a:spcBef>
              <a:spcAft>
                <a:spcPts val="0"/>
              </a:spcAft>
              <a:buSzPts val="2800"/>
              <a:buFont typeface="Roboto"/>
              <a:buChar char="●"/>
              <a:defRPr sz="2800">
                <a:latin typeface="Roboto"/>
                <a:ea typeface="Roboto"/>
                <a:cs typeface="Roboto"/>
                <a:sym typeface="Roboto"/>
              </a:defRPr>
            </a:lvl4pPr>
            <a:lvl5pPr indent="-406400" lvl="4" marL="2286000">
              <a:lnSpc>
                <a:spcPct val="100000"/>
              </a:lnSpc>
              <a:spcBef>
                <a:spcPts val="1600"/>
              </a:spcBef>
              <a:spcAft>
                <a:spcPts val="0"/>
              </a:spcAft>
              <a:buSzPts val="2800"/>
              <a:buFont typeface="Roboto"/>
              <a:buChar char="○"/>
              <a:defRPr sz="2800">
                <a:latin typeface="Roboto"/>
                <a:ea typeface="Roboto"/>
                <a:cs typeface="Roboto"/>
                <a:sym typeface="Roboto"/>
              </a:defRPr>
            </a:lvl5pPr>
            <a:lvl6pPr indent="-406400" lvl="5" marL="2743200">
              <a:lnSpc>
                <a:spcPct val="100000"/>
              </a:lnSpc>
              <a:spcBef>
                <a:spcPts val="1600"/>
              </a:spcBef>
              <a:spcAft>
                <a:spcPts val="0"/>
              </a:spcAft>
              <a:buSzPts val="2800"/>
              <a:buFont typeface="Roboto"/>
              <a:buChar char="■"/>
              <a:defRPr sz="2800">
                <a:latin typeface="Roboto"/>
                <a:ea typeface="Roboto"/>
                <a:cs typeface="Roboto"/>
                <a:sym typeface="Roboto"/>
              </a:defRPr>
            </a:lvl6pPr>
            <a:lvl7pPr indent="-406400" lvl="6" marL="3200400">
              <a:lnSpc>
                <a:spcPct val="100000"/>
              </a:lnSpc>
              <a:spcBef>
                <a:spcPts val="1600"/>
              </a:spcBef>
              <a:spcAft>
                <a:spcPts val="0"/>
              </a:spcAft>
              <a:buSzPts val="2800"/>
              <a:buFont typeface="Roboto"/>
              <a:buChar char="●"/>
              <a:defRPr sz="2800">
                <a:latin typeface="Roboto"/>
                <a:ea typeface="Roboto"/>
                <a:cs typeface="Roboto"/>
                <a:sym typeface="Roboto"/>
              </a:defRPr>
            </a:lvl7pPr>
            <a:lvl8pPr indent="-406400" lvl="7" marL="3657600">
              <a:lnSpc>
                <a:spcPct val="100000"/>
              </a:lnSpc>
              <a:spcBef>
                <a:spcPts val="1600"/>
              </a:spcBef>
              <a:spcAft>
                <a:spcPts val="0"/>
              </a:spcAft>
              <a:buSzPts val="2800"/>
              <a:buFont typeface="Roboto"/>
              <a:buChar char="○"/>
              <a:defRPr sz="2800">
                <a:latin typeface="Roboto"/>
                <a:ea typeface="Roboto"/>
                <a:cs typeface="Roboto"/>
                <a:sym typeface="Roboto"/>
              </a:defRPr>
            </a:lvl8pPr>
            <a:lvl9pPr indent="-406400" lvl="8" marL="4114800">
              <a:lnSpc>
                <a:spcPct val="100000"/>
              </a:lnSpc>
              <a:spcBef>
                <a:spcPts val="1600"/>
              </a:spcBef>
              <a:spcAft>
                <a:spcPts val="1600"/>
              </a:spcAft>
              <a:buSzPts val="2800"/>
              <a:buFont typeface="Roboto"/>
              <a:buChar char="■"/>
              <a:defRPr sz="2800">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pos="2880">
          <p15:clr>
            <a:srgbClr val="F9AD4C"/>
          </p15:clr>
        </p15:guide>
        <p15:guide id="3" orient="horz" pos="216">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Title">
  <p:cSld name="SECTION_HEADER_1_1_2_4">
    <p:bg>
      <p:bgPr>
        <a:solidFill>
          <a:srgbClr val="FFFFFF"/>
        </a:solidFill>
      </p:bgPr>
    </p:bg>
    <p:spTree>
      <p:nvGrpSpPr>
        <p:cNvPr id="154" name="Shape 154"/>
        <p:cNvGrpSpPr/>
        <p:nvPr/>
      </p:nvGrpSpPr>
      <p:grpSpPr>
        <a:xfrm>
          <a:off x="0" y="0"/>
          <a:ext cx="0" cy="0"/>
          <a:chOff x="0" y="0"/>
          <a:chExt cx="0" cy="0"/>
        </a:xfrm>
      </p:grpSpPr>
      <p:sp>
        <p:nvSpPr>
          <p:cNvPr id="155" name="Google Shape;155;p31"/>
          <p:cNvSpPr/>
          <p:nvPr/>
        </p:nvSpPr>
        <p:spPr>
          <a:xfrm>
            <a:off x="0" y="0"/>
            <a:ext cx="9144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1"/>
          <p:cNvSpPr txBox="1"/>
          <p:nvPr>
            <p:ph idx="1" type="subTitle"/>
          </p:nvPr>
        </p:nvSpPr>
        <p:spPr>
          <a:xfrm>
            <a:off x="804672" y="2048256"/>
            <a:ext cx="6080700" cy="576000"/>
          </a:xfrm>
          <a:prstGeom prst="rect">
            <a:avLst/>
          </a:prstGeom>
        </p:spPr>
        <p:txBody>
          <a:bodyPr anchorCtr="0" anchor="t" bIns="91425" lIns="91425" spcFirstLastPara="1" rIns="91425" wrap="square" tIns="91425">
            <a:noAutofit/>
          </a:bodyPr>
          <a:lstStyle>
            <a:lvl1pPr lvl="0">
              <a:spcBef>
                <a:spcPts val="0"/>
              </a:spcBef>
              <a:spcAft>
                <a:spcPts val="0"/>
              </a:spcAft>
              <a:buNone/>
              <a:defRPr b="1">
                <a:solidFill>
                  <a:srgbClr val="FFFFFF"/>
                </a:solidFill>
                <a:latin typeface="Roboto"/>
                <a:ea typeface="Roboto"/>
                <a:cs typeface="Roboto"/>
                <a:sym typeface="Roboto"/>
              </a:defRPr>
            </a:lvl1pPr>
            <a:lvl2pPr lvl="1">
              <a:spcBef>
                <a:spcPts val="1600"/>
              </a:spcBef>
              <a:spcAft>
                <a:spcPts val="0"/>
              </a:spcAft>
              <a:buNone/>
              <a:defRPr b="1">
                <a:solidFill>
                  <a:srgbClr val="FFFFFF"/>
                </a:solidFill>
                <a:latin typeface="Roboto"/>
                <a:ea typeface="Roboto"/>
                <a:cs typeface="Roboto"/>
                <a:sym typeface="Roboto"/>
              </a:defRPr>
            </a:lvl2pPr>
            <a:lvl3pPr lvl="2">
              <a:spcBef>
                <a:spcPts val="1600"/>
              </a:spcBef>
              <a:spcAft>
                <a:spcPts val="0"/>
              </a:spcAft>
              <a:buNone/>
              <a:defRPr b="1">
                <a:solidFill>
                  <a:srgbClr val="FFFFFF"/>
                </a:solidFill>
                <a:latin typeface="Roboto"/>
                <a:ea typeface="Roboto"/>
                <a:cs typeface="Roboto"/>
                <a:sym typeface="Roboto"/>
              </a:defRPr>
            </a:lvl3pPr>
            <a:lvl4pPr lvl="3">
              <a:spcBef>
                <a:spcPts val="1600"/>
              </a:spcBef>
              <a:spcAft>
                <a:spcPts val="0"/>
              </a:spcAft>
              <a:buNone/>
              <a:defRPr b="1">
                <a:solidFill>
                  <a:srgbClr val="FFFFFF"/>
                </a:solidFill>
                <a:latin typeface="Roboto"/>
                <a:ea typeface="Roboto"/>
                <a:cs typeface="Roboto"/>
                <a:sym typeface="Roboto"/>
              </a:defRPr>
            </a:lvl4pPr>
            <a:lvl5pPr lvl="4">
              <a:spcBef>
                <a:spcPts val="1600"/>
              </a:spcBef>
              <a:spcAft>
                <a:spcPts val="0"/>
              </a:spcAft>
              <a:buNone/>
              <a:defRPr b="1">
                <a:solidFill>
                  <a:srgbClr val="FFFFFF"/>
                </a:solidFill>
                <a:latin typeface="Roboto"/>
                <a:ea typeface="Roboto"/>
                <a:cs typeface="Roboto"/>
                <a:sym typeface="Roboto"/>
              </a:defRPr>
            </a:lvl5pPr>
            <a:lvl6pPr lvl="5">
              <a:spcBef>
                <a:spcPts val="1600"/>
              </a:spcBef>
              <a:spcAft>
                <a:spcPts val="0"/>
              </a:spcAft>
              <a:buNone/>
              <a:defRPr b="1">
                <a:solidFill>
                  <a:srgbClr val="FFFFFF"/>
                </a:solidFill>
                <a:latin typeface="Roboto"/>
                <a:ea typeface="Roboto"/>
                <a:cs typeface="Roboto"/>
                <a:sym typeface="Roboto"/>
              </a:defRPr>
            </a:lvl6pPr>
            <a:lvl7pPr lvl="6">
              <a:spcBef>
                <a:spcPts val="1600"/>
              </a:spcBef>
              <a:spcAft>
                <a:spcPts val="0"/>
              </a:spcAft>
              <a:buNone/>
              <a:defRPr b="1">
                <a:solidFill>
                  <a:srgbClr val="FFFFFF"/>
                </a:solidFill>
                <a:latin typeface="Roboto"/>
                <a:ea typeface="Roboto"/>
                <a:cs typeface="Roboto"/>
                <a:sym typeface="Roboto"/>
              </a:defRPr>
            </a:lvl7pPr>
            <a:lvl8pPr lvl="7">
              <a:spcBef>
                <a:spcPts val="1600"/>
              </a:spcBef>
              <a:spcAft>
                <a:spcPts val="0"/>
              </a:spcAft>
              <a:buNone/>
              <a:defRPr b="1">
                <a:solidFill>
                  <a:srgbClr val="FFFFFF"/>
                </a:solidFill>
                <a:latin typeface="Roboto"/>
                <a:ea typeface="Roboto"/>
                <a:cs typeface="Roboto"/>
                <a:sym typeface="Roboto"/>
              </a:defRPr>
            </a:lvl8pPr>
            <a:lvl9pPr lvl="8">
              <a:spcBef>
                <a:spcPts val="1600"/>
              </a:spcBef>
              <a:spcAft>
                <a:spcPts val="1600"/>
              </a:spcAft>
              <a:buNone/>
              <a:defRPr b="1">
                <a:solidFill>
                  <a:srgbClr val="FFFFFF"/>
                </a:solidFill>
                <a:latin typeface="Roboto"/>
                <a:ea typeface="Roboto"/>
                <a:cs typeface="Roboto"/>
                <a:sym typeface="Roboto"/>
              </a:defRPr>
            </a:lvl9pPr>
          </a:lstStyle>
          <a:p/>
        </p:txBody>
      </p:sp>
      <p:sp>
        <p:nvSpPr>
          <p:cNvPr id="157" name="Google Shape;157;p31"/>
          <p:cNvSpPr txBox="1"/>
          <p:nvPr>
            <p:ph type="title"/>
          </p:nvPr>
        </p:nvSpPr>
        <p:spPr>
          <a:xfrm>
            <a:off x="804675" y="2477494"/>
            <a:ext cx="6080700" cy="856800"/>
          </a:xfrm>
          <a:prstGeom prst="rect">
            <a:avLst/>
          </a:prstGeom>
        </p:spPr>
        <p:txBody>
          <a:bodyPr anchorCtr="0" anchor="t" bIns="91425" lIns="91425" spcFirstLastPara="1" rIns="91425" wrap="square" tIns="91425">
            <a:noAutofit/>
          </a:bodyPr>
          <a:lstStyle>
            <a:lvl1pPr lvl="0">
              <a:spcBef>
                <a:spcPts val="0"/>
              </a:spcBef>
              <a:spcAft>
                <a:spcPts val="0"/>
              </a:spcAft>
              <a:buClr>
                <a:srgbClr val="FFFFFF"/>
              </a:buClr>
              <a:buSzPts val="4000"/>
              <a:buNone/>
              <a:defRPr sz="4000">
                <a:solidFill>
                  <a:srgbClr val="FFFFFF"/>
                </a:solidFill>
              </a:defRPr>
            </a:lvl1pPr>
            <a:lvl2pPr lvl="1">
              <a:spcBef>
                <a:spcPts val="0"/>
              </a:spcBef>
              <a:spcAft>
                <a:spcPts val="0"/>
              </a:spcAft>
              <a:buClr>
                <a:srgbClr val="FFFFFF"/>
              </a:buClr>
              <a:buSzPts val="3000"/>
              <a:buNone/>
              <a:defRPr sz="3000">
                <a:solidFill>
                  <a:srgbClr val="FFFFFF"/>
                </a:solidFill>
              </a:defRPr>
            </a:lvl2pPr>
            <a:lvl3pPr lvl="2">
              <a:spcBef>
                <a:spcPts val="0"/>
              </a:spcBef>
              <a:spcAft>
                <a:spcPts val="0"/>
              </a:spcAft>
              <a:buClr>
                <a:srgbClr val="FFFFFF"/>
              </a:buClr>
              <a:buSzPts val="3000"/>
              <a:buNone/>
              <a:defRPr sz="3000">
                <a:solidFill>
                  <a:srgbClr val="FFFFFF"/>
                </a:solidFill>
              </a:defRPr>
            </a:lvl3pPr>
            <a:lvl4pPr lvl="3">
              <a:spcBef>
                <a:spcPts val="0"/>
              </a:spcBef>
              <a:spcAft>
                <a:spcPts val="0"/>
              </a:spcAft>
              <a:buClr>
                <a:srgbClr val="FFFFFF"/>
              </a:buClr>
              <a:buSzPts val="3000"/>
              <a:buNone/>
              <a:defRPr sz="3000">
                <a:solidFill>
                  <a:srgbClr val="FFFFFF"/>
                </a:solidFill>
              </a:defRPr>
            </a:lvl4pPr>
            <a:lvl5pPr lvl="4">
              <a:spcBef>
                <a:spcPts val="0"/>
              </a:spcBef>
              <a:spcAft>
                <a:spcPts val="0"/>
              </a:spcAft>
              <a:buClr>
                <a:srgbClr val="FFFFFF"/>
              </a:buClr>
              <a:buSzPts val="3000"/>
              <a:buNone/>
              <a:defRPr sz="3000">
                <a:solidFill>
                  <a:srgbClr val="FFFFFF"/>
                </a:solidFill>
              </a:defRPr>
            </a:lvl5pPr>
            <a:lvl6pPr lvl="5">
              <a:spcBef>
                <a:spcPts val="0"/>
              </a:spcBef>
              <a:spcAft>
                <a:spcPts val="0"/>
              </a:spcAft>
              <a:buClr>
                <a:srgbClr val="FFFFFF"/>
              </a:buClr>
              <a:buSzPts val="3000"/>
              <a:buNone/>
              <a:defRPr sz="3000">
                <a:solidFill>
                  <a:srgbClr val="FFFFFF"/>
                </a:solidFill>
              </a:defRPr>
            </a:lvl6pPr>
            <a:lvl7pPr lvl="6">
              <a:spcBef>
                <a:spcPts val="0"/>
              </a:spcBef>
              <a:spcAft>
                <a:spcPts val="0"/>
              </a:spcAft>
              <a:buClr>
                <a:srgbClr val="FFFFFF"/>
              </a:buClr>
              <a:buSzPts val="3000"/>
              <a:buNone/>
              <a:defRPr sz="3000">
                <a:solidFill>
                  <a:srgbClr val="FFFFFF"/>
                </a:solidFill>
              </a:defRPr>
            </a:lvl7pPr>
            <a:lvl8pPr lvl="7">
              <a:spcBef>
                <a:spcPts val="0"/>
              </a:spcBef>
              <a:spcAft>
                <a:spcPts val="0"/>
              </a:spcAft>
              <a:buClr>
                <a:srgbClr val="FFFFFF"/>
              </a:buClr>
              <a:buSzPts val="3000"/>
              <a:buNone/>
              <a:defRPr sz="3000">
                <a:solidFill>
                  <a:srgbClr val="FFFFFF"/>
                </a:solidFill>
              </a:defRPr>
            </a:lvl8pPr>
            <a:lvl9pPr lvl="8">
              <a:spcBef>
                <a:spcPts val="0"/>
              </a:spcBef>
              <a:spcAft>
                <a:spcPts val="0"/>
              </a:spcAft>
              <a:buClr>
                <a:srgbClr val="FFFFFF"/>
              </a:buClr>
              <a:buSzPts val="3000"/>
              <a:buNone/>
              <a:defRPr sz="3000">
                <a:solidFill>
                  <a:srgbClr val="FFFFFF"/>
                </a:solidFill>
              </a:defRPr>
            </a:lvl9pPr>
          </a:lstStyle>
          <a:p/>
        </p:txBody>
      </p:sp>
      <p:sp>
        <p:nvSpPr>
          <p:cNvPr id="158" name="Google Shape;158;p31"/>
          <p:cNvSpPr txBox="1"/>
          <p:nvPr>
            <p:ph idx="2" type="subTitle"/>
          </p:nvPr>
        </p:nvSpPr>
        <p:spPr>
          <a:xfrm>
            <a:off x="6839700"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FFFFFF"/>
                </a:solidFill>
                <a:latin typeface="Roboto"/>
                <a:ea typeface="Roboto"/>
                <a:cs typeface="Roboto"/>
                <a:sym typeface="Roboto"/>
              </a:defRPr>
            </a:lvl1pPr>
            <a:lvl2pPr lvl="1">
              <a:spcBef>
                <a:spcPts val="0"/>
              </a:spcBef>
              <a:spcAft>
                <a:spcPts val="0"/>
              </a:spcAft>
              <a:buNone/>
              <a:defRPr b="1">
                <a:solidFill>
                  <a:srgbClr val="FFFFFF"/>
                </a:solidFill>
                <a:latin typeface="Roboto"/>
                <a:ea typeface="Roboto"/>
                <a:cs typeface="Roboto"/>
                <a:sym typeface="Roboto"/>
              </a:defRPr>
            </a:lvl2pPr>
            <a:lvl3pPr lvl="2">
              <a:spcBef>
                <a:spcPts val="1600"/>
              </a:spcBef>
              <a:spcAft>
                <a:spcPts val="0"/>
              </a:spcAft>
              <a:buNone/>
              <a:defRPr b="1">
                <a:solidFill>
                  <a:srgbClr val="FFFFFF"/>
                </a:solidFill>
                <a:latin typeface="Roboto"/>
                <a:ea typeface="Roboto"/>
                <a:cs typeface="Roboto"/>
                <a:sym typeface="Roboto"/>
              </a:defRPr>
            </a:lvl3pPr>
            <a:lvl4pPr lvl="3">
              <a:spcBef>
                <a:spcPts val="1600"/>
              </a:spcBef>
              <a:spcAft>
                <a:spcPts val="0"/>
              </a:spcAft>
              <a:buNone/>
              <a:defRPr b="1">
                <a:solidFill>
                  <a:srgbClr val="FFFFFF"/>
                </a:solidFill>
                <a:latin typeface="Roboto"/>
                <a:ea typeface="Roboto"/>
                <a:cs typeface="Roboto"/>
                <a:sym typeface="Roboto"/>
              </a:defRPr>
            </a:lvl4pPr>
            <a:lvl5pPr lvl="4">
              <a:spcBef>
                <a:spcPts val="1600"/>
              </a:spcBef>
              <a:spcAft>
                <a:spcPts val="0"/>
              </a:spcAft>
              <a:buNone/>
              <a:defRPr b="1">
                <a:solidFill>
                  <a:srgbClr val="FFFFFF"/>
                </a:solidFill>
                <a:latin typeface="Roboto"/>
                <a:ea typeface="Roboto"/>
                <a:cs typeface="Roboto"/>
                <a:sym typeface="Roboto"/>
              </a:defRPr>
            </a:lvl5pPr>
            <a:lvl6pPr lvl="5">
              <a:spcBef>
                <a:spcPts val="1600"/>
              </a:spcBef>
              <a:spcAft>
                <a:spcPts val="0"/>
              </a:spcAft>
              <a:buNone/>
              <a:defRPr b="1">
                <a:solidFill>
                  <a:srgbClr val="FFFFFF"/>
                </a:solidFill>
                <a:latin typeface="Roboto"/>
                <a:ea typeface="Roboto"/>
                <a:cs typeface="Roboto"/>
                <a:sym typeface="Roboto"/>
              </a:defRPr>
            </a:lvl6pPr>
            <a:lvl7pPr lvl="6">
              <a:spcBef>
                <a:spcPts val="1600"/>
              </a:spcBef>
              <a:spcAft>
                <a:spcPts val="0"/>
              </a:spcAft>
              <a:buNone/>
              <a:defRPr b="1">
                <a:solidFill>
                  <a:srgbClr val="FFFFFF"/>
                </a:solidFill>
                <a:latin typeface="Roboto"/>
                <a:ea typeface="Roboto"/>
                <a:cs typeface="Roboto"/>
                <a:sym typeface="Roboto"/>
              </a:defRPr>
            </a:lvl7pPr>
            <a:lvl8pPr lvl="7">
              <a:spcBef>
                <a:spcPts val="1600"/>
              </a:spcBef>
              <a:spcAft>
                <a:spcPts val="0"/>
              </a:spcAft>
              <a:buNone/>
              <a:defRPr b="1">
                <a:solidFill>
                  <a:srgbClr val="FFFFFF"/>
                </a:solidFill>
                <a:latin typeface="Roboto"/>
                <a:ea typeface="Roboto"/>
                <a:cs typeface="Roboto"/>
                <a:sym typeface="Roboto"/>
              </a:defRPr>
            </a:lvl8pPr>
            <a:lvl9pPr lvl="8">
              <a:spcBef>
                <a:spcPts val="1600"/>
              </a:spcBef>
              <a:spcAft>
                <a:spcPts val="1600"/>
              </a:spcAft>
              <a:buNone/>
              <a:defRPr b="1">
                <a:solidFill>
                  <a:srgbClr val="FFFFFF"/>
                </a:solidFill>
                <a:latin typeface="Roboto"/>
                <a:ea typeface="Roboto"/>
                <a:cs typeface="Roboto"/>
                <a:sym typeface="Roboto"/>
              </a:defRPr>
            </a:lvl9pPr>
          </a:lstStyle>
          <a:p/>
        </p:txBody>
      </p:sp>
      <p:sp>
        <p:nvSpPr>
          <p:cNvPr id="159" name="Google Shape;159;p31"/>
          <p:cNvSpPr txBox="1"/>
          <p:nvPr>
            <p:ph idx="3" type="subTitle"/>
          </p:nvPr>
        </p:nvSpPr>
        <p:spPr>
          <a:xfrm>
            <a:off x="228600" y="164600"/>
            <a:ext cx="43434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FFFFFF"/>
                </a:solidFill>
                <a:latin typeface="Roboto"/>
                <a:ea typeface="Roboto"/>
                <a:cs typeface="Roboto"/>
                <a:sym typeface="Roboto"/>
              </a:defRPr>
            </a:lvl1pPr>
            <a:lvl2pPr lvl="1">
              <a:spcBef>
                <a:spcPts val="0"/>
              </a:spcBef>
              <a:spcAft>
                <a:spcPts val="0"/>
              </a:spcAft>
              <a:buNone/>
              <a:defRPr>
                <a:solidFill>
                  <a:srgbClr val="FFFFFF"/>
                </a:solidFill>
                <a:latin typeface="Roboto"/>
                <a:ea typeface="Roboto"/>
                <a:cs typeface="Roboto"/>
                <a:sym typeface="Roboto"/>
              </a:defRPr>
            </a:lvl2pPr>
            <a:lvl3pPr lvl="2">
              <a:spcBef>
                <a:spcPts val="1600"/>
              </a:spcBef>
              <a:spcAft>
                <a:spcPts val="0"/>
              </a:spcAft>
              <a:buNone/>
              <a:defRPr>
                <a:solidFill>
                  <a:srgbClr val="FFFFFF"/>
                </a:solidFill>
                <a:latin typeface="Roboto"/>
                <a:ea typeface="Roboto"/>
                <a:cs typeface="Roboto"/>
                <a:sym typeface="Roboto"/>
              </a:defRPr>
            </a:lvl3pPr>
            <a:lvl4pPr lvl="3">
              <a:spcBef>
                <a:spcPts val="1600"/>
              </a:spcBef>
              <a:spcAft>
                <a:spcPts val="0"/>
              </a:spcAft>
              <a:buNone/>
              <a:defRPr>
                <a:solidFill>
                  <a:srgbClr val="FFFFFF"/>
                </a:solidFill>
                <a:latin typeface="Roboto"/>
                <a:ea typeface="Roboto"/>
                <a:cs typeface="Roboto"/>
                <a:sym typeface="Roboto"/>
              </a:defRPr>
            </a:lvl4pPr>
            <a:lvl5pPr lvl="4">
              <a:spcBef>
                <a:spcPts val="1600"/>
              </a:spcBef>
              <a:spcAft>
                <a:spcPts val="0"/>
              </a:spcAft>
              <a:buNone/>
              <a:defRPr>
                <a:solidFill>
                  <a:srgbClr val="FFFFFF"/>
                </a:solidFill>
                <a:latin typeface="Roboto"/>
                <a:ea typeface="Roboto"/>
                <a:cs typeface="Roboto"/>
                <a:sym typeface="Roboto"/>
              </a:defRPr>
            </a:lvl5pPr>
            <a:lvl6pPr lvl="5">
              <a:spcBef>
                <a:spcPts val="1600"/>
              </a:spcBef>
              <a:spcAft>
                <a:spcPts val="0"/>
              </a:spcAft>
              <a:buNone/>
              <a:defRPr>
                <a:solidFill>
                  <a:srgbClr val="FFFFFF"/>
                </a:solidFill>
                <a:latin typeface="Roboto"/>
                <a:ea typeface="Roboto"/>
                <a:cs typeface="Roboto"/>
                <a:sym typeface="Roboto"/>
              </a:defRPr>
            </a:lvl6pPr>
            <a:lvl7pPr lvl="6">
              <a:spcBef>
                <a:spcPts val="1600"/>
              </a:spcBef>
              <a:spcAft>
                <a:spcPts val="0"/>
              </a:spcAft>
              <a:buNone/>
              <a:defRPr>
                <a:solidFill>
                  <a:srgbClr val="FFFFFF"/>
                </a:solidFill>
                <a:latin typeface="Roboto"/>
                <a:ea typeface="Roboto"/>
                <a:cs typeface="Roboto"/>
                <a:sym typeface="Roboto"/>
              </a:defRPr>
            </a:lvl7pPr>
            <a:lvl8pPr lvl="7">
              <a:spcBef>
                <a:spcPts val="1600"/>
              </a:spcBef>
              <a:spcAft>
                <a:spcPts val="0"/>
              </a:spcAft>
              <a:buNone/>
              <a:defRPr>
                <a:solidFill>
                  <a:srgbClr val="FFFFFF"/>
                </a:solidFill>
                <a:latin typeface="Roboto"/>
                <a:ea typeface="Roboto"/>
                <a:cs typeface="Roboto"/>
                <a:sym typeface="Roboto"/>
              </a:defRPr>
            </a:lvl8pPr>
            <a:lvl9pPr lvl="8">
              <a:spcBef>
                <a:spcPts val="1600"/>
              </a:spcBef>
              <a:spcAft>
                <a:spcPts val="1600"/>
              </a:spcAft>
              <a:buNone/>
              <a:defRPr>
                <a:solidFill>
                  <a:srgbClr val="FFFFFF"/>
                </a:solidFill>
                <a:latin typeface="Roboto"/>
                <a:ea typeface="Roboto"/>
                <a:cs typeface="Roboto"/>
                <a:sym typeface="Roboto"/>
              </a:defRPr>
            </a:lvl9pPr>
          </a:lstStyle>
          <a:p/>
        </p:txBody>
      </p:sp>
      <p:pic>
        <p:nvPicPr>
          <p:cNvPr id="160" name="Google Shape;160;p31"/>
          <p:cNvPicPr preferRelativeResize="0"/>
          <p:nvPr/>
        </p:nvPicPr>
        <p:blipFill>
          <a:blip r:embed="rId2">
            <a:alphaModFix/>
          </a:blip>
          <a:stretch>
            <a:fillRect/>
          </a:stretch>
        </p:blipFill>
        <p:spPr>
          <a:xfrm>
            <a:off x="8716563" y="173736"/>
            <a:ext cx="193362" cy="224275"/>
          </a:xfrm>
          <a:prstGeom prst="rect">
            <a:avLst/>
          </a:prstGeom>
          <a:noFill/>
          <a:ln>
            <a:noFill/>
          </a:ln>
        </p:spPr>
      </p:pic>
    </p:spTree>
  </p:cSld>
  <p:clrMapOvr>
    <a:masterClrMapping/>
  </p:clrMapOvr>
  <p:extLst>
    <p:ext uri="{DCECCB84-F9BA-43D5-87BE-67443E8EF086}">
      <p15:sldGuideLst>
        <p15:guide id="1" pos="144">
          <p15:clr>
            <a:srgbClr val="F9AD4C"/>
          </p15:clr>
        </p15:guide>
        <p15:guide id="2" pos="2880">
          <p15:clr>
            <a:srgbClr val="F9AD4C"/>
          </p15:clr>
        </p15:guide>
        <p15:guide id="3" pos="5451">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creenshot Fullscreen - pg#">
  <p:cSld name="CUSTOM">
    <p:spTree>
      <p:nvGrpSpPr>
        <p:cNvPr id="161" name="Shape 161"/>
        <p:cNvGrpSpPr/>
        <p:nvPr/>
      </p:nvGrpSpPr>
      <p:grpSpPr>
        <a:xfrm>
          <a:off x="0" y="0"/>
          <a:ext cx="0" cy="0"/>
          <a:chOff x="0" y="0"/>
          <a:chExt cx="0" cy="0"/>
        </a:xfrm>
      </p:grpSpPr>
      <p:pic>
        <p:nvPicPr>
          <p:cNvPr id="162" name="Google Shape;162;p32"/>
          <p:cNvPicPr preferRelativeResize="0"/>
          <p:nvPr/>
        </p:nvPicPr>
        <p:blipFill rotWithShape="1">
          <a:blip r:embed="rId2">
            <a:alphaModFix/>
          </a:blip>
          <a:srcRect b="0" l="0" r="0" t="18540"/>
          <a:stretch/>
        </p:blipFill>
        <p:spPr>
          <a:xfrm>
            <a:off x="75" y="4701168"/>
            <a:ext cx="9144000" cy="249525"/>
          </a:xfrm>
          <a:prstGeom prst="rect">
            <a:avLst/>
          </a:prstGeom>
          <a:noFill/>
          <a:ln>
            <a:noFill/>
          </a:ln>
        </p:spPr>
      </p:pic>
      <p:sp>
        <p:nvSpPr>
          <p:cNvPr id="163" name="Google Shape;163;p32"/>
          <p:cNvSpPr/>
          <p:nvPr/>
        </p:nvSpPr>
        <p:spPr>
          <a:xfrm>
            <a:off x="75" y="622975"/>
            <a:ext cx="9144000" cy="4096500"/>
          </a:xfrm>
          <a:prstGeom prst="rect">
            <a:avLst/>
          </a:prstGeom>
          <a:solidFill>
            <a:srgbClr val="F6F6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4" name="Google Shape;164;p32"/>
          <p:cNvGrpSpPr/>
          <p:nvPr/>
        </p:nvGrpSpPr>
        <p:grpSpPr>
          <a:xfrm>
            <a:off x="-75" y="457670"/>
            <a:ext cx="9144000" cy="165300"/>
            <a:chOff x="0" y="548800"/>
            <a:chExt cx="9144000" cy="165300"/>
          </a:xfrm>
        </p:grpSpPr>
        <p:sp>
          <p:nvSpPr>
            <p:cNvPr id="165" name="Google Shape;165;p32"/>
            <p:cNvSpPr/>
            <p:nvPr/>
          </p:nvSpPr>
          <p:spPr>
            <a:xfrm>
              <a:off x="0" y="548800"/>
              <a:ext cx="9144000" cy="165300"/>
            </a:xfrm>
            <a:prstGeom prst="round2SameRect">
              <a:avLst>
                <a:gd fmla="val 16667" name="adj1"/>
                <a:gd fmla="val 0" name="adj2"/>
              </a:avLst>
            </a:prstGeom>
            <a:solidFill>
              <a:srgbClr val="333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2"/>
            <p:cNvSpPr/>
            <p:nvPr/>
          </p:nvSpPr>
          <p:spPr>
            <a:xfrm>
              <a:off x="9211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2"/>
            <p:cNvSpPr/>
            <p:nvPr/>
          </p:nvSpPr>
          <p:spPr>
            <a:xfrm>
              <a:off x="21614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2"/>
            <p:cNvSpPr/>
            <p:nvPr/>
          </p:nvSpPr>
          <p:spPr>
            <a:xfrm>
              <a:off x="340175"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 name="Google Shape;169;p3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170" name="Google Shape;170;p32"/>
          <p:cNvSpPr txBox="1"/>
          <p:nvPr>
            <p:ph idx="2" type="subTitle"/>
          </p:nvPr>
        </p:nvSpPr>
        <p:spPr>
          <a:xfrm>
            <a:off x="7598664" y="117750"/>
            <a:ext cx="13167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1100">
                <a:solidFill>
                  <a:srgbClr val="333FBF"/>
                </a:solidFill>
                <a:latin typeface="Roboto"/>
                <a:ea typeface="Roboto"/>
                <a:cs typeface="Roboto"/>
                <a:sym typeface="Roboto"/>
              </a:defRPr>
            </a:lvl1pPr>
            <a:lvl2pPr lvl="1">
              <a:spcBef>
                <a:spcPts val="0"/>
              </a:spcBef>
              <a:spcAft>
                <a:spcPts val="0"/>
              </a:spcAft>
              <a:buNone/>
              <a:defRPr b="1" sz="1100">
                <a:solidFill>
                  <a:srgbClr val="333FBF"/>
                </a:solidFill>
                <a:latin typeface="Roboto"/>
                <a:ea typeface="Roboto"/>
                <a:cs typeface="Roboto"/>
                <a:sym typeface="Roboto"/>
              </a:defRPr>
            </a:lvl2pPr>
            <a:lvl3pPr lvl="2">
              <a:spcBef>
                <a:spcPts val="1600"/>
              </a:spcBef>
              <a:spcAft>
                <a:spcPts val="0"/>
              </a:spcAft>
              <a:buNone/>
              <a:defRPr b="1" sz="1100">
                <a:solidFill>
                  <a:srgbClr val="333FBF"/>
                </a:solidFill>
                <a:latin typeface="Roboto"/>
                <a:ea typeface="Roboto"/>
                <a:cs typeface="Roboto"/>
                <a:sym typeface="Roboto"/>
              </a:defRPr>
            </a:lvl3pPr>
            <a:lvl4pPr lvl="3">
              <a:spcBef>
                <a:spcPts val="1600"/>
              </a:spcBef>
              <a:spcAft>
                <a:spcPts val="0"/>
              </a:spcAft>
              <a:buNone/>
              <a:defRPr b="1" sz="1100">
                <a:solidFill>
                  <a:srgbClr val="333FBF"/>
                </a:solidFill>
                <a:latin typeface="Roboto"/>
                <a:ea typeface="Roboto"/>
                <a:cs typeface="Roboto"/>
                <a:sym typeface="Roboto"/>
              </a:defRPr>
            </a:lvl4pPr>
            <a:lvl5pPr lvl="4">
              <a:spcBef>
                <a:spcPts val="1600"/>
              </a:spcBef>
              <a:spcAft>
                <a:spcPts val="0"/>
              </a:spcAft>
              <a:buNone/>
              <a:defRPr b="1" sz="1100">
                <a:solidFill>
                  <a:srgbClr val="333FBF"/>
                </a:solidFill>
                <a:latin typeface="Roboto"/>
                <a:ea typeface="Roboto"/>
                <a:cs typeface="Roboto"/>
                <a:sym typeface="Roboto"/>
              </a:defRPr>
            </a:lvl5pPr>
            <a:lvl6pPr lvl="5">
              <a:spcBef>
                <a:spcPts val="1600"/>
              </a:spcBef>
              <a:spcAft>
                <a:spcPts val="0"/>
              </a:spcAft>
              <a:buNone/>
              <a:defRPr b="1" sz="1100">
                <a:solidFill>
                  <a:srgbClr val="333FBF"/>
                </a:solidFill>
                <a:latin typeface="Roboto"/>
                <a:ea typeface="Roboto"/>
                <a:cs typeface="Roboto"/>
                <a:sym typeface="Roboto"/>
              </a:defRPr>
            </a:lvl6pPr>
            <a:lvl7pPr lvl="6">
              <a:spcBef>
                <a:spcPts val="1600"/>
              </a:spcBef>
              <a:spcAft>
                <a:spcPts val="0"/>
              </a:spcAft>
              <a:buNone/>
              <a:defRPr b="1" sz="1100">
                <a:solidFill>
                  <a:srgbClr val="333FBF"/>
                </a:solidFill>
                <a:latin typeface="Roboto"/>
                <a:ea typeface="Roboto"/>
                <a:cs typeface="Roboto"/>
                <a:sym typeface="Roboto"/>
              </a:defRPr>
            </a:lvl7pPr>
            <a:lvl8pPr lvl="7">
              <a:spcBef>
                <a:spcPts val="1600"/>
              </a:spcBef>
              <a:spcAft>
                <a:spcPts val="0"/>
              </a:spcAft>
              <a:buNone/>
              <a:defRPr b="1" sz="1100">
                <a:solidFill>
                  <a:srgbClr val="333FBF"/>
                </a:solidFill>
                <a:latin typeface="Roboto"/>
                <a:ea typeface="Roboto"/>
                <a:cs typeface="Roboto"/>
                <a:sym typeface="Roboto"/>
              </a:defRPr>
            </a:lvl8pPr>
            <a:lvl9pPr lvl="8">
              <a:spcBef>
                <a:spcPts val="1600"/>
              </a:spcBef>
              <a:spcAft>
                <a:spcPts val="1600"/>
              </a:spcAft>
              <a:buNone/>
              <a:defRPr b="1" sz="1100">
                <a:solidFill>
                  <a:srgbClr val="333FBF"/>
                </a:solidFill>
                <a:latin typeface="Roboto"/>
                <a:ea typeface="Roboto"/>
                <a:cs typeface="Roboto"/>
                <a:sym typeface="Roboto"/>
              </a:defRPr>
            </a:lvl9pPr>
          </a:lstStyle>
          <a:p/>
        </p:txBody>
      </p:sp>
      <p:sp>
        <p:nvSpPr>
          <p:cNvPr id="171" name="Google Shape;171;p32"/>
          <p:cNvSpPr txBox="1"/>
          <p:nvPr>
            <p:ph idx="3" type="subTitle"/>
          </p:nvPr>
        </p:nvSpPr>
        <p:spPr>
          <a:xfrm>
            <a:off x="236875" y="117756"/>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1100">
                <a:solidFill>
                  <a:srgbClr val="333FBF"/>
                </a:solidFill>
                <a:latin typeface="Roboto"/>
                <a:ea typeface="Roboto"/>
                <a:cs typeface="Roboto"/>
                <a:sym typeface="Roboto"/>
              </a:defRPr>
            </a:lvl1pPr>
            <a:lvl2pPr lvl="1">
              <a:spcBef>
                <a:spcPts val="0"/>
              </a:spcBef>
              <a:spcAft>
                <a:spcPts val="0"/>
              </a:spcAft>
              <a:buNone/>
              <a:defRPr sz="1100">
                <a:solidFill>
                  <a:srgbClr val="333FBF"/>
                </a:solidFill>
              </a:defRPr>
            </a:lvl2pPr>
            <a:lvl3pPr lvl="2">
              <a:spcBef>
                <a:spcPts val="1600"/>
              </a:spcBef>
              <a:spcAft>
                <a:spcPts val="0"/>
              </a:spcAft>
              <a:buNone/>
              <a:defRPr sz="1100">
                <a:solidFill>
                  <a:srgbClr val="333FBF"/>
                </a:solidFill>
              </a:defRPr>
            </a:lvl3pPr>
            <a:lvl4pPr lvl="3">
              <a:spcBef>
                <a:spcPts val="1600"/>
              </a:spcBef>
              <a:spcAft>
                <a:spcPts val="0"/>
              </a:spcAft>
              <a:buNone/>
              <a:defRPr sz="1100">
                <a:solidFill>
                  <a:srgbClr val="333FBF"/>
                </a:solidFill>
              </a:defRPr>
            </a:lvl4pPr>
            <a:lvl5pPr lvl="4">
              <a:spcBef>
                <a:spcPts val="1600"/>
              </a:spcBef>
              <a:spcAft>
                <a:spcPts val="0"/>
              </a:spcAft>
              <a:buNone/>
              <a:defRPr sz="1100">
                <a:solidFill>
                  <a:srgbClr val="333FBF"/>
                </a:solidFill>
              </a:defRPr>
            </a:lvl5pPr>
            <a:lvl6pPr lvl="5">
              <a:spcBef>
                <a:spcPts val="1600"/>
              </a:spcBef>
              <a:spcAft>
                <a:spcPts val="0"/>
              </a:spcAft>
              <a:buNone/>
              <a:defRPr sz="1100">
                <a:solidFill>
                  <a:srgbClr val="333FBF"/>
                </a:solidFill>
              </a:defRPr>
            </a:lvl6pPr>
            <a:lvl7pPr lvl="6">
              <a:spcBef>
                <a:spcPts val="1600"/>
              </a:spcBef>
              <a:spcAft>
                <a:spcPts val="0"/>
              </a:spcAft>
              <a:buNone/>
              <a:defRPr sz="1100">
                <a:solidFill>
                  <a:srgbClr val="333FBF"/>
                </a:solidFill>
              </a:defRPr>
            </a:lvl7pPr>
            <a:lvl8pPr lvl="7">
              <a:spcBef>
                <a:spcPts val="1600"/>
              </a:spcBef>
              <a:spcAft>
                <a:spcPts val="0"/>
              </a:spcAft>
              <a:buNone/>
              <a:defRPr sz="1100">
                <a:solidFill>
                  <a:srgbClr val="333FBF"/>
                </a:solidFill>
              </a:defRPr>
            </a:lvl8pPr>
            <a:lvl9pPr lvl="8">
              <a:spcBef>
                <a:spcPts val="1600"/>
              </a:spcBef>
              <a:spcAft>
                <a:spcPts val="1600"/>
              </a:spcAft>
              <a:buNone/>
              <a:defRPr sz="1100">
                <a:solidFill>
                  <a:srgbClr val="333FBF"/>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creenshot Fullscreen Differentiation - pg#">
  <p:cSld name="CUSTOM_3">
    <p:spTree>
      <p:nvGrpSpPr>
        <p:cNvPr id="172" name="Shape 172"/>
        <p:cNvGrpSpPr/>
        <p:nvPr/>
      </p:nvGrpSpPr>
      <p:grpSpPr>
        <a:xfrm>
          <a:off x="0" y="0"/>
          <a:ext cx="0" cy="0"/>
          <a:chOff x="0" y="0"/>
          <a:chExt cx="0" cy="0"/>
        </a:xfrm>
      </p:grpSpPr>
      <p:pic>
        <p:nvPicPr>
          <p:cNvPr id="173" name="Google Shape;173;p33"/>
          <p:cNvPicPr preferRelativeResize="0"/>
          <p:nvPr/>
        </p:nvPicPr>
        <p:blipFill rotWithShape="1">
          <a:blip r:embed="rId2">
            <a:alphaModFix/>
          </a:blip>
          <a:srcRect b="0" l="0" r="0" t="18540"/>
          <a:stretch/>
        </p:blipFill>
        <p:spPr>
          <a:xfrm>
            <a:off x="75" y="4701168"/>
            <a:ext cx="9144000" cy="249525"/>
          </a:xfrm>
          <a:prstGeom prst="rect">
            <a:avLst/>
          </a:prstGeom>
          <a:noFill/>
          <a:ln>
            <a:noFill/>
          </a:ln>
        </p:spPr>
      </p:pic>
      <p:sp>
        <p:nvSpPr>
          <p:cNvPr id="174" name="Google Shape;174;p33"/>
          <p:cNvSpPr/>
          <p:nvPr/>
        </p:nvSpPr>
        <p:spPr>
          <a:xfrm>
            <a:off x="75" y="622975"/>
            <a:ext cx="9144000" cy="4096500"/>
          </a:xfrm>
          <a:prstGeom prst="rect">
            <a:avLst/>
          </a:prstGeom>
          <a:solidFill>
            <a:srgbClr val="F6F6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5" name="Google Shape;175;p33"/>
          <p:cNvGrpSpPr/>
          <p:nvPr/>
        </p:nvGrpSpPr>
        <p:grpSpPr>
          <a:xfrm>
            <a:off x="-75" y="457670"/>
            <a:ext cx="9144000" cy="165300"/>
            <a:chOff x="0" y="548800"/>
            <a:chExt cx="9144000" cy="165300"/>
          </a:xfrm>
        </p:grpSpPr>
        <p:sp>
          <p:nvSpPr>
            <p:cNvPr id="176" name="Google Shape;176;p33"/>
            <p:cNvSpPr/>
            <p:nvPr/>
          </p:nvSpPr>
          <p:spPr>
            <a:xfrm>
              <a:off x="0" y="548800"/>
              <a:ext cx="9144000" cy="165300"/>
            </a:xfrm>
            <a:prstGeom prst="round2SameRect">
              <a:avLst>
                <a:gd fmla="val 16667" name="adj1"/>
                <a:gd fmla="val 0" name="adj2"/>
              </a:avLst>
            </a:prstGeom>
            <a:solidFill>
              <a:srgbClr val="333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3"/>
            <p:cNvSpPr/>
            <p:nvPr/>
          </p:nvSpPr>
          <p:spPr>
            <a:xfrm>
              <a:off x="9211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3"/>
            <p:cNvSpPr/>
            <p:nvPr/>
          </p:nvSpPr>
          <p:spPr>
            <a:xfrm>
              <a:off x="216144"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3"/>
            <p:cNvSpPr/>
            <p:nvPr/>
          </p:nvSpPr>
          <p:spPr>
            <a:xfrm>
              <a:off x="340175" y="594423"/>
              <a:ext cx="75600" cy="75600"/>
            </a:xfrm>
            <a:prstGeom prst="ellipse">
              <a:avLst/>
            </a:prstGeom>
            <a:solidFill>
              <a:srgbClr val="9FC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 name="Google Shape;180;p33"/>
          <p:cNvSpPr txBox="1"/>
          <p:nvPr>
            <p:ph idx="1" type="subTitle"/>
          </p:nvPr>
        </p:nvSpPr>
        <p:spPr>
          <a:xfrm>
            <a:off x="3511296" y="4800600"/>
            <a:ext cx="16734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181" name="Google Shape;181;p33"/>
          <p:cNvSpPr txBox="1"/>
          <p:nvPr>
            <p:ph idx="2" type="subTitle"/>
          </p:nvPr>
        </p:nvSpPr>
        <p:spPr>
          <a:xfrm>
            <a:off x="7598664" y="117750"/>
            <a:ext cx="13167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1100">
                <a:solidFill>
                  <a:srgbClr val="333FBF"/>
                </a:solidFill>
                <a:latin typeface="Roboto"/>
                <a:ea typeface="Roboto"/>
                <a:cs typeface="Roboto"/>
                <a:sym typeface="Roboto"/>
              </a:defRPr>
            </a:lvl1pPr>
            <a:lvl2pPr lvl="1">
              <a:spcBef>
                <a:spcPts val="0"/>
              </a:spcBef>
              <a:spcAft>
                <a:spcPts val="0"/>
              </a:spcAft>
              <a:buNone/>
              <a:defRPr b="1" sz="1100">
                <a:solidFill>
                  <a:srgbClr val="333FBF"/>
                </a:solidFill>
                <a:latin typeface="Roboto"/>
                <a:ea typeface="Roboto"/>
                <a:cs typeface="Roboto"/>
                <a:sym typeface="Roboto"/>
              </a:defRPr>
            </a:lvl2pPr>
            <a:lvl3pPr lvl="2">
              <a:spcBef>
                <a:spcPts val="1600"/>
              </a:spcBef>
              <a:spcAft>
                <a:spcPts val="0"/>
              </a:spcAft>
              <a:buNone/>
              <a:defRPr b="1" sz="1100">
                <a:solidFill>
                  <a:srgbClr val="333FBF"/>
                </a:solidFill>
                <a:latin typeface="Roboto"/>
                <a:ea typeface="Roboto"/>
                <a:cs typeface="Roboto"/>
                <a:sym typeface="Roboto"/>
              </a:defRPr>
            </a:lvl3pPr>
            <a:lvl4pPr lvl="3">
              <a:spcBef>
                <a:spcPts val="1600"/>
              </a:spcBef>
              <a:spcAft>
                <a:spcPts val="0"/>
              </a:spcAft>
              <a:buNone/>
              <a:defRPr b="1" sz="1100">
                <a:solidFill>
                  <a:srgbClr val="333FBF"/>
                </a:solidFill>
                <a:latin typeface="Roboto"/>
                <a:ea typeface="Roboto"/>
                <a:cs typeface="Roboto"/>
                <a:sym typeface="Roboto"/>
              </a:defRPr>
            </a:lvl4pPr>
            <a:lvl5pPr lvl="4">
              <a:spcBef>
                <a:spcPts val="1600"/>
              </a:spcBef>
              <a:spcAft>
                <a:spcPts val="0"/>
              </a:spcAft>
              <a:buNone/>
              <a:defRPr b="1" sz="1100">
                <a:solidFill>
                  <a:srgbClr val="333FBF"/>
                </a:solidFill>
                <a:latin typeface="Roboto"/>
                <a:ea typeface="Roboto"/>
                <a:cs typeface="Roboto"/>
                <a:sym typeface="Roboto"/>
              </a:defRPr>
            </a:lvl5pPr>
            <a:lvl6pPr lvl="5">
              <a:spcBef>
                <a:spcPts val="1600"/>
              </a:spcBef>
              <a:spcAft>
                <a:spcPts val="0"/>
              </a:spcAft>
              <a:buNone/>
              <a:defRPr b="1" sz="1100">
                <a:solidFill>
                  <a:srgbClr val="333FBF"/>
                </a:solidFill>
                <a:latin typeface="Roboto"/>
                <a:ea typeface="Roboto"/>
                <a:cs typeface="Roboto"/>
                <a:sym typeface="Roboto"/>
              </a:defRPr>
            </a:lvl6pPr>
            <a:lvl7pPr lvl="6">
              <a:spcBef>
                <a:spcPts val="1600"/>
              </a:spcBef>
              <a:spcAft>
                <a:spcPts val="0"/>
              </a:spcAft>
              <a:buNone/>
              <a:defRPr b="1" sz="1100">
                <a:solidFill>
                  <a:srgbClr val="333FBF"/>
                </a:solidFill>
                <a:latin typeface="Roboto"/>
                <a:ea typeface="Roboto"/>
                <a:cs typeface="Roboto"/>
                <a:sym typeface="Roboto"/>
              </a:defRPr>
            </a:lvl7pPr>
            <a:lvl8pPr lvl="7">
              <a:spcBef>
                <a:spcPts val="1600"/>
              </a:spcBef>
              <a:spcAft>
                <a:spcPts val="0"/>
              </a:spcAft>
              <a:buNone/>
              <a:defRPr b="1" sz="1100">
                <a:solidFill>
                  <a:srgbClr val="333FBF"/>
                </a:solidFill>
                <a:latin typeface="Roboto"/>
                <a:ea typeface="Roboto"/>
                <a:cs typeface="Roboto"/>
                <a:sym typeface="Roboto"/>
              </a:defRPr>
            </a:lvl8pPr>
            <a:lvl9pPr lvl="8">
              <a:spcBef>
                <a:spcPts val="1600"/>
              </a:spcBef>
              <a:spcAft>
                <a:spcPts val="1600"/>
              </a:spcAft>
              <a:buNone/>
              <a:defRPr b="1" sz="1100">
                <a:solidFill>
                  <a:srgbClr val="333FBF"/>
                </a:solidFill>
                <a:latin typeface="Roboto"/>
                <a:ea typeface="Roboto"/>
                <a:cs typeface="Roboto"/>
                <a:sym typeface="Roboto"/>
              </a:defRPr>
            </a:lvl9pPr>
          </a:lstStyle>
          <a:p/>
        </p:txBody>
      </p:sp>
      <p:sp>
        <p:nvSpPr>
          <p:cNvPr id="182" name="Google Shape;182;p33"/>
          <p:cNvSpPr txBox="1"/>
          <p:nvPr>
            <p:ph idx="3" type="subTitle"/>
          </p:nvPr>
        </p:nvSpPr>
        <p:spPr>
          <a:xfrm>
            <a:off x="236875" y="117756"/>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1100">
                <a:solidFill>
                  <a:srgbClr val="333FBF"/>
                </a:solidFill>
                <a:latin typeface="Roboto"/>
                <a:ea typeface="Roboto"/>
                <a:cs typeface="Roboto"/>
                <a:sym typeface="Roboto"/>
              </a:defRPr>
            </a:lvl1pPr>
            <a:lvl2pPr lvl="1">
              <a:spcBef>
                <a:spcPts val="0"/>
              </a:spcBef>
              <a:spcAft>
                <a:spcPts val="0"/>
              </a:spcAft>
              <a:buNone/>
              <a:defRPr sz="1100">
                <a:solidFill>
                  <a:srgbClr val="333FBF"/>
                </a:solidFill>
              </a:defRPr>
            </a:lvl2pPr>
            <a:lvl3pPr lvl="2">
              <a:spcBef>
                <a:spcPts val="1600"/>
              </a:spcBef>
              <a:spcAft>
                <a:spcPts val="0"/>
              </a:spcAft>
              <a:buNone/>
              <a:defRPr sz="1100">
                <a:solidFill>
                  <a:srgbClr val="333FBF"/>
                </a:solidFill>
              </a:defRPr>
            </a:lvl3pPr>
            <a:lvl4pPr lvl="3">
              <a:spcBef>
                <a:spcPts val="1600"/>
              </a:spcBef>
              <a:spcAft>
                <a:spcPts val="0"/>
              </a:spcAft>
              <a:buNone/>
              <a:defRPr sz="1100">
                <a:solidFill>
                  <a:srgbClr val="333FBF"/>
                </a:solidFill>
              </a:defRPr>
            </a:lvl4pPr>
            <a:lvl5pPr lvl="4">
              <a:spcBef>
                <a:spcPts val="1600"/>
              </a:spcBef>
              <a:spcAft>
                <a:spcPts val="0"/>
              </a:spcAft>
              <a:buNone/>
              <a:defRPr sz="1100">
                <a:solidFill>
                  <a:srgbClr val="333FBF"/>
                </a:solidFill>
              </a:defRPr>
            </a:lvl5pPr>
            <a:lvl6pPr lvl="5">
              <a:spcBef>
                <a:spcPts val="1600"/>
              </a:spcBef>
              <a:spcAft>
                <a:spcPts val="0"/>
              </a:spcAft>
              <a:buNone/>
              <a:defRPr sz="1100">
                <a:solidFill>
                  <a:srgbClr val="333FBF"/>
                </a:solidFill>
              </a:defRPr>
            </a:lvl6pPr>
            <a:lvl7pPr lvl="6">
              <a:spcBef>
                <a:spcPts val="1600"/>
              </a:spcBef>
              <a:spcAft>
                <a:spcPts val="0"/>
              </a:spcAft>
              <a:buNone/>
              <a:defRPr sz="1100">
                <a:solidFill>
                  <a:srgbClr val="333FBF"/>
                </a:solidFill>
              </a:defRPr>
            </a:lvl7pPr>
            <a:lvl8pPr lvl="7">
              <a:spcBef>
                <a:spcPts val="1600"/>
              </a:spcBef>
              <a:spcAft>
                <a:spcPts val="0"/>
              </a:spcAft>
              <a:buNone/>
              <a:defRPr sz="1100">
                <a:solidFill>
                  <a:srgbClr val="333FBF"/>
                </a:solidFill>
              </a:defRPr>
            </a:lvl8pPr>
            <a:lvl9pPr lvl="8">
              <a:spcBef>
                <a:spcPts val="1600"/>
              </a:spcBef>
              <a:spcAft>
                <a:spcPts val="1600"/>
              </a:spcAft>
              <a:buNone/>
              <a:defRPr sz="1100">
                <a:solidFill>
                  <a:srgbClr val="333FBF"/>
                </a:solidFill>
              </a:defRPr>
            </a:lvl9pPr>
          </a:lstStyle>
          <a:p/>
        </p:txBody>
      </p:sp>
      <p:sp>
        <p:nvSpPr>
          <p:cNvPr id="183" name="Google Shape;183;p33"/>
          <p:cNvSpPr txBox="1"/>
          <p:nvPr>
            <p:ph idx="4" type="subTitle"/>
          </p:nvPr>
        </p:nvSpPr>
        <p:spPr>
          <a:xfrm>
            <a:off x="5184648" y="4800600"/>
            <a:ext cx="8229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b="1" sz="1100">
                <a:solidFill>
                  <a:srgbClr val="767676"/>
                </a:solidFill>
                <a:latin typeface="Roboto"/>
                <a:ea typeface="Roboto"/>
                <a:cs typeface="Roboto"/>
                <a:sym typeface="Roboto"/>
              </a:defRPr>
            </a:lvl1pPr>
            <a:lvl2pPr lvl="1">
              <a:spcBef>
                <a:spcPts val="160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84" name="Google Shape;184;p33"/>
          <p:cNvSpPr txBox="1"/>
          <p:nvPr>
            <p:ph idx="5" type="subTitle"/>
          </p:nvPr>
        </p:nvSpPr>
        <p:spPr>
          <a:xfrm>
            <a:off x="6391656" y="4800600"/>
            <a:ext cx="8229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b="1" sz="1100">
                <a:solidFill>
                  <a:srgbClr val="767676"/>
                </a:solidFill>
                <a:latin typeface="Roboto"/>
                <a:ea typeface="Roboto"/>
                <a:cs typeface="Roboto"/>
                <a:sym typeface="Roboto"/>
              </a:defRPr>
            </a:lvl1pPr>
            <a:lvl2pPr lvl="1">
              <a:spcBef>
                <a:spcPts val="160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85" name="Google Shape;185;p33"/>
          <p:cNvSpPr txBox="1"/>
          <p:nvPr>
            <p:ph idx="6" type="subTitle"/>
          </p:nvPr>
        </p:nvSpPr>
        <p:spPr>
          <a:xfrm>
            <a:off x="7598664" y="4800600"/>
            <a:ext cx="8229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b="1" sz="1100">
                <a:solidFill>
                  <a:srgbClr val="767676"/>
                </a:solidFill>
                <a:latin typeface="Roboto"/>
                <a:ea typeface="Roboto"/>
                <a:cs typeface="Roboto"/>
                <a:sym typeface="Roboto"/>
              </a:defRPr>
            </a:lvl1pPr>
            <a:lvl2pPr lvl="1">
              <a:spcBef>
                <a:spcPts val="160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86" name="Google Shape;186;p33"/>
          <p:cNvSpPr/>
          <p:nvPr/>
        </p:nvSpPr>
        <p:spPr>
          <a:xfrm>
            <a:off x="7217750" y="4822650"/>
            <a:ext cx="192000" cy="184500"/>
          </a:xfrm>
          <a:prstGeom prst="pentagon">
            <a:avLst>
              <a:gd fmla="val 105146" name="hf"/>
              <a:gd fmla="val 110557" name="vf"/>
            </a:avLst>
          </a:prstGeom>
          <a:solidFill>
            <a:srgbClr val="17B4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3"/>
          <p:cNvSpPr/>
          <p:nvPr/>
        </p:nvSpPr>
        <p:spPr>
          <a:xfrm>
            <a:off x="6008350" y="4820250"/>
            <a:ext cx="219600" cy="189300"/>
          </a:xfrm>
          <a:prstGeom prst="triangle">
            <a:avLst>
              <a:gd fmla="val 50000" name="adj"/>
            </a:avLst>
          </a:prstGeom>
          <a:solidFill>
            <a:srgbClr val="8FC3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3"/>
          <p:cNvSpPr/>
          <p:nvPr/>
        </p:nvSpPr>
        <p:spPr>
          <a:xfrm>
            <a:off x="8427388" y="4823400"/>
            <a:ext cx="183000" cy="183000"/>
          </a:xfrm>
          <a:prstGeom prst="ellipse">
            <a:avLst/>
          </a:prstGeom>
          <a:solidFill>
            <a:srgbClr val="9A5A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9" name="Google Shape;189;p33"/>
          <p:cNvCxnSpPr/>
          <p:nvPr/>
        </p:nvCxnSpPr>
        <p:spPr>
          <a:xfrm>
            <a:off x="5270375" y="5057204"/>
            <a:ext cx="960300" cy="0"/>
          </a:xfrm>
          <a:prstGeom prst="straightConnector1">
            <a:avLst/>
          </a:prstGeom>
          <a:noFill/>
          <a:ln cap="flat" cmpd="sng" w="19050">
            <a:solidFill>
              <a:srgbClr val="D9D9D9"/>
            </a:solidFill>
            <a:prstDash val="solid"/>
            <a:round/>
            <a:headEnd len="med" w="med" type="none"/>
            <a:tailEnd len="med" w="med" type="none"/>
          </a:ln>
        </p:spPr>
      </p:cxnSp>
      <p:cxnSp>
        <p:nvCxnSpPr>
          <p:cNvPr id="190" name="Google Shape;190;p33"/>
          <p:cNvCxnSpPr/>
          <p:nvPr/>
        </p:nvCxnSpPr>
        <p:spPr>
          <a:xfrm>
            <a:off x="6449450" y="5057204"/>
            <a:ext cx="960300" cy="0"/>
          </a:xfrm>
          <a:prstGeom prst="straightConnector1">
            <a:avLst/>
          </a:prstGeom>
          <a:noFill/>
          <a:ln cap="flat" cmpd="sng" w="19050">
            <a:solidFill>
              <a:srgbClr val="D9D9D9"/>
            </a:solidFill>
            <a:prstDash val="solid"/>
            <a:round/>
            <a:headEnd len="med" w="med" type="none"/>
            <a:tailEnd len="med" w="med" type="none"/>
          </a:ln>
        </p:spPr>
      </p:cxnSp>
      <p:cxnSp>
        <p:nvCxnSpPr>
          <p:cNvPr id="191" name="Google Shape;191;p33"/>
          <p:cNvCxnSpPr/>
          <p:nvPr/>
        </p:nvCxnSpPr>
        <p:spPr>
          <a:xfrm>
            <a:off x="7650100" y="5057204"/>
            <a:ext cx="960300" cy="0"/>
          </a:xfrm>
          <a:prstGeom prst="straightConnector1">
            <a:avLst/>
          </a:prstGeom>
          <a:noFill/>
          <a:ln cap="flat" cmpd="sng" w="19050">
            <a:solidFill>
              <a:srgbClr val="D9D9D9"/>
            </a:solidFill>
            <a:prstDash val="solid"/>
            <a:round/>
            <a:headEnd len="med" w="med" type="none"/>
            <a:tailEnd len="med" w="med" type="none"/>
          </a:ln>
        </p:spPr>
      </p:cxnSp>
      <p:pic>
        <p:nvPicPr>
          <p:cNvPr id="192" name="Google Shape;192;p33"/>
          <p:cNvPicPr preferRelativeResize="0"/>
          <p:nvPr/>
        </p:nvPicPr>
        <p:blipFill>
          <a:blip r:embed="rId3">
            <a:alphaModFix/>
          </a:blip>
          <a:stretch>
            <a:fillRect/>
          </a:stretch>
        </p:blipFill>
        <p:spPr>
          <a:xfrm>
            <a:off x="8808400" y="4804875"/>
            <a:ext cx="228175" cy="2281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cabulary">
  <p:cSld name="SECTION_HEADER_1_1_2_3">
    <p:bg>
      <p:bgPr>
        <a:solidFill>
          <a:srgbClr val="FFFFFF"/>
        </a:solidFill>
      </p:bgPr>
    </p:bg>
    <p:spTree>
      <p:nvGrpSpPr>
        <p:cNvPr id="193" name="Shape 193"/>
        <p:cNvGrpSpPr/>
        <p:nvPr/>
      </p:nvGrpSpPr>
      <p:grpSpPr>
        <a:xfrm>
          <a:off x="0" y="0"/>
          <a:ext cx="0" cy="0"/>
          <a:chOff x="0" y="0"/>
          <a:chExt cx="0" cy="0"/>
        </a:xfrm>
      </p:grpSpPr>
      <p:pic>
        <p:nvPicPr>
          <p:cNvPr id="194" name="Google Shape;194;p34"/>
          <p:cNvPicPr preferRelativeResize="0"/>
          <p:nvPr/>
        </p:nvPicPr>
        <p:blipFill>
          <a:blip r:embed="rId2">
            <a:alphaModFix/>
          </a:blip>
          <a:stretch>
            <a:fillRect/>
          </a:stretch>
        </p:blipFill>
        <p:spPr>
          <a:xfrm>
            <a:off x="1848613" y="1741916"/>
            <a:ext cx="5751577" cy="1614152"/>
          </a:xfrm>
          <a:prstGeom prst="rect">
            <a:avLst/>
          </a:prstGeom>
          <a:noFill/>
          <a:ln>
            <a:noFill/>
          </a:ln>
        </p:spPr>
      </p:pic>
      <p:sp>
        <p:nvSpPr>
          <p:cNvPr id="195" name="Google Shape;195;p34"/>
          <p:cNvSpPr txBox="1"/>
          <p:nvPr>
            <p:ph type="title"/>
          </p:nvPr>
        </p:nvSpPr>
        <p:spPr>
          <a:xfrm>
            <a:off x="820200" y="1184699"/>
            <a:ext cx="7503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000000"/>
              </a:buClr>
              <a:buSzPts val="2800"/>
              <a:buNone/>
              <a:defRPr sz="2800">
                <a:solidFill>
                  <a:srgbClr val="000000"/>
                </a:solidFill>
              </a:defRPr>
            </a:lvl1pPr>
            <a:lvl2pPr lvl="1">
              <a:spcBef>
                <a:spcPts val="0"/>
              </a:spcBef>
              <a:spcAft>
                <a:spcPts val="0"/>
              </a:spcAft>
              <a:buClr>
                <a:srgbClr val="000000"/>
              </a:buClr>
              <a:buSzPts val="2800"/>
              <a:buNone/>
              <a:defRPr b="1">
                <a:solidFill>
                  <a:srgbClr val="000000"/>
                </a:solidFill>
              </a:defRPr>
            </a:lvl2pPr>
            <a:lvl3pPr lvl="2">
              <a:spcBef>
                <a:spcPts val="0"/>
              </a:spcBef>
              <a:spcAft>
                <a:spcPts val="0"/>
              </a:spcAft>
              <a:buClr>
                <a:srgbClr val="000000"/>
              </a:buClr>
              <a:buSzPts val="2800"/>
              <a:buNone/>
              <a:defRPr b="1">
                <a:solidFill>
                  <a:srgbClr val="000000"/>
                </a:solidFill>
              </a:defRPr>
            </a:lvl3pPr>
            <a:lvl4pPr lvl="3">
              <a:spcBef>
                <a:spcPts val="0"/>
              </a:spcBef>
              <a:spcAft>
                <a:spcPts val="0"/>
              </a:spcAft>
              <a:buClr>
                <a:srgbClr val="000000"/>
              </a:buClr>
              <a:buSzPts val="2800"/>
              <a:buNone/>
              <a:defRPr b="1">
                <a:solidFill>
                  <a:srgbClr val="000000"/>
                </a:solidFill>
              </a:defRPr>
            </a:lvl4pPr>
            <a:lvl5pPr lvl="4">
              <a:spcBef>
                <a:spcPts val="0"/>
              </a:spcBef>
              <a:spcAft>
                <a:spcPts val="0"/>
              </a:spcAft>
              <a:buClr>
                <a:srgbClr val="000000"/>
              </a:buClr>
              <a:buSzPts val="2800"/>
              <a:buNone/>
              <a:defRPr b="1">
                <a:solidFill>
                  <a:srgbClr val="000000"/>
                </a:solidFill>
              </a:defRPr>
            </a:lvl5pPr>
            <a:lvl6pPr lvl="5">
              <a:spcBef>
                <a:spcPts val="0"/>
              </a:spcBef>
              <a:spcAft>
                <a:spcPts val="0"/>
              </a:spcAft>
              <a:buClr>
                <a:srgbClr val="000000"/>
              </a:buClr>
              <a:buSzPts val="2800"/>
              <a:buNone/>
              <a:defRPr b="1">
                <a:solidFill>
                  <a:srgbClr val="000000"/>
                </a:solidFill>
              </a:defRPr>
            </a:lvl6pPr>
            <a:lvl7pPr lvl="6">
              <a:spcBef>
                <a:spcPts val="0"/>
              </a:spcBef>
              <a:spcAft>
                <a:spcPts val="0"/>
              </a:spcAft>
              <a:buClr>
                <a:srgbClr val="000000"/>
              </a:buClr>
              <a:buSzPts val="2800"/>
              <a:buNone/>
              <a:defRPr b="1">
                <a:solidFill>
                  <a:srgbClr val="000000"/>
                </a:solidFill>
              </a:defRPr>
            </a:lvl7pPr>
            <a:lvl8pPr lvl="7">
              <a:spcBef>
                <a:spcPts val="0"/>
              </a:spcBef>
              <a:spcAft>
                <a:spcPts val="0"/>
              </a:spcAft>
              <a:buClr>
                <a:srgbClr val="000000"/>
              </a:buClr>
              <a:buSzPts val="2800"/>
              <a:buNone/>
              <a:defRPr b="1">
                <a:solidFill>
                  <a:srgbClr val="000000"/>
                </a:solidFill>
              </a:defRPr>
            </a:lvl8pPr>
            <a:lvl9pPr lvl="8">
              <a:spcBef>
                <a:spcPts val="0"/>
              </a:spcBef>
              <a:spcAft>
                <a:spcPts val="0"/>
              </a:spcAft>
              <a:buClr>
                <a:srgbClr val="000000"/>
              </a:buClr>
              <a:buSzPts val="2800"/>
              <a:buNone/>
              <a:defRPr b="1">
                <a:solidFill>
                  <a:srgbClr val="000000"/>
                </a:solidFill>
              </a:defRPr>
            </a:lvl9pPr>
          </a:lstStyle>
          <a:p/>
        </p:txBody>
      </p:sp>
      <p:sp>
        <p:nvSpPr>
          <p:cNvPr id="196" name="Google Shape;196;p34"/>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197" name="Google Shape;197;p34"/>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198" name="Google Shape;198;p34"/>
          <p:cNvSpPr txBox="1"/>
          <p:nvPr>
            <p:ph idx="3" type="body"/>
          </p:nvPr>
        </p:nvSpPr>
        <p:spPr>
          <a:xfrm>
            <a:off x="905256" y="3493008"/>
            <a:ext cx="7333500" cy="494400"/>
          </a:xfrm>
          <a:prstGeom prst="rect">
            <a:avLst/>
          </a:prstGeom>
        </p:spPr>
        <p:txBody>
          <a:bodyPr anchorCtr="0" anchor="t" bIns="91425" lIns="91425" spcFirstLastPara="1" rIns="91425" wrap="square" tIns="91425">
            <a:noAutofit/>
          </a:bodyPr>
          <a:lstStyle>
            <a:lvl1pPr indent="-355600" lvl="0" marL="457200" algn="ctr">
              <a:spcBef>
                <a:spcPts val="0"/>
              </a:spcBef>
              <a:spcAft>
                <a:spcPts val="0"/>
              </a:spcAft>
              <a:buSzPts val="2000"/>
              <a:buChar char="●"/>
              <a:defRPr sz="2000"/>
            </a:lvl1pPr>
            <a:lvl2pPr indent="-355600" lvl="1" marL="914400" algn="ctr">
              <a:spcBef>
                <a:spcPts val="1600"/>
              </a:spcBef>
              <a:spcAft>
                <a:spcPts val="0"/>
              </a:spcAft>
              <a:buSzPts val="2000"/>
              <a:buFont typeface="Roboto Medium"/>
              <a:buChar char="○"/>
              <a:defRPr sz="2000">
                <a:latin typeface="Roboto Medium"/>
                <a:ea typeface="Roboto Medium"/>
                <a:cs typeface="Roboto Medium"/>
                <a:sym typeface="Roboto Medium"/>
              </a:defRPr>
            </a:lvl2pPr>
            <a:lvl3pPr indent="-355600" lvl="2" marL="1371600" algn="ctr">
              <a:spcBef>
                <a:spcPts val="1600"/>
              </a:spcBef>
              <a:spcAft>
                <a:spcPts val="0"/>
              </a:spcAft>
              <a:buSzPts val="2000"/>
              <a:buFont typeface="Roboto Medium"/>
              <a:buChar char="■"/>
              <a:defRPr sz="2000">
                <a:latin typeface="Roboto Medium"/>
                <a:ea typeface="Roboto Medium"/>
                <a:cs typeface="Roboto Medium"/>
                <a:sym typeface="Roboto Medium"/>
              </a:defRPr>
            </a:lvl3pPr>
            <a:lvl4pPr indent="-355600" lvl="3" marL="1828800" algn="ctr">
              <a:spcBef>
                <a:spcPts val="1600"/>
              </a:spcBef>
              <a:spcAft>
                <a:spcPts val="0"/>
              </a:spcAft>
              <a:buSzPts val="2000"/>
              <a:buFont typeface="Roboto Medium"/>
              <a:buChar char="●"/>
              <a:defRPr sz="2000">
                <a:latin typeface="Roboto Medium"/>
                <a:ea typeface="Roboto Medium"/>
                <a:cs typeface="Roboto Medium"/>
                <a:sym typeface="Roboto Medium"/>
              </a:defRPr>
            </a:lvl4pPr>
            <a:lvl5pPr indent="-355600" lvl="4" marL="2286000" algn="ctr">
              <a:spcBef>
                <a:spcPts val="1600"/>
              </a:spcBef>
              <a:spcAft>
                <a:spcPts val="0"/>
              </a:spcAft>
              <a:buSzPts val="2000"/>
              <a:buFont typeface="Roboto Medium"/>
              <a:buChar char="○"/>
              <a:defRPr sz="2000">
                <a:latin typeface="Roboto Medium"/>
                <a:ea typeface="Roboto Medium"/>
                <a:cs typeface="Roboto Medium"/>
                <a:sym typeface="Roboto Medium"/>
              </a:defRPr>
            </a:lvl5pPr>
            <a:lvl6pPr indent="-355600" lvl="5" marL="2743200" algn="ctr">
              <a:spcBef>
                <a:spcPts val="1600"/>
              </a:spcBef>
              <a:spcAft>
                <a:spcPts val="0"/>
              </a:spcAft>
              <a:buSzPts val="2000"/>
              <a:buFont typeface="Roboto Medium"/>
              <a:buChar char="■"/>
              <a:defRPr sz="2000">
                <a:latin typeface="Roboto Medium"/>
                <a:ea typeface="Roboto Medium"/>
                <a:cs typeface="Roboto Medium"/>
                <a:sym typeface="Roboto Medium"/>
              </a:defRPr>
            </a:lvl6pPr>
            <a:lvl7pPr indent="-355600" lvl="6" marL="3200400" algn="ctr">
              <a:spcBef>
                <a:spcPts val="1600"/>
              </a:spcBef>
              <a:spcAft>
                <a:spcPts val="0"/>
              </a:spcAft>
              <a:buSzPts val="2000"/>
              <a:buFont typeface="Roboto Medium"/>
              <a:buChar char="●"/>
              <a:defRPr sz="2000">
                <a:latin typeface="Roboto Medium"/>
                <a:ea typeface="Roboto Medium"/>
                <a:cs typeface="Roboto Medium"/>
                <a:sym typeface="Roboto Medium"/>
              </a:defRPr>
            </a:lvl7pPr>
            <a:lvl8pPr indent="-355600" lvl="7" marL="3657600" algn="ctr">
              <a:spcBef>
                <a:spcPts val="1600"/>
              </a:spcBef>
              <a:spcAft>
                <a:spcPts val="0"/>
              </a:spcAft>
              <a:buSzPts val="2000"/>
              <a:buFont typeface="Roboto Medium"/>
              <a:buChar char="○"/>
              <a:defRPr sz="2000">
                <a:latin typeface="Roboto Medium"/>
                <a:ea typeface="Roboto Medium"/>
                <a:cs typeface="Roboto Medium"/>
                <a:sym typeface="Roboto Medium"/>
              </a:defRPr>
            </a:lvl8pPr>
            <a:lvl9pPr indent="-355600" lvl="8" marL="4114800" algn="ctr">
              <a:spcBef>
                <a:spcPts val="1600"/>
              </a:spcBef>
              <a:spcAft>
                <a:spcPts val="1600"/>
              </a:spcAft>
              <a:buSzPts val="2000"/>
              <a:buFont typeface="Roboto Medium"/>
              <a:buChar char="■"/>
              <a:defRPr sz="2000">
                <a:latin typeface="Roboto Medium"/>
                <a:ea typeface="Roboto Medium"/>
                <a:cs typeface="Roboto Medium"/>
                <a:sym typeface="Roboto Medium"/>
              </a:defRPr>
            </a:lvl9pPr>
          </a:lstStyle>
          <a:p/>
        </p:txBody>
      </p:sp>
      <p:sp>
        <p:nvSpPr>
          <p:cNvPr id="199" name="Google Shape;199;p34"/>
          <p:cNvSpPr txBox="1"/>
          <p:nvPr>
            <p:ph idx="4" type="body"/>
          </p:nvPr>
        </p:nvSpPr>
        <p:spPr>
          <a:xfrm>
            <a:off x="2286000" y="2203704"/>
            <a:ext cx="4573500" cy="1287900"/>
          </a:xfrm>
          <a:prstGeom prst="rect">
            <a:avLst/>
          </a:prstGeom>
        </p:spPr>
        <p:txBody>
          <a:bodyPr anchorCtr="0" anchor="t" bIns="91425" lIns="91425" spcFirstLastPara="1" rIns="91425" wrap="square" tIns="91425">
            <a:noAutofit/>
          </a:bodyPr>
          <a:lstStyle>
            <a:lvl1pPr indent="-482600" lvl="0" marL="457200" algn="ctr">
              <a:spcBef>
                <a:spcPts val="0"/>
              </a:spcBef>
              <a:spcAft>
                <a:spcPts val="0"/>
              </a:spcAft>
              <a:buSzPts val="4000"/>
              <a:buFont typeface="Roboto"/>
              <a:buChar char="●"/>
              <a:defRPr b="1" sz="4000">
                <a:latin typeface="Roboto"/>
                <a:ea typeface="Roboto"/>
                <a:cs typeface="Roboto"/>
                <a:sym typeface="Roboto"/>
              </a:defRPr>
            </a:lvl1pPr>
            <a:lvl2pPr indent="-482600" lvl="1" marL="914400" algn="ctr">
              <a:spcBef>
                <a:spcPts val="1600"/>
              </a:spcBef>
              <a:spcAft>
                <a:spcPts val="0"/>
              </a:spcAft>
              <a:buSzPts val="4000"/>
              <a:buChar char="○"/>
              <a:defRPr b="1" sz="4000"/>
            </a:lvl2pPr>
            <a:lvl3pPr indent="-482600" lvl="2" marL="1371600" algn="ctr">
              <a:spcBef>
                <a:spcPts val="1600"/>
              </a:spcBef>
              <a:spcAft>
                <a:spcPts val="0"/>
              </a:spcAft>
              <a:buSzPts val="4000"/>
              <a:buChar char="■"/>
              <a:defRPr b="1" sz="4000"/>
            </a:lvl3pPr>
            <a:lvl4pPr indent="-482600" lvl="3" marL="1828800" algn="ctr">
              <a:spcBef>
                <a:spcPts val="1600"/>
              </a:spcBef>
              <a:spcAft>
                <a:spcPts val="0"/>
              </a:spcAft>
              <a:buSzPts val="4000"/>
              <a:buChar char="●"/>
              <a:defRPr b="1" sz="4000"/>
            </a:lvl4pPr>
            <a:lvl5pPr indent="-482600" lvl="4" marL="2286000" algn="ctr">
              <a:spcBef>
                <a:spcPts val="1600"/>
              </a:spcBef>
              <a:spcAft>
                <a:spcPts val="0"/>
              </a:spcAft>
              <a:buSzPts val="4000"/>
              <a:buChar char="○"/>
              <a:defRPr b="1" sz="4000"/>
            </a:lvl5pPr>
            <a:lvl6pPr indent="-482600" lvl="5" marL="2743200" algn="ctr">
              <a:spcBef>
                <a:spcPts val="1600"/>
              </a:spcBef>
              <a:spcAft>
                <a:spcPts val="0"/>
              </a:spcAft>
              <a:buSzPts val="4000"/>
              <a:buChar char="■"/>
              <a:defRPr b="1" sz="4000"/>
            </a:lvl6pPr>
            <a:lvl7pPr indent="-482600" lvl="6" marL="3200400" algn="ctr">
              <a:spcBef>
                <a:spcPts val="1600"/>
              </a:spcBef>
              <a:spcAft>
                <a:spcPts val="0"/>
              </a:spcAft>
              <a:buSzPts val="4000"/>
              <a:buChar char="●"/>
              <a:defRPr b="1" sz="4000"/>
            </a:lvl7pPr>
            <a:lvl8pPr indent="-482600" lvl="7" marL="3657600" algn="ctr">
              <a:spcBef>
                <a:spcPts val="1600"/>
              </a:spcBef>
              <a:spcAft>
                <a:spcPts val="0"/>
              </a:spcAft>
              <a:buSzPts val="4000"/>
              <a:buChar char="○"/>
              <a:defRPr b="1" sz="4000"/>
            </a:lvl8pPr>
            <a:lvl9pPr indent="-482600" lvl="8" marL="4114800" algn="ctr">
              <a:spcBef>
                <a:spcPts val="1600"/>
              </a:spcBef>
              <a:spcAft>
                <a:spcPts val="1600"/>
              </a:spcAft>
              <a:buSzPts val="4000"/>
              <a:buChar char="■"/>
              <a:defRPr b="1" sz="4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ocabulary with Drawn Element">
  <p:cSld name="SECTION_HEADER_1_1_2_3_3">
    <p:bg>
      <p:bgPr>
        <a:solidFill>
          <a:srgbClr val="FFFFFF"/>
        </a:solidFill>
      </p:bgPr>
    </p:bg>
    <p:spTree>
      <p:nvGrpSpPr>
        <p:cNvPr id="200" name="Shape 200"/>
        <p:cNvGrpSpPr/>
        <p:nvPr/>
      </p:nvGrpSpPr>
      <p:grpSpPr>
        <a:xfrm>
          <a:off x="0" y="0"/>
          <a:ext cx="0" cy="0"/>
          <a:chOff x="0" y="0"/>
          <a:chExt cx="0" cy="0"/>
        </a:xfrm>
      </p:grpSpPr>
      <p:pic>
        <p:nvPicPr>
          <p:cNvPr id="201" name="Google Shape;201;p35"/>
          <p:cNvPicPr preferRelativeResize="0"/>
          <p:nvPr/>
        </p:nvPicPr>
        <p:blipFill>
          <a:blip r:embed="rId2">
            <a:alphaModFix/>
          </a:blip>
          <a:stretch>
            <a:fillRect/>
          </a:stretch>
        </p:blipFill>
        <p:spPr>
          <a:xfrm>
            <a:off x="182880" y="1737360"/>
            <a:ext cx="5751577" cy="1614152"/>
          </a:xfrm>
          <a:prstGeom prst="rect">
            <a:avLst/>
          </a:prstGeom>
          <a:noFill/>
          <a:ln>
            <a:noFill/>
          </a:ln>
        </p:spPr>
      </p:pic>
      <p:sp>
        <p:nvSpPr>
          <p:cNvPr id="202" name="Google Shape;202;p35"/>
          <p:cNvSpPr txBox="1"/>
          <p:nvPr>
            <p:ph type="title"/>
          </p:nvPr>
        </p:nvSpPr>
        <p:spPr>
          <a:xfrm>
            <a:off x="219519" y="1179576"/>
            <a:ext cx="54132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000000"/>
              </a:buClr>
              <a:buSzPts val="2800"/>
              <a:buNone/>
              <a:defRPr sz="2800">
                <a:solidFill>
                  <a:srgbClr val="000000"/>
                </a:solidFill>
              </a:defRPr>
            </a:lvl1pPr>
            <a:lvl2pPr lvl="1">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2pPr>
            <a:lvl3pPr lvl="2">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3pPr>
            <a:lvl4pPr lvl="3">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4pPr>
            <a:lvl5pPr lvl="4">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5pPr>
            <a:lvl6pPr lvl="5">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6pPr>
            <a:lvl7pPr lvl="6">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7pPr>
            <a:lvl8pPr lvl="7">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8pPr>
            <a:lvl9pPr lvl="8">
              <a:spcBef>
                <a:spcPts val="0"/>
              </a:spcBef>
              <a:spcAft>
                <a:spcPts val="0"/>
              </a:spcAft>
              <a:buClr>
                <a:srgbClr val="000000"/>
              </a:buClr>
              <a:buSzPts val="2800"/>
              <a:buFont typeface="Roboto Medium"/>
              <a:buNone/>
              <a:defRPr>
                <a:solidFill>
                  <a:srgbClr val="000000"/>
                </a:solidFill>
                <a:latin typeface="Roboto Medium"/>
                <a:ea typeface="Roboto Medium"/>
                <a:cs typeface="Roboto Medium"/>
                <a:sym typeface="Roboto Medium"/>
              </a:defRPr>
            </a:lvl9pPr>
          </a:lstStyle>
          <a:p/>
        </p:txBody>
      </p:sp>
      <p:sp>
        <p:nvSpPr>
          <p:cNvPr id="203" name="Google Shape;203;p3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04" name="Google Shape;204;p35"/>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pic>
        <p:nvPicPr>
          <p:cNvPr id="205" name="Google Shape;205;p35"/>
          <p:cNvPicPr preferRelativeResize="0"/>
          <p:nvPr/>
        </p:nvPicPr>
        <p:blipFill>
          <a:blip r:embed="rId3">
            <a:alphaModFix/>
          </a:blip>
          <a:stretch>
            <a:fillRect/>
          </a:stretch>
        </p:blipFill>
        <p:spPr>
          <a:xfrm>
            <a:off x="5959056" y="1690357"/>
            <a:ext cx="2785749" cy="1757325"/>
          </a:xfrm>
          <a:prstGeom prst="rect">
            <a:avLst/>
          </a:prstGeom>
          <a:noFill/>
          <a:ln>
            <a:noFill/>
          </a:ln>
        </p:spPr>
      </p:pic>
      <p:sp>
        <p:nvSpPr>
          <p:cNvPr id="206" name="Google Shape;206;p35"/>
          <p:cNvSpPr txBox="1"/>
          <p:nvPr>
            <p:ph idx="3" type="body"/>
          </p:nvPr>
        </p:nvSpPr>
        <p:spPr>
          <a:xfrm>
            <a:off x="347472" y="3474720"/>
            <a:ext cx="5157300" cy="494400"/>
          </a:xfrm>
          <a:prstGeom prst="rect">
            <a:avLst/>
          </a:prstGeom>
        </p:spPr>
        <p:txBody>
          <a:bodyPr anchorCtr="0" anchor="t" bIns="91425" lIns="91425" spcFirstLastPara="1" rIns="91425" wrap="square" tIns="91425">
            <a:noAutofit/>
          </a:bodyPr>
          <a:lstStyle>
            <a:lvl1pPr indent="-355600" lvl="0" marL="457200" algn="ctr">
              <a:spcBef>
                <a:spcPts val="0"/>
              </a:spcBef>
              <a:spcAft>
                <a:spcPts val="0"/>
              </a:spcAft>
              <a:buSzPts val="2000"/>
              <a:buChar char="●"/>
              <a:defRPr sz="2000"/>
            </a:lvl1pPr>
            <a:lvl2pPr indent="-355600" lvl="1" marL="914400" algn="ctr">
              <a:spcBef>
                <a:spcPts val="1600"/>
              </a:spcBef>
              <a:spcAft>
                <a:spcPts val="0"/>
              </a:spcAft>
              <a:buSzPts val="2000"/>
              <a:buFont typeface="Roboto Medium"/>
              <a:buChar char="○"/>
              <a:defRPr sz="2000">
                <a:latin typeface="Roboto Medium"/>
                <a:ea typeface="Roboto Medium"/>
                <a:cs typeface="Roboto Medium"/>
                <a:sym typeface="Roboto Medium"/>
              </a:defRPr>
            </a:lvl2pPr>
            <a:lvl3pPr indent="-355600" lvl="2" marL="1371600" algn="ctr">
              <a:spcBef>
                <a:spcPts val="1600"/>
              </a:spcBef>
              <a:spcAft>
                <a:spcPts val="0"/>
              </a:spcAft>
              <a:buSzPts val="2000"/>
              <a:buFont typeface="Roboto Medium"/>
              <a:buChar char="■"/>
              <a:defRPr sz="2000">
                <a:latin typeface="Roboto Medium"/>
                <a:ea typeface="Roboto Medium"/>
                <a:cs typeface="Roboto Medium"/>
                <a:sym typeface="Roboto Medium"/>
              </a:defRPr>
            </a:lvl3pPr>
            <a:lvl4pPr indent="-355600" lvl="3" marL="1828800" algn="ctr">
              <a:spcBef>
                <a:spcPts val="1600"/>
              </a:spcBef>
              <a:spcAft>
                <a:spcPts val="0"/>
              </a:spcAft>
              <a:buSzPts val="2000"/>
              <a:buFont typeface="Roboto Medium"/>
              <a:buChar char="●"/>
              <a:defRPr sz="2000">
                <a:latin typeface="Roboto Medium"/>
                <a:ea typeface="Roboto Medium"/>
                <a:cs typeface="Roboto Medium"/>
                <a:sym typeface="Roboto Medium"/>
              </a:defRPr>
            </a:lvl4pPr>
            <a:lvl5pPr indent="-355600" lvl="4" marL="2286000" algn="ctr">
              <a:spcBef>
                <a:spcPts val="1600"/>
              </a:spcBef>
              <a:spcAft>
                <a:spcPts val="0"/>
              </a:spcAft>
              <a:buSzPts val="2000"/>
              <a:buFont typeface="Roboto Medium"/>
              <a:buChar char="○"/>
              <a:defRPr sz="2000">
                <a:latin typeface="Roboto Medium"/>
                <a:ea typeface="Roboto Medium"/>
                <a:cs typeface="Roboto Medium"/>
                <a:sym typeface="Roboto Medium"/>
              </a:defRPr>
            </a:lvl5pPr>
            <a:lvl6pPr indent="-355600" lvl="5" marL="2743200" algn="ctr">
              <a:spcBef>
                <a:spcPts val="1600"/>
              </a:spcBef>
              <a:spcAft>
                <a:spcPts val="0"/>
              </a:spcAft>
              <a:buSzPts val="2000"/>
              <a:buFont typeface="Roboto Medium"/>
              <a:buChar char="■"/>
              <a:defRPr sz="2000">
                <a:latin typeface="Roboto Medium"/>
                <a:ea typeface="Roboto Medium"/>
                <a:cs typeface="Roboto Medium"/>
                <a:sym typeface="Roboto Medium"/>
              </a:defRPr>
            </a:lvl6pPr>
            <a:lvl7pPr indent="-355600" lvl="6" marL="3200400" algn="ctr">
              <a:spcBef>
                <a:spcPts val="1600"/>
              </a:spcBef>
              <a:spcAft>
                <a:spcPts val="0"/>
              </a:spcAft>
              <a:buSzPts val="2000"/>
              <a:buFont typeface="Roboto Medium"/>
              <a:buChar char="●"/>
              <a:defRPr sz="2000">
                <a:latin typeface="Roboto Medium"/>
                <a:ea typeface="Roboto Medium"/>
                <a:cs typeface="Roboto Medium"/>
                <a:sym typeface="Roboto Medium"/>
              </a:defRPr>
            </a:lvl7pPr>
            <a:lvl8pPr indent="-355600" lvl="7" marL="3657600" algn="ctr">
              <a:spcBef>
                <a:spcPts val="1600"/>
              </a:spcBef>
              <a:spcAft>
                <a:spcPts val="0"/>
              </a:spcAft>
              <a:buSzPts val="2000"/>
              <a:buFont typeface="Roboto Medium"/>
              <a:buChar char="○"/>
              <a:defRPr sz="2000">
                <a:latin typeface="Roboto Medium"/>
                <a:ea typeface="Roboto Medium"/>
                <a:cs typeface="Roboto Medium"/>
                <a:sym typeface="Roboto Medium"/>
              </a:defRPr>
            </a:lvl8pPr>
            <a:lvl9pPr indent="-355600" lvl="8" marL="4114800" algn="ctr">
              <a:spcBef>
                <a:spcPts val="1600"/>
              </a:spcBef>
              <a:spcAft>
                <a:spcPts val="1600"/>
              </a:spcAft>
              <a:buSzPts val="2000"/>
              <a:buFont typeface="Roboto Medium"/>
              <a:buChar char="■"/>
              <a:defRPr sz="2000">
                <a:latin typeface="Roboto Medium"/>
                <a:ea typeface="Roboto Medium"/>
                <a:cs typeface="Roboto Medium"/>
                <a:sym typeface="Roboto Medium"/>
              </a:defRPr>
            </a:lvl9pPr>
          </a:lstStyle>
          <a:p/>
        </p:txBody>
      </p:sp>
      <p:sp>
        <p:nvSpPr>
          <p:cNvPr id="207" name="Google Shape;207;p35"/>
          <p:cNvSpPr txBox="1"/>
          <p:nvPr>
            <p:ph idx="4" type="body"/>
          </p:nvPr>
        </p:nvSpPr>
        <p:spPr>
          <a:xfrm>
            <a:off x="630936" y="2185416"/>
            <a:ext cx="4573500" cy="1287900"/>
          </a:xfrm>
          <a:prstGeom prst="rect">
            <a:avLst/>
          </a:prstGeom>
        </p:spPr>
        <p:txBody>
          <a:bodyPr anchorCtr="0" anchor="t" bIns="91425" lIns="91425" spcFirstLastPara="1" rIns="91425" wrap="square" tIns="91425">
            <a:noAutofit/>
          </a:bodyPr>
          <a:lstStyle>
            <a:lvl1pPr indent="-482600" lvl="0" marL="457200" algn="ctr">
              <a:spcBef>
                <a:spcPts val="0"/>
              </a:spcBef>
              <a:spcAft>
                <a:spcPts val="0"/>
              </a:spcAft>
              <a:buSzPts val="4000"/>
              <a:buFont typeface="Roboto"/>
              <a:buChar char="●"/>
              <a:defRPr b="1" sz="4000">
                <a:latin typeface="Roboto"/>
                <a:ea typeface="Roboto"/>
                <a:cs typeface="Roboto"/>
                <a:sym typeface="Roboto"/>
              </a:defRPr>
            </a:lvl1pPr>
            <a:lvl2pPr indent="-482600" lvl="1" marL="914400" algn="ctr">
              <a:spcBef>
                <a:spcPts val="1600"/>
              </a:spcBef>
              <a:spcAft>
                <a:spcPts val="0"/>
              </a:spcAft>
              <a:buSzPts val="4000"/>
              <a:buChar char="○"/>
              <a:defRPr b="1" sz="4000"/>
            </a:lvl2pPr>
            <a:lvl3pPr indent="-482600" lvl="2" marL="1371600" algn="ctr">
              <a:spcBef>
                <a:spcPts val="1600"/>
              </a:spcBef>
              <a:spcAft>
                <a:spcPts val="0"/>
              </a:spcAft>
              <a:buSzPts val="4000"/>
              <a:buChar char="■"/>
              <a:defRPr b="1" sz="4000"/>
            </a:lvl3pPr>
            <a:lvl4pPr indent="-482600" lvl="3" marL="1828800" algn="ctr">
              <a:spcBef>
                <a:spcPts val="1600"/>
              </a:spcBef>
              <a:spcAft>
                <a:spcPts val="0"/>
              </a:spcAft>
              <a:buSzPts val="4000"/>
              <a:buChar char="●"/>
              <a:defRPr b="1" sz="4000"/>
            </a:lvl4pPr>
            <a:lvl5pPr indent="-482600" lvl="4" marL="2286000" algn="ctr">
              <a:spcBef>
                <a:spcPts val="1600"/>
              </a:spcBef>
              <a:spcAft>
                <a:spcPts val="0"/>
              </a:spcAft>
              <a:buSzPts val="4000"/>
              <a:buChar char="○"/>
              <a:defRPr b="1" sz="4000"/>
            </a:lvl5pPr>
            <a:lvl6pPr indent="-482600" lvl="5" marL="2743200" algn="ctr">
              <a:spcBef>
                <a:spcPts val="1600"/>
              </a:spcBef>
              <a:spcAft>
                <a:spcPts val="0"/>
              </a:spcAft>
              <a:buSzPts val="4000"/>
              <a:buChar char="■"/>
              <a:defRPr b="1" sz="4000"/>
            </a:lvl6pPr>
            <a:lvl7pPr indent="-482600" lvl="6" marL="3200400" algn="ctr">
              <a:spcBef>
                <a:spcPts val="1600"/>
              </a:spcBef>
              <a:spcAft>
                <a:spcPts val="0"/>
              </a:spcAft>
              <a:buSzPts val="4000"/>
              <a:buChar char="●"/>
              <a:defRPr b="1" sz="4000"/>
            </a:lvl7pPr>
            <a:lvl8pPr indent="-482600" lvl="7" marL="3657600" algn="ctr">
              <a:spcBef>
                <a:spcPts val="1600"/>
              </a:spcBef>
              <a:spcAft>
                <a:spcPts val="0"/>
              </a:spcAft>
              <a:buSzPts val="4000"/>
              <a:buChar char="○"/>
              <a:defRPr b="1" sz="4000"/>
            </a:lvl8pPr>
            <a:lvl9pPr indent="-482600" lvl="8" marL="4114800" algn="ctr">
              <a:spcBef>
                <a:spcPts val="1600"/>
              </a:spcBef>
              <a:spcAft>
                <a:spcPts val="1600"/>
              </a:spcAft>
              <a:buSzPts val="4000"/>
              <a:buChar char="■"/>
              <a:defRPr b="1" sz="4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board Landscape with TT">
  <p:cSld name="SECTION_HEADER_1_1_2_3_2_1">
    <p:bg>
      <p:bgPr>
        <a:solidFill>
          <a:srgbClr val="FFFFFF"/>
        </a:solidFill>
      </p:bgPr>
    </p:bg>
    <p:spTree>
      <p:nvGrpSpPr>
        <p:cNvPr id="208" name="Shape 208"/>
        <p:cNvGrpSpPr/>
        <p:nvPr/>
      </p:nvGrpSpPr>
      <p:grpSpPr>
        <a:xfrm>
          <a:off x="0" y="0"/>
          <a:ext cx="0" cy="0"/>
          <a:chOff x="0" y="0"/>
          <a:chExt cx="0" cy="0"/>
        </a:xfrm>
      </p:grpSpPr>
      <p:pic>
        <p:nvPicPr>
          <p:cNvPr id="209" name="Google Shape;209;p36"/>
          <p:cNvPicPr preferRelativeResize="0"/>
          <p:nvPr/>
        </p:nvPicPr>
        <p:blipFill rotWithShape="1">
          <a:blip r:embed="rId2">
            <a:alphaModFix/>
          </a:blip>
          <a:srcRect b="7826" l="0" r="0" t="0"/>
          <a:stretch/>
        </p:blipFill>
        <p:spPr>
          <a:xfrm>
            <a:off x="797450" y="2244528"/>
            <a:ext cx="7526402" cy="2585376"/>
          </a:xfrm>
          <a:prstGeom prst="rect">
            <a:avLst/>
          </a:prstGeom>
          <a:noFill/>
          <a:ln>
            <a:noFill/>
          </a:ln>
        </p:spPr>
      </p:pic>
      <p:sp>
        <p:nvSpPr>
          <p:cNvPr id="210" name="Google Shape;210;p36"/>
          <p:cNvSpPr txBox="1"/>
          <p:nvPr>
            <p:ph idx="1" type="body"/>
          </p:nvPr>
        </p:nvSpPr>
        <p:spPr>
          <a:xfrm>
            <a:off x="804672" y="941832"/>
            <a:ext cx="7507200" cy="1106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211" name="Google Shape;211;p3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12" name="Google Shape;212;p36"/>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13" name="Google Shape;213;p36"/>
          <p:cNvSpPr txBox="1"/>
          <p:nvPr>
            <p:ph idx="4" type="body"/>
          </p:nvPr>
        </p:nvSpPr>
        <p:spPr>
          <a:xfrm>
            <a:off x="996696" y="2438238"/>
            <a:ext cx="7132200" cy="2094000"/>
          </a:xfrm>
          <a:prstGeom prst="rect">
            <a:avLst/>
          </a:prstGeom>
        </p:spPr>
        <p:txBody>
          <a:bodyPr anchorCtr="0" anchor="t" bIns="91425" lIns="137150" spcFirstLastPara="1" rIns="182875" wrap="square" tIns="137150">
            <a:noAutofit/>
          </a:bodyPr>
          <a:lstStyle>
            <a:lvl1pPr indent="-355600" lvl="0" marL="457200">
              <a:lnSpc>
                <a:spcPct val="100000"/>
              </a:lnSpc>
              <a:spcBef>
                <a:spcPts val="0"/>
              </a:spcBef>
              <a:spcAft>
                <a:spcPts val="0"/>
              </a:spcAft>
              <a:buSzPts val="2000"/>
              <a:buFont typeface="Comic Sans MS"/>
              <a:buChar char="●"/>
              <a:defRPr sz="2000">
                <a:latin typeface="Comic Sans MS"/>
                <a:ea typeface="Comic Sans MS"/>
                <a:cs typeface="Comic Sans MS"/>
                <a:sym typeface="Comic Sans MS"/>
              </a:defRPr>
            </a:lvl1pPr>
            <a:lvl2pPr indent="-355600" lvl="1" marL="914400">
              <a:lnSpc>
                <a:spcPct val="100000"/>
              </a:lnSpc>
              <a:spcBef>
                <a:spcPts val="1600"/>
              </a:spcBef>
              <a:spcAft>
                <a:spcPts val="0"/>
              </a:spcAft>
              <a:buSzPts val="2000"/>
              <a:buChar char="○"/>
              <a:defRPr sz="2000"/>
            </a:lvl2pPr>
            <a:lvl3pPr indent="-355600" lvl="2" marL="1371600">
              <a:lnSpc>
                <a:spcPct val="100000"/>
              </a:lnSpc>
              <a:spcBef>
                <a:spcPts val="1600"/>
              </a:spcBef>
              <a:spcAft>
                <a:spcPts val="0"/>
              </a:spcAft>
              <a:buSzPts val="2000"/>
              <a:buChar char="■"/>
              <a:defRPr sz="2000"/>
            </a:lvl3pPr>
            <a:lvl4pPr indent="-355600" lvl="3" marL="1828800">
              <a:lnSpc>
                <a:spcPct val="100000"/>
              </a:lnSpc>
              <a:spcBef>
                <a:spcPts val="1600"/>
              </a:spcBef>
              <a:spcAft>
                <a:spcPts val="0"/>
              </a:spcAft>
              <a:buSzPts val="2000"/>
              <a:buChar char="●"/>
              <a:defRPr sz="2000"/>
            </a:lvl4pPr>
            <a:lvl5pPr indent="-355600" lvl="4" marL="2286000">
              <a:lnSpc>
                <a:spcPct val="100000"/>
              </a:lnSpc>
              <a:spcBef>
                <a:spcPts val="1600"/>
              </a:spcBef>
              <a:spcAft>
                <a:spcPts val="0"/>
              </a:spcAft>
              <a:buSzPts val="2000"/>
              <a:buChar char="○"/>
              <a:defRPr sz="2000"/>
            </a:lvl5pPr>
            <a:lvl6pPr indent="-355600" lvl="5" marL="2743200">
              <a:lnSpc>
                <a:spcPct val="100000"/>
              </a:lnSpc>
              <a:spcBef>
                <a:spcPts val="1600"/>
              </a:spcBef>
              <a:spcAft>
                <a:spcPts val="0"/>
              </a:spcAft>
              <a:buSzPts val="2000"/>
              <a:buChar char="■"/>
              <a:defRPr sz="2000"/>
            </a:lvl6pPr>
            <a:lvl7pPr indent="-355600" lvl="6" marL="3200400">
              <a:lnSpc>
                <a:spcPct val="100000"/>
              </a:lnSpc>
              <a:spcBef>
                <a:spcPts val="1600"/>
              </a:spcBef>
              <a:spcAft>
                <a:spcPts val="0"/>
              </a:spcAft>
              <a:buSzPts val="2000"/>
              <a:buChar char="●"/>
              <a:defRPr sz="2000"/>
            </a:lvl7pPr>
            <a:lvl8pPr indent="-355600" lvl="7" marL="3657600">
              <a:lnSpc>
                <a:spcPct val="100000"/>
              </a:lnSpc>
              <a:spcBef>
                <a:spcPts val="1600"/>
              </a:spcBef>
              <a:spcAft>
                <a:spcPts val="0"/>
              </a:spcAft>
              <a:buSzPts val="2000"/>
              <a:buChar char="○"/>
              <a:defRPr sz="2000"/>
            </a:lvl8pPr>
            <a:lvl9pPr indent="-355600" lvl="8" marL="4114800">
              <a:lnSpc>
                <a:spcPct val="100000"/>
              </a:lnSpc>
              <a:spcBef>
                <a:spcPts val="1600"/>
              </a:spcBef>
              <a:spcAft>
                <a:spcPts val="1600"/>
              </a:spcAft>
              <a:buSzPts val="2000"/>
              <a:buChar char="■"/>
              <a:defRPr sz="2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board Landscape with SA">
  <p:cSld name="SECTION_HEADER_1_1_2_3_2_1_2">
    <p:bg>
      <p:bgPr>
        <a:solidFill>
          <a:srgbClr val="FFFFFF"/>
        </a:solidFill>
      </p:bgPr>
    </p:bg>
    <p:spTree>
      <p:nvGrpSpPr>
        <p:cNvPr id="214" name="Shape 214"/>
        <p:cNvGrpSpPr/>
        <p:nvPr/>
      </p:nvGrpSpPr>
      <p:grpSpPr>
        <a:xfrm>
          <a:off x="0" y="0"/>
          <a:ext cx="0" cy="0"/>
          <a:chOff x="0" y="0"/>
          <a:chExt cx="0" cy="0"/>
        </a:xfrm>
      </p:grpSpPr>
      <p:sp>
        <p:nvSpPr>
          <p:cNvPr id="215" name="Google Shape;215;p37"/>
          <p:cNvSpPr txBox="1"/>
          <p:nvPr>
            <p:ph idx="1" type="body"/>
          </p:nvPr>
        </p:nvSpPr>
        <p:spPr>
          <a:xfrm>
            <a:off x="804672" y="1014984"/>
            <a:ext cx="7507200" cy="1106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216" name="Google Shape;216;p3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17" name="Google Shape;217;p37"/>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pic>
        <p:nvPicPr>
          <p:cNvPr id="218" name="Google Shape;218;p37"/>
          <p:cNvPicPr preferRelativeResize="0"/>
          <p:nvPr/>
        </p:nvPicPr>
        <p:blipFill rotWithShape="1">
          <a:blip r:embed="rId2">
            <a:alphaModFix/>
          </a:blip>
          <a:srcRect b="7826" l="0" r="0" t="0"/>
          <a:stretch/>
        </p:blipFill>
        <p:spPr>
          <a:xfrm>
            <a:off x="797450" y="2244528"/>
            <a:ext cx="7526402" cy="2585376"/>
          </a:xfrm>
          <a:prstGeom prst="rect">
            <a:avLst/>
          </a:prstGeom>
          <a:noFill/>
          <a:ln>
            <a:noFill/>
          </a:ln>
        </p:spPr>
      </p:pic>
      <p:sp>
        <p:nvSpPr>
          <p:cNvPr id="219" name="Google Shape;219;p37"/>
          <p:cNvSpPr txBox="1"/>
          <p:nvPr>
            <p:ph idx="4" type="body"/>
          </p:nvPr>
        </p:nvSpPr>
        <p:spPr>
          <a:xfrm>
            <a:off x="996696" y="2438238"/>
            <a:ext cx="7132200" cy="2094000"/>
          </a:xfrm>
          <a:prstGeom prst="rect">
            <a:avLst/>
          </a:prstGeom>
        </p:spPr>
        <p:txBody>
          <a:bodyPr anchorCtr="0" anchor="t" bIns="91425" lIns="137150" spcFirstLastPara="1" rIns="182875" wrap="square" tIns="137150">
            <a:noAutofit/>
          </a:bodyPr>
          <a:lstStyle>
            <a:lvl1pPr indent="-355600" lvl="0" marL="457200">
              <a:lnSpc>
                <a:spcPct val="100000"/>
              </a:lnSpc>
              <a:spcBef>
                <a:spcPts val="0"/>
              </a:spcBef>
              <a:spcAft>
                <a:spcPts val="0"/>
              </a:spcAft>
              <a:buSzPts val="2000"/>
              <a:buFont typeface="Comic Sans MS"/>
              <a:buChar char="●"/>
              <a:defRPr sz="2000">
                <a:latin typeface="Comic Sans MS"/>
                <a:ea typeface="Comic Sans MS"/>
                <a:cs typeface="Comic Sans MS"/>
                <a:sym typeface="Comic Sans MS"/>
              </a:defRPr>
            </a:lvl1pPr>
            <a:lvl2pPr indent="-355600" lvl="1" marL="914400">
              <a:lnSpc>
                <a:spcPct val="100000"/>
              </a:lnSpc>
              <a:spcBef>
                <a:spcPts val="1600"/>
              </a:spcBef>
              <a:spcAft>
                <a:spcPts val="0"/>
              </a:spcAft>
              <a:buSzPts val="2000"/>
              <a:buChar char="○"/>
              <a:defRPr sz="2000"/>
            </a:lvl2pPr>
            <a:lvl3pPr indent="-355600" lvl="2" marL="1371600">
              <a:lnSpc>
                <a:spcPct val="100000"/>
              </a:lnSpc>
              <a:spcBef>
                <a:spcPts val="1600"/>
              </a:spcBef>
              <a:spcAft>
                <a:spcPts val="0"/>
              </a:spcAft>
              <a:buSzPts val="2000"/>
              <a:buChar char="■"/>
              <a:defRPr sz="2000"/>
            </a:lvl3pPr>
            <a:lvl4pPr indent="-355600" lvl="3" marL="1828800">
              <a:lnSpc>
                <a:spcPct val="100000"/>
              </a:lnSpc>
              <a:spcBef>
                <a:spcPts val="1600"/>
              </a:spcBef>
              <a:spcAft>
                <a:spcPts val="0"/>
              </a:spcAft>
              <a:buSzPts val="2000"/>
              <a:buChar char="●"/>
              <a:defRPr sz="2000"/>
            </a:lvl4pPr>
            <a:lvl5pPr indent="-355600" lvl="4" marL="2286000">
              <a:lnSpc>
                <a:spcPct val="100000"/>
              </a:lnSpc>
              <a:spcBef>
                <a:spcPts val="1600"/>
              </a:spcBef>
              <a:spcAft>
                <a:spcPts val="0"/>
              </a:spcAft>
              <a:buSzPts val="2000"/>
              <a:buChar char="○"/>
              <a:defRPr sz="2000"/>
            </a:lvl5pPr>
            <a:lvl6pPr indent="-355600" lvl="5" marL="2743200">
              <a:lnSpc>
                <a:spcPct val="100000"/>
              </a:lnSpc>
              <a:spcBef>
                <a:spcPts val="1600"/>
              </a:spcBef>
              <a:spcAft>
                <a:spcPts val="0"/>
              </a:spcAft>
              <a:buSzPts val="2000"/>
              <a:buChar char="■"/>
              <a:defRPr sz="2000"/>
            </a:lvl6pPr>
            <a:lvl7pPr indent="-355600" lvl="6" marL="3200400">
              <a:lnSpc>
                <a:spcPct val="100000"/>
              </a:lnSpc>
              <a:spcBef>
                <a:spcPts val="1600"/>
              </a:spcBef>
              <a:spcAft>
                <a:spcPts val="0"/>
              </a:spcAft>
              <a:buSzPts val="2000"/>
              <a:buChar char="●"/>
              <a:defRPr sz="2000"/>
            </a:lvl7pPr>
            <a:lvl8pPr indent="-355600" lvl="7" marL="3657600">
              <a:lnSpc>
                <a:spcPct val="100000"/>
              </a:lnSpc>
              <a:spcBef>
                <a:spcPts val="1600"/>
              </a:spcBef>
              <a:spcAft>
                <a:spcPts val="0"/>
              </a:spcAft>
              <a:buSzPts val="2000"/>
              <a:buChar char="○"/>
              <a:defRPr sz="2000"/>
            </a:lvl8pPr>
            <a:lvl9pPr indent="-355600" lvl="8" marL="4114800">
              <a:lnSpc>
                <a:spcPct val="100000"/>
              </a:lnSpc>
              <a:spcBef>
                <a:spcPts val="1600"/>
              </a:spcBef>
              <a:spcAft>
                <a:spcPts val="1600"/>
              </a:spcAft>
              <a:buSzPts val="2000"/>
              <a:buChar char="■"/>
              <a:defRPr sz="20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 numbered">
  <p:cSld name="SECTION_HEADER_1_1_2_3_1_3">
    <p:bg>
      <p:bgPr>
        <a:solidFill>
          <a:srgbClr val="FFFFFF"/>
        </a:solidFill>
      </p:bgPr>
    </p:bg>
    <p:spTree>
      <p:nvGrpSpPr>
        <p:cNvPr id="220" name="Shape 220"/>
        <p:cNvGrpSpPr/>
        <p:nvPr/>
      </p:nvGrpSpPr>
      <p:grpSpPr>
        <a:xfrm>
          <a:off x="0" y="0"/>
          <a:ext cx="0" cy="0"/>
          <a:chOff x="0" y="0"/>
          <a:chExt cx="0" cy="0"/>
        </a:xfrm>
      </p:grpSpPr>
      <p:pic>
        <p:nvPicPr>
          <p:cNvPr id="221" name="Google Shape;221;p38"/>
          <p:cNvPicPr preferRelativeResize="0"/>
          <p:nvPr/>
        </p:nvPicPr>
        <p:blipFill>
          <a:blip r:embed="rId2">
            <a:alphaModFix/>
          </a:blip>
          <a:stretch>
            <a:fillRect/>
          </a:stretch>
        </p:blipFill>
        <p:spPr>
          <a:xfrm>
            <a:off x="301752" y="1719072"/>
            <a:ext cx="8595361" cy="2807818"/>
          </a:xfrm>
          <a:prstGeom prst="rect">
            <a:avLst/>
          </a:prstGeom>
          <a:noFill/>
          <a:ln>
            <a:noFill/>
          </a:ln>
        </p:spPr>
      </p:pic>
      <p:sp>
        <p:nvSpPr>
          <p:cNvPr id="222" name="Google Shape;222;p38"/>
          <p:cNvSpPr txBox="1"/>
          <p:nvPr>
            <p:ph type="title"/>
          </p:nvPr>
        </p:nvSpPr>
        <p:spPr>
          <a:xfrm>
            <a:off x="820200" y="1185672"/>
            <a:ext cx="7503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2F2F2F"/>
              </a:buClr>
              <a:buSzPts val="2800"/>
              <a:buFont typeface="Roboto"/>
              <a:buNone/>
              <a:defRPr b="1" sz="2800">
                <a:solidFill>
                  <a:srgbClr val="2F2F2F"/>
                </a:solidFill>
                <a:latin typeface="Roboto"/>
                <a:ea typeface="Roboto"/>
                <a:cs typeface="Roboto"/>
                <a:sym typeface="Roboto"/>
              </a:defRPr>
            </a:lvl1pPr>
            <a:lvl2pPr lvl="1">
              <a:spcBef>
                <a:spcPts val="0"/>
              </a:spcBef>
              <a:spcAft>
                <a:spcPts val="0"/>
              </a:spcAft>
              <a:buClr>
                <a:srgbClr val="2F2F2F"/>
              </a:buClr>
              <a:buSzPts val="2800"/>
              <a:buNone/>
              <a:defRPr>
                <a:solidFill>
                  <a:srgbClr val="2F2F2F"/>
                </a:solidFill>
              </a:defRPr>
            </a:lvl2pPr>
            <a:lvl3pPr lvl="2">
              <a:spcBef>
                <a:spcPts val="0"/>
              </a:spcBef>
              <a:spcAft>
                <a:spcPts val="0"/>
              </a:spcAft>
              <a:buClr>
                <a:srgbClr val="2F2F2F"/>
              </a:buClr>
              <a:buSzPts val="2800"/>
              <a:buNone/>
              <a:defRPr>
                <a:solidFill>
                  <a:srgbClr val="2F2F2F"/>
                </a:solidFill>
              </a:defRPr>
            </a:lvl3pPr>
            <a:lvl4pPr lvl="3">
              <a:spcBef>
                <a:spcPts val="0"/>
              </a:spcBef>
              <a:spcAft>
                <a:spcPts val="0"/>
              </a:spcAft>
              <a:buClr>
                <a:srgbClr val="2F2F2F"/>
              </a:buClr>
              <a:buSzPts val="2800"/>
              <a:buNone/>
              <a:defRPr>
                <a:solidFill>
                  <a:srgbClr val="2F2F2F"/>
                </a:solidFill>
              </a:defRPr>
            </a:lvl4pPr>
            <a:lvl5pPr lvl="4">
              <a:spcBef>
                <a:spcPts val="0"/>
              </a:spcBef>
              <a:spcAft>
                <a:spcPts val="0"/>
              </a:spcAft>
              <a:buClr>
                <a:srgbClr val="2F2F2F"/>
              </a:buClr>
              <a:buSzPts val="2800"/>
              <a:buNone/>
              <a:defRPr>
                <a:solidFill>
                  <a:srgbClr val="2F2F2F"/>
                </a:solidFill>
              </a:defRPr>
            </a:lvl5pPr>
            <a:lvl6pPr lvl="5">
              <a:spcBef>
                <a:spcPts val="0"/>
              </a:spcBef>
              <a:spcAft>
                <a:spcPts val="0"/>
              </a:spcAft>
              <a:buClr>
                <a:srgbClr val="2F2F2F"/>
              </a:buClr>
              <a:buSzPts val="2800"/>
              <a:buNone/>
              <a:defRPr>
                <a:solidFill>
                  <a:srgbClr val="2F2F2F"/>
                </a:solidFill>
              </a:defRPr>
            </a:lvl6pPr>
            <a:lvl7pPr lvl="6">
              <a:spcBef>
                <a:spcPts val="0"/>
              </a:spcBef>
              <a:spcAft>
                <a:spcPts val="0"/>
              </a:spcAft>
              <a:buClr>
                <a:srgbClr val="2F2F2F"/>
              </a:buClr>
              <a:buSzPts val="2800"/>
              <a:buNone/>
              <a:defRPr>
                <a:solidFill>
                  <a:srgbClr val="2F2F2F"/>
                </a:solidFill>
              </a:defRPr>
            </a:lvl7pPr>
            <a:lvl8pPr lvl="7">
              <a:spcBef>
                <a:spcPts val="0"/>
              </a:spcBef>
              <a:spcAft>
                <a:spcPts val="0"/>
              </a:spcAft>
              <a:buClr>
                <a:srgbClr val="2F2F2F"/>
              </a:buClr>
              <a:buSzPts val="2800"/>
              <a:buNone/>
              <a:defRPr>
                <a:solidFill>
                  <a:srgbClr val="2F2F2F"/>
                </a:solidFill>
              </a:defRPr>
            </a:lvl8pPr>
            <a:lvl9pPr lvl="8">
              <a:spcBef>
                <a:spcPts val="0"/>
              </a:spcBef>
              <a:spcAft>
                <a:spcPts val="0"/>
              </a:spcAft>
              <a:buClr>
                <a:srgbClr val="2F2F2F"/>
              </a:buClr>
              <a:buSzPts val="2800"/>
              <a:buNone/>
              <a:defRPr>
                <a:solidFill>
                  <a:srgbClr val="2F2F2F"/>
                </a:solidFill>
              </a:defRPr>
            </a:lvl9pPr>
          </a:lstStyle>
          <a:p/>
        </p:txBody>
      </p:sp>
      <p:sp>
        <p:nvSpPr>
          <p:cNvPr id="223" name="Google Shape;223;p38"/>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24" name="Google Shape;224;p38"/>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25" name="Google Shape;225;p38"/>
          <p:cNvSpPr txBox="1"/>
          <p:nvPr>
            <p:ph idx="3" type="body"/>
          </p:nvPr>
        </p:nvSpPr>
        <p:spPr>
          <a:xfrm>
            <a:off x="1033272" y="2109216"/>
            <a:ext cx="704700" cy="1651200"/>
          </a:xfrm>
          <a:prstGeom prst="rect">
            <a:avLst/>
          </a:prstGeom>
        </p:spPr>
        <p:txBody>
          <a:bodyPr anchorCtr="0" anchor="t" bIns="91425" lIns="91425" spcFirstLastPara="1" rIns="91425" wrap="square" tIns="91425">
            <a:noAutofit/>
          </a:bodyPr>
          <a:lstStyle>
            <a:lvl1pPr indent="-393700" lvl="0" marL="457200" algn="r">
              <a:lnSpc>
                <a:spcPct val="100000"/>
              </a:lnSpc>
              <a:spcBef>
                <a:spcPts val="0"/>
              </a:spcBef>
              <a:spcAft>
                <a:spcPts val="0"/>
              </a:spcAft>
              <a:buSzPts val="2600"/>
              <a:buChar char="●"/>
              <a:defRPr sz="2600"/>
            </a:lvl1pPr>
            <a:lvl2pPr indent="-317500" lvl="1" marL="914400" algn="r">
              <a:lnSpc>
                <a:spcPct val="100000"/>
              </a:lnSpc>
              <a:spcBef>
                <a:spcPts val="1600"/>
              </a:spcBef>
              <a:spcAft>
                <a:spcPts val="0"/>
              </a:spcAft>
              <a:buSzPts val="1400"/>
              <a:buChar char="○"/>
              <a:defRPr/>
            </a:lvl2pPr>
            <a:lvl3pPr indent="-317500" lvl="2" marL="1371600" algn="r">
              <a:lnSpc>
                <a:spcPct val="100000"/>
              </a:lnSpc>
              <a:spcBef>
                <a:spcPts val="1600"/>
              </a:spcBef>
              <a:spcAft>
                <a:spcPts val="0"/>
              </a:spcAft>
              <a:buSzPts val="1400"/>
              <a:buChar char="■"/>
              <a:defRPr/>
            </a:lvl3pPr>
            <a:lvl4pPr indent="-317500" lvl="3" marL="1828800" algn="r">
              <a:lnSpc>
                <a:spcPct val="100000"/>
              </a:lnSpc>
              <a:spcBef>
                <a:spcPts val="1600"/>
              </a:spcBef>
              <a:spcAft>
                <a:spcPts val="0"/>
              </a:spcAft>
              <a:buSzPts val="1400"/>
              <a:buChar char="●"/>
              <a:defRPr/>
            </a:lvl4pPr>
            <a:lvl5pPr indent="-317500" lvl="4" marL="2286000" algn="r">
              <a:lnSpc>
                <a:spcPct val="100000"/>
              </a:lnSpc>
              <a:spcBef>
                <a:spcPts val="1600"/>
              </a:spcBef>
              <a:spcAft>
                <a:spcPts val="0"/>
              </a:spcAft>
              <a:buSzPts val="1400"/>
              <a:buChar char="○"/>
              <a:defRPr/>
            </a:lvl5pPr>
            <a:lvl6pPr indent="-317500" lvl="5" marL="2743200" algn="r">
              <a:lnSpc>
                <a:spcPct val="100000"/>
              </a:lnSpc>
              <a:spcBef>
                <a:spcPts val="1600"/>
              </a:spcBef>
              <a:spcAft>
                <a:spcPts val="0"/>
              </a:spcAft>
              <a:buSzPts val="1400"/>
              <a:buChar char="■"/>
              <a:defRPr/>
            </a:lvl6pPr>
            <a:lvl7pPr indent="-317500" lvl="6" marL="3200400" algn="r">
              <a:lnSpc>
                <a:spcPct val="100000"/>
              </a:lnSpc>
              <a:spcBef>
                <a:spcPts val="1600"/>
              </a:spcBef>
              <a:spcAft>
                <a:spcPts val="0"/>
              </a:spcAft>
              <a:buSzPts val="1400"/>
              <a:buChar char="●"/>
              <a:defRPr/>
            </a:lvl7pPr>
            <a:lvl8pPr indent="-317500" lvl="7" marL="3657600" algn="r">
              <a:lnSpc>
                <a:spcPct val="100000"/>
              </a:lnSpc>
              <a:spcBef>
                <a:spcPts val="1600"/>
              </a:spcBef>
              <a:spcAft>
                <a:spcPts val="0"/>
              </a:spcAft>
              <a:buSzPts val="1400"/>
              <a:buChar char="○"/>
              <a:defRPr/>
            </a:lvl8pPr>
            <a:lvl9pPr indent="-317500" lvl="8" marL="4114800" algn="r">
              <a:lnSpc>
                <a:spcPct val="100000"/>
              </a:lnSpc>
              <a:spcBef>
                <a:spcPts val="1600"/>
              </a:spcBef>
              <a:spcAft>
                <a:spcPts val="1600"/>
              </a:spcAft>
              <a:buSzPts val="1400"/>
              <a:buChar char="■"/>
              <a:defRPr/>
            </a:lvl9pPr>
          </a:lstStyle>
          <a:p/>
        </p:txBody>
      </p:sp>
      <p:sp>
        <p:nvSpPr>
          <p:cNvPr id="226" name="Google Shape;226;p38"/>
          <p:cNvSpPr txBox="1"/>
          <p:nvPr>
            <p:ph idx="4" type="body"/>
          </p:nvPr>
        </p:nvSpPr>
        <p:spPr>
          <a:xfrm>
            <a:off x="1664208" y="2109216"/>
            <a:ext cx="6498900" cy="16512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p:cSld name="SECTION_HEADER_1_1_2_3_1">
    <p:bg>
      <p:bgPr>
        <a:solidFill>
          <a:srgbClr val="FFFFFF"/>
        </a:solidFill>
      </p:bgPr>
    </p:bg>
    <p:spTree>
      <p:nvGrpSpPr>
        <p:cNvPr id="227" name="Shape 227"/>
        <p:cNvGrpSpPr/>
        <p:nvPr/>
      </p:nvGrpSpPr>
      <p:grpSpPr>
        <a:xfrm>
          <a:off x="0" y="0"/>
          <a:ext cx="0" cy="0"/>
          <a:chOff x="0" y="0"/>
          <a:chExt cx="0" cy="0"/>
        </a:xfrm>
      </p:grpSpPr>
      <p:pic>
        <p:nvPicPr>
          <p:cNvPr id="228" name="Google Shape;228;p39"/>
          <p:cNvPicPr preferRelativeResize="0"/>
          <p:nvPr/>
        </p:nvPicPr>
        <p:blipFill>
          <a:blip r:embed="rId2">
            <a:alphaModFix/>
          </a:blip>
          <a:stretch>
            <a:fillRect/>
          </a:stretch>
        </p:blipFill>
        <p:spPr>
          <a:xfrm>
            <a:off x="301752" y="1719072"/>
            <a:ext cx="8595361" cy="2807818"/>
          </a:xfrm>
          <a:prstGeom prst="rect">
            <a:avLst/>
          </a:prstGeom>
          <a:noFill/>
          <a:ln>
            <a:noFill/>
          </a:ln>
        </p:spPr>
      </p:pic>
      <p:sp>
        <p:nvSpPr>
          <p:cNvPr id="229" name="Google Shape;229;p39"/>
          <p:cNvSpPr txBox="1"/>
          <p:nvPr>
            <p:ph type="title"/>
          </p:nvPr>
        </p:nvSpPr>
        <p:spPr>
          <a:xfrm>
            <a:off x="820200" y="1185672"/>
            <a:ext cx="75036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000000"/>
              </a:buClr>
              <a:buSzPts val="2800"/>
              <a:buFont typeface="Roboto"/>
              <a:buNone/>
              <a:defRPr b="1" sz="2800">
                <a:solidFill>
                  <a:srgbClr val="000000"/>
                </a:solidFill>
                <a:latin typeface="Roboto"/>
                <a:ea typeface="Roboto"/>
                <a:cs typeface="Roboto"/>
                <a:sym typeface="Roboto"/>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230" name="Google Shape;230;p39"/>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31" name="Google Shape;231;p39"/>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32" name="Google Shape;232;p39"/>
          <p:cNvSpPr txBox="1"/>
          <p:nvPr>
            <p:ph idx="3" type="body"/>
          </p:nvPr>
        </p:nvSpPr>
        <p:spPr>
          <a:xfrm>
            <a:off x="1152144" y="2109216"/>
            <a:ext cx="7013400" cy="16512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Unit Question">
  <p:cSld name="SECTION_HEADER_1_1_2_3_1_1">
    <p:bg>
      <p:bgPr>
        <a:solidFill>
          <a:srgbClr val="FFFFFF"/>
        </a:solidFill>
      </p:bgPr>
    </p:bg>
    <p:spTree>
      <p:nvGrpSpPr>
        <p:cNvPr id="233" name="Shape 233"/>
        <p:cNvGrpSpPr/>
        <p:nvPr/>
      </p:nvGrpSpPr>
      <p:grpSpPr>
        <a:xfrm>
          <a:off x="0" y="0"/>
          <a:ext cx="0" cy="0"/>
          <a:chOff x="0" y="0"/>
          <a:chExt cx="0" cy="0"/>
        </a:xfrm>
      </p:grpSpPr>
      <p:pic>
        <p:nvPicPr>
          <p:cNvPr id="234" name="Google Shape;234;p40"/>
          <p:cNvPicPr preferRelativeResize="0"/>
          <p:nvPr/>
        </p:nvPicPr>
        <p:blipFill>
          <a:blip r:embed="rId2">
            <a:alphaModFix/>
          </a:blip>
          <a:stretch>
            <a:fillRect/>
          </a:stretch>
        </p:blipFill>
        <p:spPr>
          <a:xfrm>
            <a:off x="303075" y="1190168"/>
            <a:ext cx="8595350" cy="3008083"/>
          </a:xfrm>
          <a:prstGeom prst="rect">
            <a:avLst/>
          </a:prstGeom>
          <a:noFill/>
          <a:ln>
            <a:noFill/>
          </a:ln>
        </p:spPr>
      </p:pic>
      <p:sp>
        <p:nvSpPr>
          <p:cNvPr id="235" name="Google Shape;235;p40"/>
          <p:cNvSpPr txBox="1"/>
          <p:nvPr>
            <p:ph type="title"/>
          </p:nvPr>
        </p:nvSpPr>
        <p:spPr>
          <a:xfrm>
            <a:off x="1229950" y="1739144"/>
            <a:ext cx="70119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2F2F2F"/>
              </a:buClr>
              <a:buSzPts val="2800"/>
              <a:buNone/>
              <a:defRPr b="1" sz="2800">
                <a:solidFill>
                  <a:srgbClr val="2F2F2F"/>
                </a:solidFill>
              </a:defRPr>
            </a:lvl1pPr>
            <a:lvl2pPr lvl="1">
              <a:spcBef>
                <a:spcPts val="0"/>
              </a:spcBef>
              <a:spcAft>
                <a:spcPts val="0"/>
              </a:spcAft>
              <a:buClr>
                <a:srgbClr val="2F2F2F"/>
              </a:buClr>
              <a:buSzPts val="2800"/>
              <a:buNone/>
              <a:defRPr b="1">
                <a:solidFill>
                  <a:srgbClr val="2F2F2F"/>
                </a:solidFill>
              </a:defRPr>
            </a:lvl2pPr>
            <a:lvl3pPr lvl="2">
              <a:spcBef>
                <a:spcPts val="0"/>
              </a:spcBef>
              <a:spcAft>
                <a:spcPts val="0"/>
              </a:spcAft>
              <a:buClr>
                <a:srgbClr val="2F2F2F"/>
              </a:buClr>
              <a:buSzPts val="2800"/>
              <a:buNone/>
              <a:defRPr b="1">
                <a:solidFill>
                  <a:srgbClr val="2F2F2F"/>
                </a:solidFill>
              </a:defRPr>
            </a:lvl3pPr>
            <a:lvl4pPr lvl="3">
              <a:spcBef>
                <a:spcPts val="0"/>
              </a:spcBef>
              <a:spcAft>
                <a:spcPts val="0"/>
              </a:spcAft>
              <a:buClr>
                <a:srgbClr val="2F2F2F"/>
              </a:buClr>
              <a:buSzPts val="2800"/>
              <a:buNone/>
              <a:defRPr b="1">
                <a:solidFill>
                  <a:srgbClr val="2F2F2F"/>
                </a:solidFill>
              </a:defRPr>
            </a:lvl4pPr>
            <a:lvl5pPr lvl="4">
              <a:spcBef>
                <a:spcPts val="0"/>
              </a:spcBef>
              <a:spcAft>
                <a:spcPts val="0"/>
              </a:spcAft>
              <a:buClr>
                <a:srgbClr val="2F2F2F"/>
              </a:buClr>
              <a:buSzPts val="2800"/>
              <a:buNone/>
              <a:defRPr b="1">
                <a:solidFill>
                  <a:srgbClr val="2F2F2F"/>
                </a:solidFill>
              </a:defRPr>
            </a:lvl5pPr>
            <a:lvl6pPr lvl="5">
              <a:spcBef>
                <a:spcPts val="0"/>
              </a:spcBef>
              <a:spcAft>
                <a:spcPts val="0"/>
              </a:spcAft>
              <a:buClr>
                <a:srgbClr val="2F2F2F"/>
              </a:buClr>
              <a:buSzPts val="2800"/>
              <a:buNone/>
              <a:defRPr b="1">
                <a:solidFill>
                  <a:srgbClr val="2F2F2F"/>
                </a:solidFill>
              </a:defRPr>
            </a:lvl6pPr>
            <a:lvl7pPr lvl="6">
              <a:spcBef>
                <a:spcPts val="0"/>
              </a:spcBef>
              <a:spcAft>
                <a:spcPts val="0"/>
              </a:spcAft>
              <a:buClr>
                <a:srgbClr val="2F2F2F"/>
              </a:buClr>
              <a:buSzPts val="2800"/>
              <a:buNone/>
              <a:defRPr b="1">
                <a:solidFill>
                  <a:srgbClr val="2F2F2F"/>
                </a:solidFill>
              </a:defRPr>
            </a:lvl7pPr>
            <a:lvl8pPr lvl="7">
              <a:spcBef>
                <a:spcPts val="0"/>
              </a:spcBef>
              <a:spcAft>
                <a:spcPts val="0"/>
              </a:spcAft>
              <a:buClr>
                <a:srgbClr val="2F2F2F"/>
              </a:buClr>
              <a:buSzPts val="2800"/>
              <a:buNone/>
              <a:defRPr b="1">
                <a:solidFill>
                  <a:srgbClr val="2F2F2F"/>
                </a:solidFill>
              </a:defRPr>
            </a:lvl8pPr>
            <a:lvl9pPr lvl="8">
              <a:spcBef>
                <a:spcPts val="0"/>
              </a:spcBef>
              <a:spcAft>
                <a:spcPts val="0"/>
              </a:spcAft>
              <a:buClr>
                <a:srgbClr val="2F2F2F"/>
              </a:buClr>
              <a:buSzPts val="2800"/>
              <a:buNone/>
              <a:defRPr b="1">
                <a:solidFill>
                  <a:srgbClr val="2F2F2F"/>
                </a:solidFill>
              </a:defRPr>
            </a:lvl9pPr>
          </a:lstStyle>
          <a:p/>
        </p:txBody>
      </p:sp>
      <p:sp>
        <p:nvSpPr>
          <p:cNvPr id="236" name="Google Shape;236;p40"/>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37" name="Google Shape;237;p40"/>
          <p:cNvSpPr txBox="1"/>
          <p:nvPr>
            <p:ph idx="2"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38" name="Google Shape;238;p40"/>
          <p:cNvSpPr txBox="1"/>
          <p:nvPr>
            <p:ph idx="3" type="body"/>
          </p:nvPr>
        </p:nvSpPr>
        <p:spPr>
          <a:xfrm>
            <a:off x="1234440" y="2313432"/>
            <a:ext cx="6849000" cy="1243500"/>
          </a:xfrm>
          <a:prstGeom prst="rect">
            <a:avLst/>
          </a:prstGeom>
        </p:spPr>
        <p:txBody>
          <a:bodyPr anchorCtr="0" anchor="t" bIns="91425" lIns="91425" spcFirstLastPara="1" rIns="91425" wrap="square" tIns="91425">
            <a:noAutofit/>
          </a:bodyPr>
          <a:lstStyle>
            <a:lvl1pPr indent="-381000" lvl="0" marL="457200">
              <a:lnSpc>
                <a:spcPct val="100000"/>
              </a:lnSpc>
              <a:spcBef>
                <a:spcPts val="0"/>
              </a:spcBef>
              <a:spcAft>
                <a:spcPts val="0"/>
              </a:spcAft>
              <a:buSzPts val="2400"/>
              <a:buChar char="●"/>
              <a:defRPr/>
            </a:lvl1pPr>
            <a:lvl2pPr indent="-381000" lvl="1" marL="914400">
              <a:lnSpc>
                <a:spcPct val="100000"/>
              </a:lnSpc>
              <a:spcBef>
                <a:spcPts val="1600"/>
              </a:spcBef>
              <a:spcAft>
                <a:spcPts val="0"/>
              </a:spcAft>
              <a:buSzPts val="2400"/>
              <a:buChar char="○"/>
              <a:defRPr sz="2400"/>
            </a:lvl2pPr>
            <a:lvl3pPr indent="-381000" lvl="2" marL="1371600">
              <a:lnSpc>
                <a:spcPct val="100000"/>
              </a:lnSpc>
              <a:spcBef>
                <a:spcPts val="1600"/>
              </a:spcBef>
              <a:spcAft>
                <a:spcPts val="0"/>
              </a:spcAft>
              <a:buSzPts val="2400"/>
              <a:buChar char="■"/>
              <a:defRPr sz="2400"/>
            </a:lvl3pPr>
            <a:lvl4pPr indent="-381000" lvl="3" marL="1828800">
              <a:lnSpc>
                <a:spcPct val="100000"/>
              </a:lnSpc>
              <a:spcBef>
                <a:spcPts val="1600"/>
              </a:spcBef>
              <a:spcAft>
                <a:spcPts val="0"/>
              </a:spcAft>
              <a:buSzPts val="2400"/>
              <a:buChar char="●"/>
              <a:defRPr sz="2400"/>
            </a:lvl4pPr>
            <a:lvl5pPr indent="-381000" lvl="4" marL="2286000">
              <a:lnSpc>
                <a:spcPct val="100000"/>
              </a:lnSpc>
              <a:spcBef>
                <a:spcPts val="1600"/>
              </a:spcBef>
              <a:spcAft>
                <a:spcPts val="0"/>
              </a:spcAft>
              <a:buSzPts val="2400"/>
              <a:buChar char="○"/>
              <a:defRPr sz="2400"/>
            </a:lvl5pPr>
            <a:lvl6pPr indent="-381000" lvl="5" marL="2743200">
              <a:lnSpc>
                <a:spcPct val="100000"/>
              </a:lnSpc>
              <a:spcBef>
                <a:spcPts val="1600"/>
              </a:spcBef>
              <a:spcAft>
                <a:spcPts val="0"/>
              </a:spcAft>
              <a:buSzPts val="2400"/>
              <a:buChar char="■"/>
              <a:defRPr sz="2400"/>
            </a:lvl6pPr>
            <a:lvl7pPr indent="-381000" lvl="6" marL="3200400">
              <a:lnSpc>
                <a:spcPct val="100000"/>
              </a:lnSpc>
              <a:spcBef>
                <a:spcPts val="1600"/>
              </a:spcBef>
              <a:spcAft>
                <a:spcPts val="0"/>
              </a:spcAft>
              <a:buSzPts val="2400"/>
              <a:buChar char="●"/>
              <a:defRPr sz="2400"/>
            </a:lvl7pPr>
            <a:lvl8pPr indent="-381000" lvl="7" marL="3657600">
              <a:lnSpc>
                <a:spcPct val="100000"/>
              </a:lnSpc>
              <a:spcBef>
                <a:spcPts val="1600"/>
              </a:spcBef>
              <a:spcAft>
                <a:spcPts val="0"/>
              </a:spcAft>
              <a:buSzPts val="2400"/>
              <a:buChar char="○"/>
              <a:defRPr sz="2400"/>
            </a:lvl8pPr>
            <a:lvl9pPr indent="-381000" lvl="8" marL="4114800">
              <a:lnSpc>
                <a:spcPct val="100000"/>
              </a:lnSpc>
              <a:spcBef>
                <a:spcPts val="1600"/>
              </a:spcBef>
              <a:spcAft>
                <a:spcPts val="1600"/>
              </a:spcAft>
              <a:buSzPts val="2400"/>
              <a:buChar char="■"/>
              <a:defRPr sz="24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with Picture - pg#">
  <p:cSld name="SECTION_HEADER_1_1_2_2_7">
    <p:bg>
      <p:bgPr>
        <a:solidFill>
          <a:srgbClr val="FFFFFF"/>
        </a:solidFill>
      </p:bgPr>
    </p:bg>
    <p:spTree>
      <p:nvGrpSpPr>
        <p:cNvPr id="239" name="Shape 239"/>
        <p:cNvGrpSpPr/>
        <p:nvPr/>
      </p:nvGrpSpPr>
      <p:grpSpPr>
        <a:xfrm>
          <a:off x="0" y="0"/>
          <a:ext cx="0" cy="0"/>
          <a:chOff x="0" y="0"/>
          <a:chExt cx="0" cy="0"/>
        </a:xfrm>
      </p:grpSpPr>
      <p:sp>
        <p:nvSpPr>
          <p:cNvPr id="240" name="Google Shape;240;p4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41" name="Google Shape;241;p41"/>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1"/>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43" name="Google Shape;243;p41"/>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44" name="Google Shape;244;p41"/>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with Text - pg#">
  <p:cSld name="SECTION_HEADER_1_1_2_2_7_2">
    <p:bg>
      <p:bgPr>
        <a:solidFill>
          <a:srgbClr val="FFFFFF"/>
        </a:solidFill>
      </p:bgPr>
    </p:bg>
    <p:spTree>
      <p:nvGrpSpPr>
        <p:cNvPr id="245" name="Shape 245"/>
        <p:cNvGrpSpPr/>
        <p:nvPr/>
      </p:nvGrpSpPr>
      <p:grpSpPr>
        <a:xfrm>
          <a:off x="0" y="0"/>
          <a:ext cx="0" cy="0"/>
          <a:chOff x="0" y="0"/>
          <a:chExt cx="0" cy="0"/>
        </a:xfrm>
      </p:grpSpPr>
      <p:sp>
        <p:nvSpPr>
          <p:cNvPr id="246" name="Google Shape;246;p4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47" name="Google Shape;247;p42"/>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2"/>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49" name="Google Shape;249;p42"/>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50" name="Google Shape;250;p42"/>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251" name="Google Shape;251;p42"/>
          <p:cNvSpPr txBox="1"/>
          <p:nvPr>
            <p:ph idx="5"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252" name="Google Shape;252;p42"/>
          <p:cNvSpPr txBox="1"/>
          <p:nvPr>
            <p:ph idx="6"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TT - pg#">
  <p:cSld name="SECTION_HEADER_1_1_2_2_7_1">
    <p:bg>
      <p:bgPr>
        <a:solidFill>
          <a:srgbClr val="FFFFFF"/>
        </a:solidFill>
      </p:bgPr>
    </p:bg>
    <p:spTree>
      <p:nvGrpSpPr>
        <p:cNvPr id="253" name="Shape 253"/>
        <p:cNvGrpSpPr/>
        <p:nvPr/>
      </p:nvGrpSpPr>
      <p:grpSpPr>
        <a:xfrm>
          <a:off x="0" y="0"/>
          <a:ext cx="0" cy="0"/>
          <a:chOff x="0" y="0"/>
          <a:chExt cx="0" cy="0"/>
        </a:xfrm>
      </p:grpSpPr>
      <p:sp>
        <p:nvSpPr>
          <p:cNvPr id="254" name="Google Shape;254;p4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55" name="Google Shape;255;p4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56" name="Google Shape;256;p43"/>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57" name="Google Shape;257;p43"/>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258" name="Google Shape;258;p43"/>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9" name="Google Shape;259;p43"/>
          <p:cNvGrpSpPr/>
          <p:nvPr/>
        </p:nvGrpSpPr>
        <p:grpSpPr>
          <a:xfrm>
            <a:off x="248150" y="722275"/>
            <a:ext cx="3447300" cy="164700"/>
            <a:chOff x="248150" y="722275"/>
            <a:chExt cx="3447300" cy="164700"/>
          </a:xfrm>
        </p:grpSpPr>
        <p:sp>
          <p:nvSpPr>
            <p:cNvPr id="260" name="Google Shape;260;p43"/>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1" name="Google Shape;261;p43"/>
            <p:cNvGrpSpPr/>
            <p:nvPr/>
          </p:nvGrpSpPr>
          <p:grpSpPr>
            <a:xfrm>
              <a:off x="322595" y="769160"/>
              <a:ext cx="264664" cy="61800"/>
              <a:chOff x="322595" y="642846"/>
              <a:chExt cx="264664" cy="61800"/>
            </a:xfrm>
          </p:grpSpPr>
          <p:sp>
            <p:nvSpPr>
              <p:cNvPr id="262" name="Google Shape;262;p43"/>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43"/>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3"/>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SA - pg#">
  <p:cSld name="SECTION_HEADER_1_1_2_2_7_1_1">
    <p:bg>
      <p:bgPr>
        <a:solidFill>
          <a:srgbClr val="FFFFFF"/>
        </a:solidFill>
      </p:bgPr>
    </p:bg>
    <p:spTree>
      <p:nvGrpSpPr>
        <p:cNvPr id="265" name="Shape 265"/>
        <p:cNvGrpSpPr/>
        <p:nvPr/>
      </p:nvGrpSpPr>
      <p:grpSpPr>
        <a:xfrm>
          <a:off x="0" y="0"/>
          <a:ext cx="0" cy="0"/>
          <a:chOff x="0" y="0"/>
          <a:chExt cx="0" cy="0"/>
        </a:xfrm>
      </p:grpSpPr>
      <p:sp>
        <p:nvSpPr>
          <p:cNvPr id="266" name="Google Shape;266;p4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67" name="Google Shape;267;p44"/>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68" name="Google Shape;268;p44"/>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69" name="Google Shape;269;p44"/>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270" name="Google Shape;270;p44"/>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1" name="Google Shape;271;p44"/>
          <p:cNvGrpSpPr/>
          <p:nvPr/>
        </p:nvGrpSpPr>
        <p:grpSpPr>
          <a:xfrm>
            <a:off x="322595" y="769160"/>
            <a:ext cx="264664" cy="61800"/>
            <a:chOff x="322595" y="642846"/>
            <a:chExt cx="264664" cy="61800"/>
          </a:xfrm>
        </p:grpSpPr>
        <p:sp>
          <p:nvSpPr>
            <p:cNvPr id="272" name="Google Shape;272;p44"/>
            <p:cNvSpPr/>
            <p:nvPr/>
          </p:nvSpPr>
          <p:spPr>
            <a:xfrm>
              <a:off x="322595"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4"/>
            <p:cNvSpPr/>
            <p:nvPr/>
          </p:nvSpPr>
          <p:spPr>
            <a:xfrm>
              <a:off x="424028"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4"/>
            <p:cNvSpPr/>
            <p:nvPr/>
          </p:nvSpPr>
          <p:spPr>
            <a:xfrm>
              <a:off x="525460"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 name="Google Shape;275;p44"/>
          <p:cNvGrpSpPr/>
          <p:nvPr/>
        </p:nvGrpSpPr>
        <p:grpSpPr>
          <a:xfrm>
            <a:off x="248150" y="722275"/>
            <a:ext cx="3447300" cy="164700"/>
            <a:chOff x="248150" y="722275"/>
            <a:chExt cx="3447300" cy="164700"/>
          </a:xfrm>
        </p:grpSpPr>
        <p:sp>
          <p:nvSpPr>
            <p:cNvPr id="276" name="Google Shape;276;p44"/>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7" name="Google Shape;277;p44"/>
            <p:cNvGrpSpPr/>
            <p:nvPr/>
          </p:nvGrpSpPr>
          <p:grpSpPr>
            <a:xfrm>
              <a:off x="322595" y="769160"/>
              <a:ext cx="264664" cy="61800"/>
              <a:chOff x="322595" y="642846"/>
              <a:chExt cx="264664" cy="61800"/>
            </a:xfrm>
          </p:grpSpPr>
          <p:sp>
            <p:nvSpPr>
              <p:cNvPr id="278" name="Google Shape;278;p44"/>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4"/>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4"/>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oard with TT - pg#">
  <p:cSld name="SECTION_HEADER_1_1_2_2_6_2">
    <p:bg>
      <p:bgPr>
        <a:solidFill>
          <a:srgbClr val="FFFFFF"/>
        </a:solidFill>
      </p:bgPr>
    </p:bg>
    <p:spTree>
      <p:nvGrpSpPr>
        <p:cNvPr id="281" name="Shape 281"/>
        <p:cNvGrpSpPr/>
        <p:nvPr/>
      </p:nvGrpSpPr>
      <p:grpSpPr>
        <a:xfrm>
          <a:off x="0" y="0"/>
          <a:ext cx="0" cy="0"/>
          <a:chOff x="0" y="0"/>
          <a:chExt cx="0" cy="0"/>
        </a:xfrm>
      </p:grpSpPr>
      <p:pic>
        <p:nvPicPr>
          <p:cNvPr id="282" name="Google Shape;282;p45"/>
          <p:cNvPicPr preferRelativeResize="0"/>
          <p:nvPr/>
        </p:nvPicPr>
        <p:blipFill rotWithShape="1">
          <a:blip r:embed="rId2">
            <a:alphaModFix/>
          </a:blip>
          <a:srcRect b="70" l="0" r="0" t="60"/>
          <a:stretch/>
        </p:blipFill>
        <p:spPr>
          <a:xfrm>
            <a:off x="237744" y="585216"/>
            <a:ext cx="3470027" cy="4279392"/>
          </a:xfrm>
          <a:prstGeom prst="rect">
            <a:avLst/>
          </a:prstGeom>
          <a:noFill/>
          <a:ln>
            <a:noFill/>
          </a:ln>
        </p:spPr>
      </p:pic>
      <p:sp>
        <p:nvSpPr>
          <p:cNvPr id="283" name="Google Shape;283;p45"/>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284" name="Google Shape;284;p45"/>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85" name="Google Shape;285;p45"/>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86" name="Google Shape;286;p45"/>
          <p:cNvSpPr txBox="1"/>
          <p:nvPr>
            <p:ph idx="4" type="body"/>
          </p:nvPr>
        </p:nvSpPr>
        <p:spPr>
          <a:xfrm>
            <a:off x="430975" y="768096"/>
            <a:ext cx="3273600" cy="3941100"/>
          </a:xfrm>
          <a:prstGeom prst="rect">
            <a:avLst/>
          </a:prstGeom>
        </p:spPr>
        <p:txBody>
          <a:bodyPr anchorCtr="0" anchor="t" bIns="0" lIns="137150" spcFirstLastPara="1" rIns="137150" wrap="square" tIns="137150">
            <a:noAutofit/>
          </a:bodyPr>
          <a:lstStyle>
            <a:lvl1pPr indent="-317500" lvl="0" marL="457200">
              <a:spcBef>
                <a:spcPts val="0"/>
              </a:spcBef>
              <a:spcAft>
                <a:spcPts val="0"/>
              </a:spcAft>
              <a:buSzPts val="1400"/>
              <a:buFont typeface="Comic Sans MS"/>
              <a:buChar char="●"/>
              <a:defRPr sz="1400">
                <a:latin typeface="Comic Sans MS"/>
                <a:ea typeface="Comic Sans MS"/>
                <a:cs typeface="Comic Sans MS"/>
                <a:sym typeface="Comic Sans MS"/>
              </a:defRPr>
            </a:lvl1pPr>
            <a:lvl2pPr indent="-317500" lvl="1" marL="914400">
              <a:spcBef>
                <a:spcPts val="1600"/>
              </a:spcBef>
              <a:spcAft>
                <a:spcPts val="0"/>
              </a:spcAft>
              <a:buSzPts val="1400"/>
              <a:buFont typeface="Comic Sans MS"/>
              <a:buChar char="○"/>
              <a:defRPr>
                <a:latin typeface="Comic Sans MS"/>
                <a:ea typeface="Comic Sans MS"/>
                <a:cs typeface="Comic Sans MS"/>
                <a:sym typeface="Comic Sans MS"/>
              </a:defRPr>
            </a:lvl2pPr>
            <a:lvl3pPr indent="-317500" lvl="2" marL="1371600">
              <a:spcBef>
                <a:spcPts val="1600"/>
              </a:spcBef>
              <a:spcAft>
                <a:spcPts val="0"/>
              </a:spcAft>
              <a:buSzPts val="1400"/>
              <a:buFont typeface="Comic Sans MS"/>
              <a:buChar char="■"/>
              <a:defRPr>
                <a:latin typeface="Comic Sans MS"/>
                <a:ea typeface="Comic Sans MS"/>
                <a:cs typeface="Comic Sans MS"/>
                <a:sym typeface="Comic Sans MS"/>
              </a:defRPr>
            </a:lvl3pPr>
            <a:lvl4pPr indent="-317500" lvl="3" marL="1828800">
              <a:spcBef>
                <a:spcPts val="1600"/>
              </a:spcBef>
              <a:spcAft>
                <a:spcPts val="0"/>
              </a:spcAft>
              <a:buSzPts val="1400"/>
              <a:buFont typeface="Comic Sans MS"/>
              <a:buChar char="●"/>
              <a:defRPr>
                <a:latin typeface="Comic Sans MS"/>
                <a:ea typeface="Comic Sans MS"/>
                <a:cs typeface="Comic Sans MS"/>
                <a:sym typeface="Comic Sans MS"/>
              </a:defRPr>
            </a:lvl4pPr>
            <a:lvl5pPr indent="-317500" lvl="4" marL="2286000">
              <a:spcBef>
                <a:spcPts val="1600"/>
              </a:spcBef>
              <a:spcAft>
                <a:spcPts val="0"/>
              </a:spcAft>
              <a:buSzPts val="1400"/>
              <a:buFont typeface="Comic Sans MS"/>
              <a:buChar char="○"/>
              <a:defRPr>
                <a:latin typeface="Comic Sans MS"/>
                <a:ea typeface="Comic Sans MS"/>
                <a:cs typeface="Comic Sans MS"/>
                <a:sym typeface="Comic Sans MS"/>
              </a:defRPr>
            </a:lvl5pPr>
            <a:lvl6pPr indent="-317500" lvl="5" marL="2743200">
              <a:spcBef>
                <a:spcPts val="1600"/>
              </a:spcBef>
              <a:spcAft>
                <a:spcPts val="0"/>
              </a:spcAft>
              <a:buSzPts val="1400"/>
              <a:buFont typeface="Comic Sans MS"/>
              <a:buChar char="■"/>
              <a:defRPr>
                <a:latin typeface="Comic Sans MS"/>
                <a:ea typeface="Comic Sans MS"/>
                <a:cs typeface="Comic Sans MS"/>
                <a:sym typeface="Comic Sans MS"/>
              </a:defRPr>
            </a:lvl6pPr>
            <a:lvl7pPr indent="-317500" lvl="6" marL="3200400">
              <a:spcBef>
                <a:spcPts val="1600"/>
              </a:spcBef>
              <a:spcAft>
                <a:spcPts val="0"/>
              </a:spcAft>
              <a:buSzPts val="1400"/>
              <a:buFont typeface="Comic Sans MS"/>
              <a:buChar char="●"/>
              <a:defRPr>
                <a:latin typeface="Comic Sans MS"/>
                <a:ea typeface="Comic Sans MS"/>
                <a:cs typeface="Comic Sans MS"/>
                <a:sym typeface="Comic Sans MS"/>
              </a:defRPr>
            </a:lvl7pPr>
            <a:lvl8pPr indent="-317500" lvl="7" marL="3657600">
              <a:spcBef>
                <a:spcPts val="1600"/>
              </a:spcBef>
              <a:spcAft>
                <a:spcPts val="0"/>
              </a:spcAft>
              <a:buSzPts val="1400"/>
              <a:buFont typeface="Comic Sans MS"/>
              <a:buChar char="○"/>
              <a:defRPr>
                <a:latin typeface="Comic Sans MS"/>
                <a:ea typeface="Comic Sans MS"/>
                <a:cs typeface="Comic Sans MS"/>
                <a:sym typeface="Comic Sans MS"/>
              </a:defRPr>
            </a:lvl8pPr>
            <a:lvl9pPr indent="-317500" lvl="8" marL="4114800">
              <a:spcBef>
                <a:spcPts val="1600"/>
              </a:spcBef>
              <a:spcAft>
                <a:spcPts val="1600"/>
              </a:spcAft>
              <a:buSzPts val="1400"/>
              <a:buFont typeface="Comic Sans MS"/>
              <a:buChar char="■"/>
              <a:defRPr>
                <a:latin typeface="Comic Sans MS"/>
                <a:ea typeface="Comic Sans MS"/>
                <a:cs typeface="Comic Sans MS"/>
                <a:sym typeface="Comic Sans MS"/>
              </a:defRPr>
            </a:lvl9pPr>
          </a:lstStyle>
          <a:p/>
        </p:txBody>
      </p:sp>
      <p:sp>
        <p:nvSpPr>
          <p:cNvPr id="287" name="Google Shape;287;p45"/>
          <p:cNvSpPr txBox="1"/>
          <p:nvPr>
            <p:ph idx="5"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TT">
  <p:cSld name="SECTION_HEADER_1_1_2_2_6_1">
    <p:bg>
      <p:bgPr>
        <a:solidFill>
          <a:srgbClr val="FFFFFF"/>
        </a:solidFill>
      </p:bgPr>
    </p:bg>
    <p:spTree>
      <p:nvGrpSpPr>
        <p:cNvPr id="288" name="Shape 288"/>
        <p:cNvGrpSpPr/>
        <p:nvPr/>
      </p:nvGrpSpPr>
      <p:grpSpPr>
        <a:xfrm>
          <a:off x="0" y="0"/>
          <a:ext cx="0" cy="0"/>
          <a:chOff x="0" y="0"/>
          <a:chExt cx="0" cy="0"/>
        </a:xfrm>
      </p:grpSpPr>
      <p:pic>
        <p:nvPicPr>
          <p:cNvPr id="289" name="Google Shape;289;p46"/>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sp>
        <p:nvSpPr>
          <p:cNvPr id="290" name="Google Shape;290;p46"/>
          <p:cNvSpPr txBox="1"/>
          <p:nvPr>
            <p:ph idx="1" type="subTitle"/>
          </p:nvPr>
        </p:nvSpPr>
        <p:spPr>
          <a:xfrm>
            <a:off x="438975" y="1770750"/>
            <a:ext cx="3063300" cy="2898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latin typeface="Comic Sans MS"/>
                <a:ea typeface="Comic Sans MS"/>
                <a:cs typeface="Comic Sans MS"/>
                <a:sym typeface="Comic Sans MS"/>
              </a:defRPr>
            </a:lvl1pPr>
            <a:lvl2pPr lvl="1">
              <a:spcBef>
                <a:spcPts val="1600"/>
              </a:spcBef>
              <a:spcAft>
                <a:spcPts val="0"/>
              </a:spcAft>
              <a:buNone/>
              <a:defRPr sz="1200"/>
            </a:lvl2pPr>
            <a:lvl3pPr lvl="2">
              <a:spcBef>
                <a:spcPts val="1600"/>
              </a:spcBef>
              <a:spcAft>
                <a:spcPts val="0"/>
              </a:spcAft>
              <a:buNone/>
              <a:defRPr sz="1200"/>
            </a:lvl3pPr>
            <a:lvl4pPr lvl="3">
              <a:spcBef>
                <a:spcPts val="1600"/>
              </a:spcBef>
              <a:spcAft>
                <a:spcPts val="0"/>
              </a:spcAft>
              <a:buNone/>
              <a:defRPr sz="1200"/>
            </a:lvl4pPr>
            <a:lvl5pPr lvl="4">
              <a:spcBef>
                <a:spcPts val="1600"/>
              </a:spcBef>
              <a:spcAft>
                <a:spcPts val="0"/>
              </a:spcAft>
              <a:buNone/>
              <a:defRPr sz="1200"/>
            </a:lvl5pPr>
            <a:lvl6pPr lvl="5">
              <a:spcBef>
                <a:spcPts val="1600"/>
              </a:spcBef>
              <a:spcAft>
                <a:spcPts val="0"/>
              </a:spcAft>
              <a:buNone/>
              <a:defRPr sz="1200"/>
            </a:lvl6pPr>
            <a:lvl7pPr lvl="6">
              <a:spcBef>
                <a:spcPts val="1600"/>
              </a:spcBef>
              <a:spcAft>
                <a:spcPts val="0"/>
              </a:spcAft>
              <a:buNone/>
              <a:defRPr sz="1200"/>
            </a:lvl7pPr>
            <a:lvl8pPr lvl="7">
              <a:spcBef>
                <a:spcPts val="1600"/>
              </a:spcBef>
              <a:spcAft>
                <a:spcPts val="0"/>
              </a:spcAft>
              <a:buNone/>
              <a:defRPr sz="1200"/>
            </a:lvl8pPr>
            <a:lvl9pPr lvl="8">
              <a:spcBef>
                <a:spcPts val="1600"/>
              </a:spcBef>
              <a:spcAft>
                <a:spcPts val="1600"/>
              </a:spcAft>
              <a:buNone/>
              <a:defRPr sz="1200"/>
            </a:lvl9pPr>
          </a:lstStyle>
          <a:p/>
        </p:txBody>
      </p:sp>
      <p:sp>
        <p:nvSpPr>
          <p:cNvPr id="291" name="Google Shape;291;p46"/>
          <p:cNvSpPr txBox="1"/>
          <p:nvPr>
            <p:ph type="title"/>
          </p:nvPr>
        </p:nvSpPr>
        <p:spPr>
          <a:xfrm>
            <a:off x="438900" y="950974"/>
            <a:ext cx="3063300" cy="813900"/>
          </a:xfrm>
          <a:prstGeom prst="rect">
            <a:avLst/>
          </a:prstGeom>
        </p:spPr>
        <p:txBody>
          <a:bodyPr anchorCtr="0" anchor="t" bIns="228600" lIns="320025" spcFirstLastPara="1" rIns="320025" wrap="square" tIns="228600">
            <a:noAutofit/>
          </a:bodyPr>
          <a:lstStyle>
            <a:lvl1pPr lvl="0" algn="ctr">
              <a:spcBef>
                <a:spcPts val="0"/>
              </a:spcBef>
              <a:spcAft>
                <a:spcPts val="0"/>
              </a:spcAft>
              <a:buNone/>
              <a:defRPr b="1" sz="1600">
                <a:solidFill>
                  <a:srgbClr val="2F2F2F"/>
                </a:solidFill>
                <a:latin typeface="Comic Sans MS"/>
                <a:ea typeface="Comic Sans MS"/>
                <a:cs typeface="Comic Sans MS"/>
                <a:sym typeface="Comic Sans MS"/>
              </a:defRPr>
            </a:lvl1pPr>
            <a:lvl2pPr lvl="1">
              <a:spcBef>
                <a:spcPts val="0"/>
              </a:spcBef>
              <a:spcAft>
                <a:spcPts val="0"/>
              </a:spcAft>
              <a:buNone/>
              <a:defRPr sz="1200">
                <a:latin typeface="Comic Sans MS"/>
                <a:ea typeface="Comic Sans MS"/>
                <a:cs typeface="Comic Sans MS"/>
                <a:sym typeface="Comic Sans MS"/>
              </a:defRPr>
            </a:lvl2pPr>
            <a:lvl3pPr lvl="2">
              <a:spcBef>
                <a:spcPts val="0"/>
              </a:spcBef>
              <a:spcAft>
                <a:spcPts val="0"/>
              </a:spcAft>
              <a:buNone/>
              <a:defRPr sz="1200">
                <a:latin typeface="Comic Sans MS"/>
                <a:ea typeface="Comic Sans MS"/>
                <a:cs typeface="Comic Sans MS"/>
                <a:sym typeface="Comic Sans MS"/>
              </a:defRPr>
            </a:lvl3pPr>
            <a:lvl4pPr lvl="3">
              <a:spcBef>
                <a:spcPts val="0"/>
              </a:spcBef>
              <a:spcAft>
                <a:spcPts val="0"/>
              </a:spcAft>
              <a:buNone/>
              <a:defRPr sz="1200">
                <a:latin typeface="Comic Sans MS"/>
                <a:ea typeface="Comic Sans MS"/>
                <a:cs typeface="Comic Sans MS"/>
                <a:sym typeface="Comic Sans MS"/>
              </a:defRPr>
            </a:lvl4pPr>
            <a:lvl5pPr lvl="4">
              <a:spcBef>
                <a:spcPts val="0"/>
              </a:spcBef>
              <a:spcAft>
                <a:spcPts val="0"/>
              </a:spcAft>
              <a:buNone/>
              <a:defRPr sz="1200">
                <a:latin typeface="Comic Sans MS"/>
                <a:ea typeface="Comic Sans MS"/>
                <a:cs typeface="Comic Sans MS"/>
                <a:sym typeface="Comic Sans MS"/>
              </a:defRPr>
            </a:lvl5pPr>
            <a:lvl6pPr lvl="5">
              <a:spcBef>
                <a:spcPts val="0"/>
              </a:spcBef>
              <a:spcAft>
                <a:spcPts val="0"/>
              </a:spcAft>
              <a:buNone/>
              <a:defRPr sz="1200">
                <a:latin typeface="Comic Sans MS"/>
                <a:ea typeface="Comic Sans MS"/>
                <a:cs typeface="Comic Sans MS"/>
                <a:sym typeface="Comic Sans MS"/>
              </a:defRPr>
            </a:lvl6pPr>
            <a:lvl7pPr lvl="6">
              <a:spcBef>
                <a:spcPts val="0"/>
              </a:spcBef>
              <a:spcAft>
                <a:spcPts val="0"/>
              </a:spcAft>
              <a:buNone/>
              <a:defRPr sz="1200">
                <a:latin typeface="Comic Sans MS"/>
                <a:ea typeface="Comic Sans MS"/>
                <a:cs typeface="Comic Sans MS"/>
                <a:sym typeface="Comic Sans MS"/>
              </a:defRPr>
            </a:lvl7pPr>
            <a:lvl8pPr lvl="7">
              <a:spcBef>
                <a:spcPts val="0"/>
              </a:spcBef>
              <a:spcAft>
                <a:spcPts val="0"/>
              </a:spcAft>
              <a:buNone/>
              <a:defRPr sz="1200">
                <a:latin typeface="Comic Sans MS"/>
                <a:ea typeface="Comic Sans MS"/>
                <a:cs typeface="Comic Sans MS"/>
                <a:sym typeface="Comic Sans MS"/>
              </a:defRPr>
            </a:lvl8pPr>
            <a:lvl9pPr lvl="8">
              <a:spcBef>
                <a:spcPts val="0"/>
              </a:spcBef>
              <a:spcAft>
                <a:spcPts val="0"/>
              </a:spcAft>
              <a:buNone/>
              <a:defRPr sz="1200">
                <a:latin typeface="Comic Sans MS"/>
                <a:ea typeface="Comic Sans MS"/>
                <a:cs typeface="Comic Sans MS"/>
                <a:sym typeface="Comic Sans MS"/>
              </a:defRPr>
            </a:lvl9pPr>
          </a:lstStyle>
          <a:p/>
        </p:txBody>
      </p:sp>
      <p:sp>
        <p:nvSpPr>
          <p:cNvPr id="292" name="Google Shape;292;p4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293" name="Google Shape;293;p46"/>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294" name="Google Shape;294;p46"/>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TT - 2 Column">
  <p:cSld name="SECTION_HEADER_1_1_2_2_6_1_3">
    <p:bg>
      <p:bgPr>
        <a:solidFill>
          <a:srgbClr val="FFFFFF"/>
        </a:solidFill>
      </p:bgPr>
    </p:bg>
    <p:spTree>
      <p:nvGrpSpPr>
        <p:cNvPr id="295" name="Shape 295"/>
        <p:cNvGrpSpPr/>
        <p:nvPr/>
      </p:nvGrpSpPr>
      <p:grpSpPr>
        <a:xfrm>
          <a:off x="0" y="0"/>
          <a:ext cx="0" cy="0"/>
          <a:chOff x="0" y="0"/>
          <a:chExt cx="0" cy="0"/>
        </a:xfrm>
      </p:grpSpPr>
      <p:pic>
        <p:nvPicPr>
          <p:cNvPr id="296" name="Google Shape;296;p47"/>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pic>
        <p:nvPicPr>
          <p:cNvPr id="297" name="Google Shape;297;p47"/>
          <p:cNvPicPr preferRelativeResize="0"/>
          <p:nvPr/>
        </p:nvPicPr>
        <p:blipFill rotWithShape="1">
          <a:blip r:embed="rId3">
            <a:alphaModFix/>
          </a:blip>
          <a:srcRect b="1250" l="2190" r="2190" t="22554"/>
          <a:stretch/>
        </p:blipFill>
        <p:spPr>
          <a:xfrm>
            <a:off x="312525" y="1555225"/>
            <a:ext cx="3303849" cy="3251001"/>
          </a:xfrm>
          <a:prstGeom prst="rect">
            <a:avLst/>
          </a:prstGeom>
          <a:noFill/>
          <a:ln>
            <a:noFill/>
          </a:ln>
        </p:spPr>
      </p:pic>
      <p:sp>
        <p:nvSpPr>
          <p:cNvPr id="298" name="Google Shape;298;p47"/>
          <p:cNvSpPr txBox="1"/>
          <p:nvPr>
            <p:ph idx="1" type="subTitle"/>
          </p:nvPr>
        </p:nvSpPr>
        <p:spPr>
          <a:xfrm>
            <a:off x="356625" y="1636775"/>
            <a:ext cx="1610700" cy="301800"/>
          </a:xfrm>
          <a:prstGeom prst="rect">
            <a:avLst/>
          </a:prstGeom>
        </p:spPr>
        <p:txBody>
          <a:bodyPr anchorCtr="0" anchor="t" bIns="91425" lIns="73150" spcFirstLastPara="1" rIns="91425" wrap="square" tIns="54850">
            <a:noAutofit/>
          </a:bodyPr>
          <a:lstStyle>
            <a:lvl1pPr lvl="0" algn="ctr">
              <a:spcBef>
                <a:spcPts val="0"/>
              </a:spcBef>
              <a:spcAft>
                <a:spcPts val="0"/>
              </a:spcAft>
              <a:buNone/>
              <a:defRPr sz="1200">
                <a:latin typeface="Comic Sans MS"/>
                <a:ea typeface="Comic Sans MS"/>
                <a:cs typeface="Comic Sans MS"/>
                <a:sym typeface="Comic Sans MS"/>
              </a:defRPr>
            </a:lvl1pPr>
            <a:lvl2pPr lvl="1" algn="ctr">
              <a:spcBef>
                <a:spcPts val="1600"/>
              </a:spcBef>
              <a:spcAft>
                <a:spcPts val="0"/>
              </a:spcAft>
              <a:buNone/>
              <a:defRPr sz="1200"/>
            </a:lvl2pPr>
            <a:lvl3pPr lvl="2" algn="ctr">
              <a:spcBef>
                <a:spcPts val="1600"/>
              </a:spcBef>
              <a:spcAft>
                <a:spcPts val="0"/>
              </a:spcAft>
              <a:buNone/>
              <a:defRPr sz="1200"/>
            </a:lvl3pPr>
            <a:lvl4pPr lvl="3" algn="ctr">
              <a:spcBef>
                <a:spcPts val="1600"/>
              </a:spcBef>
              <a:spcAft>
                <a:spcPts val="0"/>
              </a:spcAft>
              <a:buNone/>
              <a:defRPr sz="1200"/>
            </a:lvl4pPr>
            <a:lvl5pPr lvl="4" algn="ctr">
              <a:spcBef>
                <a:spcPts val="1600"/>
              </a:spcBef>
              <a:spcAft>
                <a:spcPts val="0"/>
              </a:spcAft>
              <a:buNone/>
              <a:defRPr sz="1200"/>
            </a:lvl5pPr>
            <a:lvl6pPr lvl="5" algn="ctr">
              <a:spcBef>
                <a:spcPts val="1600"/>
              </a:spcBef>
              <a:spcAft>
                <a:spcPts val="0"/>
              </a:spcAft>
              <a:buNone/>
              <a:defRPr sz="1200"/>
            </a:lvl6pPr>
            <a:lvl7pPr lvl="6" algn="ctr">
              <a:spcBef>
                <a:spcPts val="1600"/>
              </a:spcBef>
              <a:spcAft>
                <a:spcPts val="0"/>
              </a:spcAft>
              <a:buNone/>
              <a:defRPr sz="1200"/>
            </a:lvl7pPr>
            <a:lvl8pPr lvl="7" algn="ctr">
              <a:spcBef>
                <a:spcPts val="1600"/>
              </a:spcBef>
              <a:spcAft>
                <a:spcPts val="0"/>
              </a:spcAft>
              <a:buNone/>
              <a:defRPr sz="1200"/>
            </a:lvl8pPr>
            <a:lvl9pPr lvl="8" algn="ctr">
              <a:spcBef>
                <a:spcPts val="1600"/>
              </a:spcBef>
              <a:spcAft>
                <a:spcPts val="1600"/>
              </a:spcAft>
              <a:buNone/>
              <a:defRPr sz="1200"/>
            </a:lvl9pPr>
          </a:lstStyle>
          <a:p/>
        </p:txBody>
      </p:sp>
      <p:sp>
        <p:nvSpPr>
          <p:cNvPr id="299" name="Google Shape;299;p47"/>
          <p:cNvSpPr txBox="1"/>
          <p:nvPr>
            <p:ph type="title"/>
          </p:nvPr>
        </p:nvSpPr>
        <p:spPr>
          <a:xfrm>
            <a:off x="438900" y="950975"/>
            <a:ext cx="3063300" cy="685800"/>
          </a:xfrm>
          <a:prstGeom prst="rect">
            <a:avLst/>
          </a:prstGeom>
        </p:spPr>
        <p:txBody>
          <a:bodyPr anchorCtr="0" anchor="t" bIns="228600" lIns="320025" spcFirstLastPara="1" rIns="320025" wrap="square" tIns="173725">
            <a:noAutofit/>
          </a:bodyPr>
          <a:lstStyle>
            <a:lvl1pPr lvl="0" algn="ctr">
              <a:lnSpc>
                <a:spcPct val="90000"/>
              </a:lnSpc>
              <a:spcBef>
                <a:spcPts val="0"/>
              </a:spcBef>
              <a:spcAft>
                <a:spcPts val="0"/>
              </a:spcAft>
              <a:buNone/>
              <a:defRPr b="1" sz="1600">
                <a:solidFill>
                  <a:srgbClr val="2F2F2F"/>
                </a:solidFill>
                <a:latin typeface="Comic Sans MS"/>
                <a:ea typeface="Comic Sans MS"/>
                <a:cs typeface="Comic Sans MS"/>
                <a:sym typeface="Comic Sans MS"/>
              </a:defRPr>
            </a:lvl1pPr>
            <a:lvl2pPr lvl="1">
              <a:lnSpc>
                <a:spcPct val="90000"/>
              </a:lnSpc>
              <a:spcBef>
                <a:spcPts val="0"/>
              </a:spcBef>
              <a:spcAft>
                <a:spcPts val="0"/>
              </a:spcAft>
              <a:buNone/>
              <a:defRPr sz="1200">
                <a:latin typeface="Comic Sans MS"/>
                <a:ea typeface="Comic Sans MS"/>
                <a:cs typeface="Comic Sans MS"/>
                <a:sym typeface="Comic Sans MS"/>
              </a:defRPr>
            </a:lvl2pPr>
            <a:lvl3pPr lvl="2">
              <a:lnSpc>
                <a:spcPct val="90000"/>
              </a:lnSpc>
              <a:spcBef>
                <a:spcPts val="0"/>
              </a:spcBef>
              <a:spcAft>
                <a:spcPts val="0"/>
              </a:spcAft>
              <a:buNone/>
              <a:defRPr sz="1200">
                <a:latin typeface="Comic Sans MS"/>
                <a:ea typeface="Comic Sans MS"/>
                <a:cs typeface="Comic Sans MS"/>
                <a:sym typeface="Comic Sans MS"/>
              </a:defRPr>
            </a:lvl3pPr>
            <a:lvl4pPr lvl="3">
              <a:lnSpc>
                <a:spcPct val="90000"/>
              </a:lnSpc>
              <a:spcBef>
                <a:spcPts val="0"/>
              </a:spcBef>
              <a:spcAft>
                <a:spcPts val="0"/>
              </a:spcAft>
              <a:buNone/>
              <a:defRPr sz="1200">
                <a:latin typeface="Comic Sans MS"/>
                <a:ea typeface="Comic Sans MS"/>
                <a:cs typeface="Comic Sans MS"/>
                <a:sym typeface="Comic Sans MS"/>
              </a:defRPr>
            </a:lvl4pPr>
            <a:lvl5pPr lvl="4">
              <a:lnSpc>
                <a:spcPct val="90000"/>
              </a:lnSpc>
              <a:spcBef>
                <a:spcPts val="0"/>
              </a:spcBef>
              <a:spcAft>
                <a:spcPts val="0"/>
              </a:spcAft>
              <a:buNone/>
              <a:defRPr sz="1200">
                <a:latin typeface="Comic Sans MS"/>
                <a:ea typeface="Comic Sans MS"/>
                <a:cs typeface="Comic Sans MS"/>
                <a:sym typeface="Comic Sans MS"/>
              </a:defRPr>
            </a:lvl5pPr>
            <a:lvl6pPr lvl="5">
              <a:lnSpc>
                <a:spcPct val="90000"/>
              </a:lnSpc>
              <a:spcBef>
                <a:spcPts val="0"/>
              </a:spcBef>
              <a:spcAft>
                <a:spcPts val="0"/>
              </a:spcAft>
              <a:buNone/>
              <a:defRPr sz="1200">
                <a:latin typeface="Comic Sans MS"/>
                <a:ea typeface="Comic Sans MS"/>
                <a:cs typeface="Comic Sans MS"/>
                <a:sym typeface="Comic Sans MS"/>
              </a:defRPr>
            </a:lvl6pPr>
            <a:lvl7pPr lvl="6">
              <a:lnSpc>
                <a:spcPct val="90000"/>
              </a:lnSpc>
              <a:spcBef>
                <a:spcPts val="0"/>
              </a:spcBef>
              <a:spcAft>
                <a:spcPts val="0"/>
              </a:spcAft>
              <a:buNone/>
              <a:defRPr sz="1200">
                <a:latin typeface="Comic Sans MS"/>
                <a:ea typeface="Comic Sans MS"/>
                <a:cs typeface="Comic Sans MS"/>
                <a:sym typeface="Comic Sans MS"/>
              </a:defRPr>
            </a:lvl7pPr>
            <a:lvl8pPr lvl="7">
              <a:lnSpc>
                <a:spcPct val="90000"/>
              </a:lnSpc>
              <a:spcBef>
                <a:spcPts val="0"/>
              </a:spcBef>
              <a:spcAft>
                <a:spcPts val="0"/>
              </a:spcAft>
              <a:buNone/>
              <a:defRPr sz="1200">
                <a:latin typeface="Comic Sans MS"/>
                <a:ea typeface="Comic Sans MS"/>
                <a:cs typeface="Comic Sans MS"/>
                <a:sym typeface="Comic Sans MS"/>
              </a:defRPr>
            </a:lvl8pPr>
            <a:lvl9pPr lvl="8">
              <a:lnSpc>
                <a:spcPct val="90000"/>
              </a:lnSpc>
              <a:spcBef>
                <a:spcPts val="0"/>
              </a:spcBef>
              <a:spcAft>
                <a:spcPts val="0"/>
              </a:spcAft>
              <a:buNone/>
              <a:defRPr sz="1200">
                <a:latin typeface="Comic Sans MS"/>
                <a:ea typeface="Comic Sans MS"/>
                <a:cs typeface="Comic Sans MS"/>
                <a:sym typeface="Comic Sans MS"/>
              </a:defRPr>
            </a:lvl9pPr>
          </a:lstStyle>
          <a:p/>
        </p:txBody>
      </p:sp>
      <p:sp>
        <p:nvSpPr>
          <p:cNvPr id="300" name="Google Shape;300;p4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01" name="Google Shape;301;p47"/>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02" name="Google Shape;302;p47"/>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303" name="Google Shape;303;p47"/>
          <p:cNvSpPr txBox="1"/>
          <p:nvPr>
            <p:ph idx="5" type="body"/>
          </p:nvPr>
        </p:nvSpPr>
        <p:spPr>
          <a:xfrm>
            <a:off x="356575" y="1938575"/>
            <a:ext cx="1610700" cy="2811300"/>
          </a:xfrm>
          <a:prstGeom prst="rect">
            <a:avLst/>
          </a:prstGeom>
        </p:spPr>
        <p:txBody>
          <a:bodyPr anchorCtr="0" anchor="t" bIns="91425" lIns="54850" spcFirstLastPara="1" rIns="91425" wrap="square" tIns="54850">
            <a:noAutofit/>
          </a:bodyPr>
          <a:lstStyle>
            <a:lvl1pPr indent="-292100" lvl="0" marL="457200">
              <a:spcBef>
                <a:spcPts val="0"/>
              </a:spcBef>
              <a:spcAft>
                <a:spcPts val="0"/>
              </a:spcAft>
              <a:buSzPts val="1000"/>
              <a:buFont typeface="Comic Sans MS"/>
              <a:buChar char="●"/>
              <a:defRPr sz="1000">
                <a:latin typeface="Comic Sans MS"/>
                <a:ea typeface="Comic Sans MS"/>
                <a:cs typeface="Comic Sans MS"/>
                <a:sym typeface="Comic Sans MS"/>
              </a:defRPr>
            </a:lvl1pPr>
            <a:lvl2pPr indent="-292100" lvl="1" marL="914400">
              <a:spcBef>
                <a:spcPts val="1600"/>
              </a:spcBef>
              <a:spcAft>
                <a:spcPts val="0"/>
              </a:spcAft>
              <a:buSzPts val="1000"/>
              <a:buFont typeface="Comic Sans MS"/>
              <a:buChar char="○"/>
              <a:defRPr sz="1000">
                <a:latin typeface="Comic Sans MS"/>
                <a:ea typeface="Comic Sans MS"/>
                <a:cs typeface="Comic Sans MS"/>
                <a:sym typeface="Comic Sans MS"/>
              </a:defRPr>
            </a:lvl2pPr>
            <a:lvl3pPr indent="-292100" lvl="2" marL="1371600">
              <a:spcBef>
                <a:spcPts val="1600"/>
              </a:spcBef>
              <a:spcAft>
                <a:spcPts val="0"/>
              </a:spcAft>
              <a:buSzPts val="1000"/>
              <a:buFont typeface="Comic Sans MS"/>
              <a:buChar char="■"/>
              <a:defRPr sz="1000">
                <a:latin typeface="Comic Sans MS"/>
                <a:ea typeface="Comic Sans MS"/>
                <a:cs typeface="Comic Sans MS"/>
                <a:sym typeface="Comic Sans MS"/>
              </a:defRPr>
            </a:lvl3pPr>
            <a:lvl4pPr indent="-292100" lvl="3" marL="1828800">
              <a:spcBef>
                <a:spcPts val="1600"/>
              </a:spcBef>
              <a:spcAft>
                <a:spcPts val="0"/>
              </a:spcAft>
              <a:buSzPts val="1000"/>
              <a:buFont typeface="Comic Sans MS"/>
              <a:buChar char="●"/>
              <a:defRPr sz="1000">
                <a:latin typeface="Comic Sans MS"/>
                <a:ea typeface="Comic Sans MS"/>
                <a:cs typeface="Comic Sans MS"/>
                <a:sym typeface="Comic Sans MS"/>
              </a:defRPr>
            </a:lvl4pPr>
            <a:lvl5pPr indent="-292100" lvl="4" marL="2286000">
              <a:spcBef>
                <a:spcPts val="1600"/>
              </a:spcBef>
              <a:spcAft>
                <a:spcPts val="0"/>
              </a:spcAft>
              <a:buSzPts val="1000"/>
              <a:buFont typeface="Comic Sans MS"/>
              <a:buChar char="○"/>
              <a:defRPr sz="1000">
                <a:latin typeface="Comic Sans MS"/>
                <a:ea typeface="Comic Sans MS"/>
                <a:cs typeface="Comic Sans MS"/>
                <a:sym typeface="Comic Sans MS"/>
              </a:defRPr>
            </a:lvl5pPr>
            <a:lvl6pPr indent="-292100" lvl="5" marL="2743200">
              <a:spcBef>
                <a:spcPts val="1600"/>
              </a:spcBef>
              <a:spcAft>
                <a:spcPts val="0"/>
              </a:spcAft>
              <a:buSzPts val="1000"/>
              <a:buFont typeface="Comic Sans MS"/>
              <a:buChar char="■"/>
              <a:defRPr sz="1000">
                <a:latin typeface="Comic Sans MS"/>
                <a:ea typeface="Comic Sans MS"/>
                <a:cs typeface="Comic Sans MS"/>
                <a:sym typeface="Comic Sans MS"/>
              </a:defRPr>
            </a:lvl6pPr>
            <a:lvl7pPr indent="-292100" lvl="6" marL="3200400">
              <a:spcBef>
                <a:spcPts val="1600"/>
              </a:spcBef>
              <a:spcAft>
                <a:spcPts val="0"/>
              </a:spcAft>
              <a:buSzPts val="1000"/>
              <a:buFont typeface="Comic Sans MS"/>
              <a:buChar char="●"/>
              <a:defRPr sz="1000">
                <a:latin typeface="Comic Sans MS"/>
                <a:ea typeface="Comic Sans MS"/>
                <a:cs typeface="Comic Sans MS"/>
                <a:sym typeface="Comic Sans MS"/>
              </a:defRPr>
            </a:lvl7pPr>
            <a:lvl8pPr indent="-292100" lvl="7" marL="3657600">
              <a:spcBef>
                <a:spcPts val="1600"/>
              </a:spcBef>
              <a:spcAft>
                <a:spcPts val="0"/>
              </a:spcAft>
              <a:buSzPts val="1000"/>
              <a:buFont typeface="Comic Sans MS"/>
              <a:buChar char="○"/>
              <a:defRPr sz="1000">
                <a:latin typeface="Comic Sans MS"/>
                <a:ea typeface="Comic Sans MS"/>
                <a:cs typeface="Comic Sans MS"/>
                <a:sym typeface="Comic Sans MS"/>
              </a:defRPr>
            </a:lvl8pPr>
            <a:lvl9pPr indent="-292100" lvl="8" marL="4114800">
              <a:spcBef>
                <a:spcPts val="1600"/>
              </a:spcBef>
              <a:spcAft>
                <a:spcPts val="1600"/>
              </a:spcAft>
              <a:buSzPts val="1000"/>
              <a:buFont typeface="Comic Sans MS"/>
              <a:buChar char="■"/>
              <a:defRPr sz="1000">
                <a:latin typeface="Comic Sans MS"/>
                <a:ea typeface="Comic Sans MS"/>
                <a:cs typeface="Comic Sans MS"/>
                <a:sym typeface="Comic Sans MS"/>
              </a:defRPr>
            </a:lvl9pPr>
          </a:lstStyle>
          <a:p/>
        </p:txBody>
      </p:sp>
      <p:sp>
        <p:nvSpPr>
          <p:cNvPr id="304" name="Google Shape;304;p47"/>
          <p:cNvSpPr txBox="1"/>
          <p:nvPr>
            <p:ph idx="6" type="subTitle"/>
          </p:nvPr>
        </p:nvSpPr>
        <p:spPr>
          <a:xfrm>
            <a:off x="1967375" y="1636775"/>
            <a:ext cx="1610700" cy="301800"/>
          </a:xfrm>
          <a:prstGeom prst="rect">
            <a:avLst/>
          </a:prstGeom>
        </p:spPr>
        <p:txBody>
          <a:bodyPr anchorCtr="0" anchor="t" bIns="91425" lIns="73150" spcFirstLastPara="1" rIns="91425" wrap="square" tIns="54850">
            <a:noAutofit/>
          </a:bodyPr>
          <a:lstStyle>
            <a:lvl1pPr lvl="0" algn="ctr">
              <a:spcBef>
                <a:spcPts val="0"/>
              </a:spcBef>
              <a:spcAft>
                <a:spcPts val="0"/>
              </a:spcAft>
              <a:buNone/>
              <a:defRPr sz="1200">
                <a:latin typeface="Comic Sans MS"/>
                <a:ea typeface="Comic Sans MS"/>
                <a:cs typeface="Comic Sans MS"/>
                <a:sym typeface="Comic Sans MS"/>
              </a:defRPr>
            </a:lvl1pPr>
            <a:lvl2pPr lvl="1" algn="ctr">
              <a:spcBef>
                <a:spcPts val="1600"/>
              </a:spcBef>
              <a:spcAft>
                <a:spcPts val="0"/>
              </a:spcAft>
              <a:buNone/>
              <a:defRPr sz="1200"/>
            </a:lvl2pPr>
            <a:lvl3pPr lvl="2" algn="ctr">
              <a:spcBef>
                <a:spcPts val="1600"/>
              </a:spcBef>
              <a:spcAft>
                <a:spcPts val="0"/>
              </a:spcAft>
              <a:buNone/>
              <a:defRPr sz="1200"/>
            </a:lvl3pPr>
            <a:lvl4pPr lvl="3" algn="ctr">
              <a:spcBef>
                <a:spcPts val="1600"/>
              </a:spcBef>
              <a:spcAft>
                <a:spcPts val="0"/>
              </a:spcAft>
              <a:buNone/>
              <a:defRPr sz="1200"/>
            </a:lvl4pPr>
            <a:lvl5pPr lvl="4" algn="ctr">
              <a:spcBef>
                <a:spcPts val="1600"/>
              </a:spcBef>
              <a:spcAft>
                <a:spcPts val="0"/>
              </a:spcAft>
              <a:buNone/>
              <a:defRPr sz="1200"/>
            </a:lvl5pPr>
            <a:lvl6pPr lvl="5" algn="ctr">
              <a:spcBef>
                <a:spcPts val="1600"/>
              </a:spcBef>
              <a:spcAft>
                <a:spcPts val="0"/>
              </a:spcAft>
              <a:buNone/>
              <a:defRPr sz="1200"/>
            </a:lvl6pPr>
            <a:lvl7pPr lvl="6" algn="ctr">
              <a:spcBef>
                <a:spcPts val="1600"/>
              </a:spcBef>
              <a:spcAft>
                <a:spcPts val="0"/>
              </a:spcAft>
              <a:buNone/>
              <a:defRPr sz="1200"/>
            </a:lvl7pPr>
            <a:lvl8pPr lvl="7" algn="ctr">
              <a:spcBef>
                <a:spcPts val="1600"/>
              </a:spcBef>
              <a:spcAft>
                <a:spcPts val="0"/>
              </a:spcAft>
              <a:buNone/>
              <a:defRPr sz="1200"/>
            </a:lvl8pPr>
            <a:lvl9pPr lvl="8" algn="ctr">
              <a:spcBef>
                <a:spcPts val="1600"/>
              </a:spcBef>
              <a:spcAft>
                <a:spcPts val="1600"/>
              </a:spcAft>
              <a:buNone/>
              <a:defRPr sz="1200"/>
            </a:lvl9pPr>
          </a:lstStyle>
          <a:p/>
        </p:txBody>
      </p:sp>
      <p:sp>
        <p:nvSpPr>
          <p:cNvPr id="305" name="Google Shape;305;p47"/>
          <p:cNvSpPr txBox="1"/>
          <p:nvPr>
            <p:ph idx="7" type="body"/>
          </p:nvPr>
        </p:nvSpPr>
        <p:spPr>
          <a:xfrm>
            <a:off x="1967325" y="1938575"/>
            <a:ext cx="1610700" cy="2811300"/>
          </a:xfrm>
          <a:prstGeom prst="rect">
            <a:avLst/>
          </a:prstGeom>
        </p:spPr>
        <p:txBody>
          <a:bodyPr anchorCtr="0" anchor="t" bIns="91425" lIns="54850" spcFirstLastPara="1" rIns="91425" wrap="square" tIns="54850">
            <a:noAutofit/>
          </a:bodyPr>
          <a:lstStyle>
            <a:lvl1pPr indent="-292100" lvl="0" marL="457200">
              <a:spcBef>
                <a:spcPts val="0"/>
              </a:spcBef>
              <a:spcAft>
                <a:spcPts val="0"/>
              </a:spcAft>
              <a:buSzPts val="1000"/>
              <a:buFont typeface="Comic Sans MS"/>
              <a:buChar char="●"/>
              <a:defRPr sz="1000">
                <a:latin typeface="Comic Sans MS"/>
                <a:ea typeface="Comic Sans MS"/>
                <a:cs typeface="Comic Sans MS"/>
                <a:sym typeface="Comic Sans MS"/>
              </a:defRPr>
            </a:lvl1pPr>
            <a:lvl2pPr indent="-292100" lvl="1" marL="914400">
              <a:spcBef>
                <a:spcPts val="1600"/>
              </a:spcBef>
              <a:spcAft>
                <a:spcPts val="0"/>
              </a:spcAft>
              <a:buSzPts val="1000"/>
              <a:buFont typeface="Comic Sans MS"/>
              <a:buChar char="○"/>
              <a:defRPr sz="1000">
                <a:latin typeface="Comic Sans MS"/>
                <a:ea typeface="Comic Sans MS"/>
                <a:cs typeface="Comic Sans MS"/>
                <a:sym typeface="Comic Sans MS"/>
              </a:defRPr>
            </a:lvl2pPr>
            <a:lvl3pPr indent="-292100" lvl="2" marL="1371600">
              <a:spcBef>
                <a:spcPts val="1600"/>
              </a:spcBef>
              <a:spcAft>
                <a:spcPts val="0"/>
              </a:spcAft>
              <a:buSzPts val="1000"/>
              <a:buFont typeface="Comic Sans MS"/>
              <a:buChar char="■"/>
              <a:defRPr sz="1000">
                <a:latin typeface="Comic Sans MS"/>
                <a:ea typeface="Comic Sans MS"/>
                <a:cs typeface="Comic Sans MS"/>
                <a:sym typeface="Comic Sans MS"/>
              </a:defRPr>
            </a:lvl3pPr>
            <a:lvl4pPr indent="-292100" lvl="3" marL="1828800">
              <a:spcBef>
                <a:spcPts val="1600"/>
              </a:spcBef>
              <a:spcAft>
                <a:spcPts val="0"/>
              </a:spcAft>
              <a:buSzPts val="1000"/>
              <a:buFont typeface="Comic Sans MS"/>
              <a:buChar char="●"/>
              <a:defRPr sz="1000">
                <a:latin typeface="Comic Sans MS"/>
                <a:ea typeface="Comic Sans MS"/>
                <a:cs typeface="Comic Sans MS"/>
                <a:sym typeface="Comic Sans MS"/>
              </a:defRPr>
            </a:lvl4pPr>
            <a:lvl5pPr indent="-292100" lvl="4" marL="2286000">
              <a:spcBef>
                <a:spcPts val="1600"/>
              </a:spcBef>
              <a:spcAft>
                <a:spcPts val="0"/>
              </a:spcAft>
              <a:buSzPts val="1000"/>
              <a:buFont typeface="Comic Sans MS"/>
              <a:buChar char="○"/>
              <a:defRPr sz="1000">
                <a:latin typeface="Comic Sans MS"/>
                <a:ea typeface="Comic Sans MS"/>
                <a:cs typeface="Comic Sans MS"/>
                <a:sym typeface="Comic Sans MS"/>
              </a:defRPr>
            </a:lvl5pPr>
            <a:lvl6pPr indent="-292100" lvl="5" marL="2743200">
              <a:spcBef>
                <a:spcPts val="1600"/>
              </a:spcBef>
              <a:spcAft>
                <a:spcPts val="0"/>
              </a:spcAft>
              <a:buSzPts val="1000"/>
              <a:buFont typeface="Comic Sans MS"/>
              <a:buChar char="■"/>
              <a:defRPr sz="1000">
                <a:latin typeface="Comic Sans MS"/>
                <a:ea typeface="Comic Sans MS"/>
                <a:cs typeface="Comic Sans MS"/>
                <a:sym typeface="Comic Sans MS"/>
              </a:defRPr>
            </a:lvl6pPr>
            <a:lvl7pPr indent="-292100" lvl="6" marL="3200400">
              <a:spcBef>
                <a:spcPts val="1600"/>
              </a:spcBef>
              <a:spcAft>
                <a:spcPts val="0"/>
              </a:spcAft>
              <a:buSzPts val="1000"/>
              <a:buFont typeface="Comic Sans MS"/>
              <a:buChar char="●"/>
              <a:defRPr sz="1000">
                <a:latin typeface="Comic Sans MS"/>
                <a:ea typeface="Comic Sans MS"/>
                <a:cs typeface="Comic Sans MS"/>
                <a:sym typeface="Comic Sans MS"/>
              </a:defRPr>
            </a:lvl7pPr>
            <a:lvl8pPr indent="-292100" lvl="7" marL="3657600">
              <a:spcBef>
                <a:spcPts val="1600"/>
              </a:spcBef>
              <a:spcAft>
                <a:spcPts val="0"/>
              </a:spcAft>
              <a:buSzPts val="1000"/>
              <a:buFont typeface="Comic Sans MS"/>
              <a:buChar char="○"/>
              <a:defRPr sz="1000">
                <a:latin typeface="Comic Sans MS"/>
                <a:ea typeface="Comic Sans MS"/>
                <a:cs typeface="Comic Sans MS"/>
                <a:sym typeface="Comic Sans MS"/>
              </a:defRPr>
            </a:lvl8pPr>
            <a:lvl9pPr indent="-292100" lvl="8" marL="4114800">
              <a:spcBef>
                <a:spcPts val="1600"/>
              </a:spcBef>
              <a:spcAft>
                <a:spcPts val="1600"/>
              </a:spcAft>
              <a:buSzPts val="1000"/>
              <a:buFont typeface="Comic Sans MS"/>
              <a:buChar char="■"/>
              <a:defRPr sz="1000">
                <a:latin typeface="Comic Sans MS"/>
                <a:ea typeface="Comic Sans MS"/>
                <a:cs typeface="Comic Sans MS"/>
                <a:sym typeface="Comic Sans MS"/>
              </a:defRPr>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SA">
  <p:cSld name="SECTION_HEADER_1_1_2_2_6_1_2">
    <p:bg>
      <p:bgPr>
        <a:solidFill>
          <a:srgbClr val="FFFFFF"/>
        </a:solidFill>
      </p:bgPr>
    </p:bg>
    <p:spTree>
      <p:nvGrpSpPr>
        <p:cNvPr id="306" name="Shape 306"/>
        <p:cNvGrpSpPr/>
        <p:nvPr/>
      </p:nvGrpSpPr>
      <p:grpSpPr>
        <a:xfrm>
          <a:off x="0" y="0"/>
          <a:ext cx="0" cy="0"/>
          <a:chOff x="0" y="0"/>
          <a:chExt cx="0" cy="0"/>
        </a:xfrm>
      </p:grpSpPr>
      <p:pic>
        <p:nvPicPr>
          <p:cNvPr id="307" name="Google Shape;307;p48"/>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sp>
        <p:nvSpPr>
          <p:cNvPr id="308" name="Google Shape;308;p48"/>
          <p:cNvSpPr txBox="1"/>
          <p:nvPr>
            <p:ph idx="1" type="subTitle"/>
          </p:nvPr>
        </p:nvSpPr>
        <p:spPr>
          <a:xfrm>
            <a:off x="438975" y="1770750"/>
            <a:ext cx="3063300" cy="2898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latin typeface="Comic Sans MS"/>
                <a:ea typeface="Comic Sans MS"/>
                <a:cs typeface="Comic Sans MS"/>
                <a:sym typeface="Comic Sans MS"/>
              </a:defRPr>
            </a:lvl1pPr>
            <a:lvl2pPr lvl="1">
              <a:spcBef>
                <a:spcPts val="1600"/>
              </a:spcBef>
              <a:spcAft>
                <a:spcPts val="0"/>
              </a:spcAft>
              <a:buNone/>
              <a:defRPr sz="1200"/>
            </a:lvl2pPr>
            <a:lvl3pPr lvl="2">
              <a:spcBef>
                <a:spcPts val="1600"/>
              </a:spcBef>
              <a:spcAft>
                <a:spcPts val="0"/>
              </a:spcAft>
              <a:buNone/>
              <a:defRPr sz="1200"/>
            </a:lvl3pPr>
            <a:lvl4pPr lvl="3">
              <a:spcBef>
                <a:spcPts val="1600"/>
              </a:spcBef>
              <a:spcAft>
                <a:spcPts val="0"/>
              </a:spcAft>
              <a:buNone/>
              <a:defRPr sz="1200"/>
            </a:lvl4pPr>
            <a:lvl5pPr lvl="4">
              <a:spcBef>
                <a:spcPts val="1600"/>
              </a:spcBef>
              <a:spcAft>
                <a:spcPts val="0"/>
              </a:spcAft>
              <a:buNone/>
              <a:defRPr sz="1200"/>
            </a:lvl5pPr>
            <a:lvl6pPr lvl="5">
              <a:spcBef>
                <a:spcPts val="1600"/>
              </a:spcBef>
              <a:spcAft>
                <a:spcPts val="0"/>
              </a:spcAft>
              <a:buNone/>
              <a:defRPr sz="1200"/>
            </a:lvl6pPr>
            <a:lvl7pPr lvl="6">
              <a:spcBef>
                <a:spcPts val="1600"/>
              </a:spcBef>
              <a:spcAft>
                <a:spcPts val="0"/>
              </a:spcAft>
              <a:buNone/>
              <a:defRPr sz="1200"/>
            </a:lvl7pPr>
            <a:lvl8pPr lvl="7">
              <a:spcBef>
                <a:spcPts val="1600"/>
              </a:spcBef>
              <a:spcAft>
                <a:spcPts val="0"/>
              </a:spcAft>
              <a:buNone/>
              <a:defRPr sz="1200"/>
            </a:lvl8pPr>
            <a:lvl9pPr lvl="8">
              <a:spcBef>
                <a:spcPts val="1600"/>
              </a:spcBef>
              <a:spcAft>
                <a:spcPts val="1600"/>
              </a:spcAft>
              <a:buNone/>
              <a:defRPr sz="1200"/>
            </a:lvl9pPr>
          </a:lstStyle>
          <a:p/>
        </p:txBody>
      </p:sp>
      <p:sp>
        <p:nvSpPr>
          <p:cNvPr id="309" name="Google Shape;309;p48"/>
          <p:cNvSpPr txBox="1"/>
          <p:nvPr>
            <p:ph type="title"/>
          </p:nvPr>
        </p:nvSpPr>
        <p:spPr>
          <a:xfrm>
            <a:off x="438900" y="950974"/>
            <a:ext cx="3063300" cy="813900"/>
          </a:xfrm>
          <a:prstGeom prst="rect">
            <a:avLst/>
          </a:prstGeom>
        </p:spPr>
        <p:txBody>
          <a:bodyPr anchorCtr="0" anchor="t" bIns="228600" lIns="320025" spcFirstLastPara="1" rIns="320025" wrap="square" tIns="228600">
            <a:noAutofit/>
          </a:bodyPr>
          <a:lstStyle>
            <a:lvl1pPr lvl="0" algn="ctr">
              <a:spcBef>
                <a:spcPts val="0"/>
              </a:spcBef>
              <a:spcAft>
                <a:spcPts val="0"/>
              </a:spcAft>
              <a:buNone/>
              <a:defRPr b="1" sz="1600">
                <a:solidFill>
                  <a:srgbClr val="2F2F2F"/>
                </a:solidFill>
                <a:latin typeface="Comic Sans MS"/>
                <a:ea typeface="Comic Sans MS"/>
                <a:cs typeface="Comic Sans MS"/>
                <a:sym typeface="Comic Sans MS"/>
              </a:defRPr>
            </a:lvl1pPr>
            <a:lvl2pPr lvl="1">
              <a:spcBef>
                <a:spcPts val="0"/>
              </a:spcBef>
              <a:spcAft>
                <a:spcPts val="0"/>
              </a:spcAft>
              <a:buNone/>
              <a:defRPr sz="1200">
                <a:latin typeface="Comic Sans MS"/>
                <a:ea typeface="Comic Sans MS"/>
                <a:cs typeface="Comic Sans MS"/>
                <a:sym typeface="Comic Sans MS"/>
              </a:defRPr>
            </a:lvl2pPr>
            <a:lvl3pPr lvl="2">
              <a:spcBef>
                <a:spcPts val="0"/>
              </a:spcBef>
              <a:spcAft>
                <a:spcPts val="0"/>
              </a:spcAft>
              <a:buNone/>
              <a:defRPr sz="1200">
                <a:latin typeface="Comic Sans MS"/>
                <a:ea typeface="Comic Sans MS"/>
                <a:cs typeface="Comic Sans MS"/>
                <a:sym typeface="Comic Sans MS"/>
              </a:defRPr>
            </a:lvl3pPr>
            <a:lvl4pPr lvl="3">
              <a:spcBef>
                <a:spcPts val="0"/>
              </a:spcBef>
              <a:spcAft>
                <a:spcPts val="0"/>
              </a:spcAft>
              <a:buNone/>
              <a:defRPr sz="1200">
                <a:latin typeface="Comic Sans MS"/>
                <a:ea typeface="Comic Sans MS"/>
                <a:cs typeface="Comic Sans MS"/>
                <a:sym typeface="Comic Sans MS"/>
              </a:defRPr>
            </a:lvl4pPr>
            <a:lvl5pPr lvl="4">
              <a:spcBef>
                <a:spcPts val="0"/>
              </a:spcBef>
              <a:spcAft>
                <a:spcPts val="0"/>
              </a:spcAft>
              <a:buNone/>
              <a:defRPr sz="1200">
                <a:latin typeface="Comic Sans MS"/>
                <a:ea typeface="Comic Sans MS"/>
                <a:cs typeface="Comic Sans MS"/>
                <a:sym typeface="Comic Sans MS"/>
              </a:defRPr>
            </a:lvl5pPr>
            <a:lvl6pPr lvl="5">
              <a:spcBef>
                <a:spcPts val="0"/>
              </a:spcBef>
              <a:spcAft>
                <a:spcPts val="0"/>
              </a:spcAft>
              <a:buNone/>
              <a:defRPr sz="1200">
                <a:latin typeface="Comic Sans MS"/>
                <a:ea typeface="Comic Sans MS"/>
                <a:cs typeface="Comic Sans MS"/>
                <a:sym typeface="Comic Sans MS"/>
              </a:defRPr>
            </a:lvl6pPr>
            <a:lvl7pPr lvl="6">
              <a:spcBef>
                <a:spcPts val="0"/>
              </a:spcBef>
              <a:spcAft>
                <a:spcPts val="0"/>
              </a:spcAft>
              <a:buNone/>
              <a:defRPr sz="1200">
                <a:latin typeface="Comic Sans MS"/>
                <a:ea typeface="Comic Sans MS"/>
                <a:cs typeface="Comic Sans MS"/>
                <a:sym typeface="Comic Sans MS"/>
              </a:defRPr>
            </a:lvl7pPr>
            <a:lvl8pPr lvl="7">
              <a:spcBef>
                <a:spcPts val="0"/>
              </a:spcBef>
              <a:spcAft>
                <a:spcPts val="0"/>
              </a:spcAft>
              <a:buNone/>
              <a:defRPr sz="1200">
                <a:latin typeface="Comic Sans MS"/>
                <a:ea typeface="Comic Sans MS"/>
                <a:cs typeface="Comic Sans MS"/>
                <a:sym typeface="Comic Sans MS"/>
              </a:defRPr>
            </a:lvl8pPr>
            <a:lvl9pPr lvl="8">
              <a:spcBef>
                <a:spcPts val="0"/>
              </a:spcBef>
              <a:spcAft>
                <a:spcPts val="0"/>
              </a:spcAft>
              <a:buNone/>
              <a:defRPr sz="1200">
                <a:latin typeface="Comic Sans MS"/>
                <a:ea typeface="Comic Sans MS"/>
                <a:cs typeface="Comic Sans MS"/>
                <a:sym typeface="Comic Sans MS"/>
              </a:defRPr>
            </a:lvl9pPr>
          </a:lstStyle>
          <a:p/>
        </p:txBody>
      </p:sp>
      <p:sp>
        <p:nvSpPr>
          <p:cNvPr id="310" name="Google Shape;310;p48"/>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11" name="Google Shape;311;p48"/>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12" name="Google Shape;312;p48"/>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made Chart w/ TT and SA">
  <p:cSld name="SECTION_HEADER_1_1_2_2_6_1_2_1">
    <p:bg>
      <p:bgPr>
        <a:solidFill>
          <a:srgbClr val="FFFFFF"/>
        </a:solidFill>
      </p:bgPr>
    </p:bg>
    <p:spTree>
      <p:nvGrpSpPr>
        <p:cNvPr id="313" name="Shape 313"/>
        <p:cNvGrpSpPr/>
        <p:nvPr/>
      </p:nvGrpSpPr>
      <p:grpSpPr>
        <a:xfrm>
          <a:off x="0" y="0"/>
          <a:ext cx="0" cy="0"/>
          <a:chOff x="0" y="0"/>
          <a:chExt cx="0" cy="0"/>
        </a:xfrm>
      </p:grpSpPr>
      <p:pic>
        <p:nvPicPr>
          <p:cNvPr id="314" name="Google Shape;314;p49"/>
          <p:cNvPicPr preferRelativeResize="0"/>
          <p:nvPr/>
        </p:nvPicPr>
        <p:blipFill>
          <a:blip r:embed="rId2">
            <a:alphaModFix/>
          </a:blip>
          <a:stretch>
            <a:fillRect/>
          </a:stretch>
        </p:blipFill>
        <p:spPr>
          <a:xfrm>
            <a:off x="236875" y="585200"/>
            <a:ext cx="3465599" cy="4279427"/>
          </a:xfrm>
          <a:prstGeom prst="rect">
            <a:avLst/>
          </a:prstGeom>
          <a:noFill/>
          <a:ln>
            <a:noFill/>
          </a:ln>
          <a:effectLst>
            <a:outerShdw blurRad="142875" rotWithShape="0" algn="bl" dir="4800000" dist="9525">
              <a:srgbClr val="000000">
                <a:alpha val="18000"/>
              </a:srgbClr>
            </a:outerShdw>
          </a:effectLst>
        </p:spPr>
      </p:pic>
      <p:sp>
        <p:nvSpPr>
          <p:cNvPr id="315" name="Google Shape;315;p49"/>
          <p:cNvSpPr txBox="1"/>
          <p:nvPr>
            <p:ph idx="1" type="subTitle"/>
          </p:nvPr>
        </p:nvSpPr>
        <p:spPr>
          <a:xfrm>
            <a:off x="438975" y="1770750"/>
            <a:ext cx="3063300" cy="2898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latin typeface="Comic Sans MS"/>
                <a:ea typeface="Comic Sans MS"/>
                <a:cs typeface="Comic Sans MS"/>
                <a:sym typeface="Comic Sans MS"/>
              </a:defRPr>
            </a:lvl1pPr>
            <a:lvl2pPr lvl="1">
              <a:spcBef>
                <a:spcPts val="1600"/>
              </a:spcBef>
              <a:spcAft>
                <a:spcPts val="0"/>
              </a:spcAft>
              <a:buNone/>
              <a:defRPr sz="1200"/>
            </a:lvl2pPr>
            <a:lvl3pPr lvl="2">
              <a:spcBef>
                <a:spcPts val="1600"/>
              </a:spcBef>
              <a:spcAft>
                <a:spcPts val="0"/>
              </a:spcAft>
              <a:buNone/>
              <a:defRPr sz="1200"/>
            </a:lvl3pPr>
            <a:lvl4pPr lvl="3">
              <a:spcBef>
                <a:spcPts val="1600"/>
              </a:spcBef>
              <a:spcAft>
                <a:spcPts val="0"/>
              </a:spcAft>
              <a:buNone/>
              <a:defRPr sz="1200"/>
            </a:lvl4pPr>
            <a:lvl5pPr lvl="4">
              <a:spcBef>
                <a:spcPts val="1600"/>
              </a:spcBef>
              <a:spcAft>
                <a:spcPts val="0"/>
              </a:spcAft>
              <a:buNone/>
              <a:defRPr sz="1200"/>
            </a:lvl5pPr>
            <a:lvl6pPr lvl="5">
              <a:spcBef>
                <a:spcPts val="1600"/>
              </a:spcBef>
              <a:spcAft>
                <a:spcPts val="0"/>
              </a:spcAft>
              <a:buNone/>
              <a:defRPr sz="1200"/>
            </a:lvl6pPr>
            <a:lvl7pPr lvl="6">
              <a:spcBef>
                <a:spcPts val="1600"/>
              </a:spcBef>
              <a:spcAft>
                <a:spcPts val="0"/>
              </a:spcAft>
              <a:buNone/>
              <a:defRPr sz="1200"/>
            </a:lvl7pPr>
            <a:lvl8pPr lvl="7">
              <a:spcBef>
                <a:spcPts val="1600"/>
              </a:spcBef>
              <a:spcAft>
                <a:spcPts val="0"/>
              </a:spcAft>
              <a:buNone/>
              <a:defRPr sz="1200"/>
            </a:lvl8pPr>
            <a:lvl9pPr lvl="8">
              <a:spcBef>
                <a:spcPts val="1600"/>
              </a:spcBef>
              <a:spcAft>
                <a:spcPts val="1600"/>
              </a:spcAft>
              <a:buNone/>
              <a:defRPr sz="1200"/>
            </a:lvl9pPr>
          </a:lstStyle>
          <a:p/>
        </p:txBody>
      </p:sp>
      <p:sp>
        <p:nvSpPr>
          <p:cNvPr id="316" name="Google Shape;316;p49"/>
          <p:cNvSpPr txBox="1"/>
          <p:nvPr>
            <p:ph type="title"/>
          </p:nvPr>
        </p:nvSpPr>
        <p:spPr>
          <a:xfrm>
            <a:off x="438900" y="950974"/>
            <a:ext cx="3063300" cy="813900"/>
          </a:xfrm>
          <a:prstGeom prst="rect">
            <a:avLst/>
          </a:prstGeom>
        </p:spPr>
        <p:txBody>
          <a:bodyPr anchorCtr="0" anchor="t" bIns="228600" lIns="320025" spcFirstLastPara="1" rIns="320025" wrap="square" tIns="228600">
            <a:noAutofit/>
          </a:bodyPr>
          <a:lstStyle>
            <a:lvl1pPr lvl="0" algn="ctr">
              <a:spcBef>
                <a:spcPts val="0"/>
              </a:spcBef>
              <a:spcAft>
                <a:spcPts val="0"/>
              </a:spcAft>
              <a:buNone/>
              <a:defRPr b="1" sz="1600">
                <a:solidFill>
                  <a:srgbClr val="2F2F2F"/>
                </a:solidFill>
                <a:latin typeface="Comic Sans MS"/>
                <a:ea typeface="Comic Sans MS"/>
                <a:cs typeface="Comic Sans MS"/>
                <a:sym typeface="Comic Sans MS"/>
              </a:defRPr>
            </a:lvl1pPr>
            <a:lvl2pPr lvl="1">
              <a:spcBef>
                <a:spcPts val="0"/>
              </a:spcBef>
              <a:spcAft>
                <a:spcPts val="0"/>
              </a:spcAft>
              <a:buNone/>
              <a:defRPr sz="1200">
                <a:latin typeface="Comic Sans MS"/>
                <a:ea typeface="Comic Sans MS"/>
                <a:cs typeface="Comic Sans MS"/>
                <a:sym typeface="Comic Sans MS"/>
              </a:defRPr>
            </a:lvl2pPr>
            <a:lvl3pPr lvl="2">
              <a:spcBef>
                <a:spcPts val="0"/>
              </a:spcBef>
              <a:spcAft>
                <a:spcPts val="0"/>
              </a:spcAft>
              <a:buNone/>
              <a:defRPr sz="1200">
                <a:latin typeface="Comic Sans MS"/>
                <a:ea typeface="Comic Sans MS"/>
                <a:cs typeface="Comic Sans MS"/>
                <a:sym typeface="Comic Sans MS"/>
              </a:defRPr>
            </a:lvl3pPr>
            <a:lvl4pPr lvl="3">
              <a:spcBef>
                <a:spcPts val="0"/>
              </a:spcBef>
              <a:spcAft>
                <a:spcPts val="0"/>
              </a:spcAft>
              <a:buNone/>
              <a:defRPr sz="1200">
                <a:latin typeface="Comic Sans MS"/>
                <a:ea typeface="Comic Sans MS"/>
                <a:cs typeface="Comic Sans MS"/>
                <a:sym typeface="Comic Sans MS"/>
              </a:defRPr>
            </a:lvl4pPr>
            <a:lvl5pPr lvl="4">
              <a:spcBef>
                <a:spcPts val="0"/>
              </a:spcBef>
              <a:spcAft>
                <a:spcPts val="0"/>
              </a:spcAft>
              <a:buNone/>
              <a:defRPr sz="1200">
                <a:latin typeface="Comic Sans MS"/>
                <a:ea typeface="Comic Sans MS"/>
                <a:cs typeface="Comic Sans MS"/>
                <a:sym typeface="Comic Sans MS"/>
              </a:defRPr>
            </a:lvl5pPr>
            <a:lvl6pPr lvl="5">
              <a:spcBef>
                <a:spcPts val="0"/>
              </a:spcBef>
              <a:spcAft>
                <a:spcPts val="0"/>
              </a:spcAft>
              <a:buNone/>
              <a:defRPr sz="1200">
                <a:latin typeface="Comic Sans MS"/>
                <a:ea typeface="Comic Sans MS"/>
                <a:cs typeface="Comic Sans MS"/>
                <a:sym typeface="Comic Sans MS"/>
              </a:defRPr>
            </a:lvl6pPr>
            <a:lvl7pPr lvl="6">
              <a:spcBef>
                <a:spcPts val="0"/>
              </a:spcBef>
              <a:spcAft>
                <a:spcPts val="0"/>
              </a:spcAft>
              <a:buNone/>
              <a:defRPr sz="1200">
                <a:latin typeface="Comic Sans MS"/>
                <a:ea typeface="Comic Sans MS"/>
                <a:cs typeface="Comic Sans MS"/>
                <a:sym typeface="Comic Sans MS"/>
              </a:defRPr>
            </a:lvl7pPr>
            <a:lvl8pPr lvl="7">
              <a:spcBef>
                <a:spcPts val="0"/>
              </a:spcBef>
              <a:spcAft>
                <a:spcPts val="0"/>
              </a:spcAft>
              <a:buNone/>
              <a:defRPr sz="1200">
                <a:latin typeface="Comic Sans MS"/>
                <a:ea typeface="Comic Sans MS"/>
                <a:cs typeface="Comic Sans MS"/>
                <a:sym typeface="Comic Sans MS"/>
              </a:defRPr>
            </a:lvl8pPr>
            <a:lvl9pPr lvl="8">
              <a:spcBef>
                <a:spcPts val="0"/>
              </a:spcBef>
              <a:spcAft>
                <a:spcPts val="0"/>
              </a:spcAft>
              <a:buNone/>
              <a:defRPr sz="1200">
                <a:latin typeface="Comic Sans MS"/>
                <a:ea typeface="Comic Sans MS"/>
                <a:cs typeface="Comic Sans MS"/>
                <a:sym typeface="Comic Sans MS"/>
              </a:defRPr>
            </a:lvl9pPr>
          </a:lstStyle>
          <a:p/>
        </p:txBody>
      </p:sp>
      <p:sp>
        <p:nvSpPr>
          <p:cNvPr id="317" name="Google Shape;317;p49"/>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18" name="Google Shape;318;p49"/>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19" name="Google Shape;319;p49"/>
          <p:cNvSpPr txBox="1"/>
          <p:nvPr>
            <p:ph idx="4"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20" name="Google Shape;320;p49"/>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 pg #">
  <p:cSld name="SECTION_HEADER_1_1_2_2_5">
    <p:bg>
      <p:bgPr>
        <a:solidFill>
          <a:srgbClr val="FFFFFF"/>
        </a:solidFill>
      </p:bgPr>
    </p:bg>
    <p:spTree>
      <p:nvGrpSpPr>
        <p:cNvPr id="321" name="Shape 321"/>
        <p:cNvGrpSpPr/>
        <p:nvPr/>
      </p:nvGrpSpPr>
      <p:grpSpPr>
        <a:xfrm>
          <a:off x="0" y="0"/>
          <a:ext cx="0" cy="0"/>
          <a:chOff x="0" y="0"/>
          <a:chExt cx="0" cy="0"/>
        </a:xfrm>
      </p:grpSpPr>
      <p:sp>
        <p:nvSpPr>
          <p:cNvPr id="322" name="Google Shape;322;p50"/>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23" name="Google Shape;323;p50"/>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24" name="Google Shape;324;p50"/>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25" name="Google Shape;325;p50"/>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326" name="Google Shape;326;p50"/>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50"/>
          <p:cNvGrpSpPr/>
          <p:nvPr/>
        </p:nvGrpSpPr>
        <p:grpSpPr>
          <a:xfrm>
            <a:off x="256025" y="1280050"/>
            <a:ext cx="3657600" cy="164700"/>
            <a:chOff x="256025" y="1280050"/>
            <a:chExt cx="3657600" cy="164700"/>
          </a:xfrm>
        </p:grpSpPr>
        <p:sp>
          <p:nvSpPr>
            <p:cNvPr id="328" name="Google Shape;328;p50"/>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9" name="Google Shape;329;p50"/>
            <p:cNvGrpSpPr/>
            <p:nvPr/>
          </p:nvGrpSpPr>
          <p:grpSpPr>
            <a:xfrm>
              <a:off x="323020" y="1326935"/>
              <a:ext cx="264664" cy="61800"/>
              <a:chOff x="322595" y="642846"/>
              <a:chExt cx="264664" cy="61800"/>
            </a:xfrm>
          </p:grpSpPr>
          <p:sp>
            <p:nvSpPr>
              <p:cNvPr id="330" name="Google Shape;330;p50"/>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50"/>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50"/>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SA with Text - pg#">
  <p:cSld name="SECTION_HEADER_1_1_2_2_2_7_1">
    <p:bg>
      <p:bgPr>
        <a:solidFill>
          <a:srgbClr val="FFFFFF"/>
        </a:solidFill>
      </p:bgPr>
    </p:bg>
    <p:spTree>
      <p:nvGrpSpPr>
        <p:cNvPr id="333" name="Shape 333"/>
        <p:cNvGrpSpPr/>
        <p:nvPr/>
      </p:nvGrpSpPr>
      <p:grpSpPr>
        <a:xfrm>
          <a:off x="0" y="0"/>
          <a:ext cx="0" cy="0"/>
          <a:chOff x="0" y="0"/>
          <a:chExt cx="0" cy="0"/>
        </a:xfrm>
      </p:grpSpPr>
      <p:sp>
        <p:nvSpPr>
          <p:cNvPr id="334" name="Google Shape;334;p5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35" name="Google Shape;335;p51"/>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36" name="Google Shape;336;p51"/>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37" name="Google Shape;337;p51"/>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38" name="Google Shape;338;p51"/>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51"/>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340" name="Google Shape;340;p51"/>
          <p:cNvSpPr txBox="1"/>
          <p:nvPr>
            <p:ph idx="6"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341" name="Google Shape;341;p51"/>
          <p:cNvSpPr txBox="1"/>
          <p:nvPr>
            <p:ph idx="7"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reenshot with TT and SA - pg#">
  <p:cSld name="SECTION_HEADER_1_1_2_2_2_6">
    <p:bg>
      <p:bgPr>
        <a:solidFill>
          <a:srgbClr val="FFFFFF"/>
        </a:solidFill>
      </p:bgPr>
    </p:bg>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44" name="Google Shape;344;p52"/>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45" name="Google Shape;345;p52"/>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46" name="Google Shape;346;p52"/>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47" name="Google Shape;347;p52"/>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348" name="Google Shape;348;p52"/>
          <p:cNvSpPr/>
          <p:nvPr/>
        </p:nvSpPr>
        <p:spPr>
          <a:xfrm>
            <a:off x="248150" y="722275"/>
            <a:ext cx="3447300" cy="4114800"/>
          </a:xfrm>
          <a:prstGeom prst="round2SameRect">
            <a:avLst>
              <a:gd fmla="val 911"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9" name="Google Shape;349;p52"/>
          <p:cNvGrpSpPr/>
          <p:nvPr/>
        </p:nvGrpSpPr>
        <p:grpSpPr>
          <a:xfrm>
            <a:off x="322595" y="769160"/>
            <a:ext cx="264664" cy="61800"/>
            <a:chOff x="322595" y="642846"/>
            <a:chExt cx="264664" cy="61800"/>
          </a:xfrm>
        </p:grpSpPr>
        <p:sp>
          <p:nvSpPr>
            <p:cNvPr id="350" name="Google Shape;350;p52"/>
            <p:cNvSpPr/>
            <p:nvPr/>
          </p:nvSpPr>
          <p:spPr>
            <a:xfrm>
              <a:off x="322595"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52"/>
            <p:cNvSpPr/>
            <p:nvPr/>
          </p:nvSpPr>
          <p:spPr>
            <a:xfrm>
              <a:off x="424028"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2"/>
            <p:cNvSpPr/>
            <p:nvPr/>
          </p:nvSpPr>
          <p:spPr>
            <a:xfrm>
              <a:off x="525460" y="642846"/>
              <a:ext cx="61800" cy="618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 name="Google Shape;353;p52"/>
          <p:cNvGrpSpPr/>
          <p:nvPr/>
        </p:nvGrpSpPr>
        <p:grpSpPr>
          <a:xfrm>
            <a:off x="248150" y="722275"/>
            <a:ext cx="3447300" cy="164700"/>
            <a:chOff x="248150" y="722275"/>
            <a:chExt cx="3447300" cy="164700"/>
          </a:xfrm>
        </p:grpSpPr>
        <p:sp>
          <p:nvSpPr>
            <p:cNvPr id="354" name="Google Shape;354;p52"/>
            <p:cNvSpPr/>
            <p:nvPr/>
          </p:nvSpPr>
          <p:spPr>
            <a:xfrm>
              <a:off x="248150" y="722275"/>
              <a:ext cx="34473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5" name="Google Shape;355;p52"/>
            <p:cNvGrpSpPr/>
            <p:nvPr/>
          </p:nvGrpSpPr>
          <p:grpSpPr>
            <a:xfrm>
              <a:off x="322595" y="769160"/>
              <a:ext cx="264664" cy="61800"/>
              <a:chOff x="322595" y="642846"/>
              <a:chExt cx="264664" cy="61800"/>
            </a:xfrm>
          </p:grpSpPr>
          <p:sp>
            <p:nvSpPr>
              <p:cNvPr id="356" name="Google Shape;356;p52"/>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2"/>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52"/>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SA with Picture - pg#">
  <p:cSld name="SECTION_HEADER_1_1_2_2_2_5">
    <p:bg>
      <p:bgPr>
        <a:solidFill>
          <a:srgbClr val="FFFFFF"/>
        </a:solidFill>
      </p:bgPr>
    </p:bg>
    <p:spTree>
      <p:nvGrpSpPr>
        <p:cNvPr id="359" name="Shape 359"/>
        <p:cNvGrpSpPr/>
        <p:nvPr/>
      </p:nvGrpSpPr>
      <p:grpSpPr>
        <a:xfrm>
          <a:off x="0" y="0"/>
          <a:ext cx="0" cy="0"/>
          <a:chOff x="0" y="0"/>
          <a:chExt cx="0" cy="0"/>
        </a:xfrm>
      </p:grpSpPr>
      <p:sp>
        <p:nvSpPr>
          <p:cNvPr id="360" name="Google Shape;360;p5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61" name="Google Shape;361;p53"/>
          <p:cNvSpPr txBox="1"/>
          <p:nvPr>
            <p:ph idx="2"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62" name="Google Shape;362;p53"/>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63" name="Google Shape;363;p53"/>
          <p:cNvSpPr txBox="1"/>
          <p:nvPr>
            <p:ph idx="4"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64" name="Google Shape;364;p53"/>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53"/>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oard Portrait with TT and SA - pg#">
  <p:cSld name="SECTION_HEADER_1_1_2_2_2_4_1">
    <p:bg>
      <p:bgPr>
        <a:solidFill>
          <a:srgbClr val="FFFFFF"/>
        </a:solidFill>
      </p:bgPr>
    </p:bg>
    <p:spTree>
      <p:nvGrpSpPr>
        <p:cNvPr id="366" name="Shape 366"/>
        <p:cNvGrpSpPr/>
        <p:nvPr/>
      </p:nvGrpSpPr>
      <p:grpSpPr>
        <a:xfrm>
          <a:off x="0" y="0"/>
          <a:ext cx="0" cy="0"/>
          <a:chOff x="0" y="0"/>
          <a:chExt cx="0" cy="0"/>
        </a:xfrm>
      </p:grpSpPr>
      <p:pic>
        <p:nvPicPr>
          <p:cNvPr id="367" name="Google Shape;367;p54"/>
          <p:cNvPicPr preferRelativeResize="0"/>
          <p:nvPr/>
        </p:nvPicPr>
        <p:blipFill rotWithShape="1">
          <a:blip r:embed="rId2">
            <a:alphaModFix/>
          </a:blip>
          <a:srcRect b="70" l="0" r="0" t="60"/>
          <a:stretch/>
        </p:blipFill>
        <p:spPr>
          <a:xfrm>
            <a:off x="237744" y="585216"/>
            <a:ext cx="3470027" cy="4279392"/>
          </a:xfrm>
          <a:prstGeom prst="rect">
            <a:avLst/>
          </a:prstGeom>
          <a:noFill/>
          <a:ln>
            <a:noFill/>
          </a:ln>
        </p:spPr>
      </p:pic>
      <p:sp>
        <p:nvSpPr>
          <p:cNvPr id="368" name="Google Shape;368;p5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69" name="Google Shape;369;p54"/>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70" name="Google Shape;370;p54"/>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71" name="Google Shape;371;p54"/>
          <p:cNvSpPr txBox="1"/>
          <p:nvPr>
            <p:ph idx="4" type="body"/>
          </p:nvPr>
        </p:nvSpPr>
        <p:spPr>
          <a:xfrm>
            <a:off x="430975" y="768096"/>
            <a:ext cx="3273600" cy="3941100"/>
          </a:xfrm>
          <a:prstGeom prst="rect">
            <a:avLst/>
          </a:prstGeom>
        </p:spPr>
        <p:txBody>
          <a:bodyPr anchorCtr="0" anchor="t" bIns="0" lIns="137150" spcFirstLastPara="1" rIns="137150" wrap="square" tIns="137150">
            <a:noAutofit/>
          </a:bodyPr>
          <a:lstStyle>
            <a:lvl1pPr indent="-317500" lvl="0" marL="457200">
              <a:spcBef>
                <a:spcPts val="0"/>
              </a:spcBef>
              <a:spcAft>
                <a:spcPts val="0"/>
              </a:spcAft>
              <a:buSzPts val="1400"/>
              <a:buFont typeface="Comic Sans MS"/>
              <a:buChar char="●"/>
              <a:defRPr sz="1400">
                <a:latin typeface="Comic Sans MS"/>
                <a:ea typeface="Comic Sans MS"/>
                <a:cs typeface="Comic Sans MS"/>
                <a:sym typeface="Comic Sans MS"/>
              </a:defRPr>
            </a:lvl1pPr>
            <a:lvl2pPr indent="-317500" lvl="1" marL="914400">
              <a:spcBef>
                <a:spcPts val="1600"/>
              </a:spcBef>
              <a:spcAft>
                <a:spcPts val="0"/>
              </a:spcAft>
              <a:buSzPts val="1400"/>
              <a:buFont typeface="Comic Sans MS"/>
              <a:buChar char="○"/>
              <a:defRPr>
                <a:latin typeface="Comic Sans MS"/>
                <a:ea typeface="Comic Sans MS"/>
                <a:cs typeface="Comic Sans MS"/>
                <a:sym typeface="Comic Sans MS"/>
              </a:defRPr>
            </a:lvl2pPr>
            <a:lvl3pPr indent="-317500" lvl="2" marL="1371600">
              <a:spcBef>
                <a:spcPts val="1600"/>
              </a:spcBef>
              <a:spcAft>
                <a:spcPts val="0"/>
              </a:spcAft>
              <a:buSzPts val="1400"/>
              <a:buFont typeface="Comic Sans MS"/>
              <a:buChar char="■"/>
              <a:defRPr>
                <a:latin typeface="Comic Sans MS"/>
                <a:ea typeface="Comic Sans MS"/>
                <a:cs typeface="Comic Sans MS"/>
                <a:sym typeface="Comic Sans MS"/>
              </a:defRPr>
            </a:lvl3pPr>
            <a:lvl4pPr indent="-317500" lvl="3" marL="1828800">
              <a:spcBef>
                <a:spcPts val="1600"/>
              </a:spcBef>
              <a:spcAft>
                <a:spcPts val="0"/>
              </a:spcAft>
              <a:buSzPts val="1400"/>
              <a:buFont typeface="Comic Sans MS"/>
              <a:buChar char="●"/>
              <a:defRPr>
                <a:latin typeface="Comic Sans MS"/>
                <a:ea typeface="Comic Sans MS"/>
                <a:cs typeface="Comic Sans MS"/>
                <a:sym typeface="Comic Sans MS"/>
              </a:defRPr>
            </a:lvl4pPr>
            <a:lvl5pPr indent="-317500" lvl="4" marL="2286000">
              <a:spcBef>
                <a:spcPts val="1600"/>
              </a:spcBef>
              <a:spcAft>
                <a:spcPts val="0"/>
              </a:spcAft>
              <a:buSzPts val="1400"/>
              <a:buFont typeface="Comic Sans MS"/>
              <a:buChar char="○"/>
              <a:defRPr>
                <a:latin typeface="Comic Sans MS"/>
                <a:ea typeface="Comic Sans MS"/>
                <a:cs typeface="Comic Sans MS"/>
                <a:sym typeface="Comic Sans MS"/>
              </a:defRPr>
            </a:lvl5pPr>
            <a:lvl6pPr indent="-317500" lvl="5" marL="2743200">
              <a:spcBef>
                <a:spcPts val="1600"/>
              </a:spcBef>
              <a:spcAft>
                <a:spcPts val="0"/>
              </a:spcAft>
              <a:buSzPts val="1400"/>
              <a:buFont typeface="Comic Sans MS"/>
              <a:buChar char="■"/>
              <a:defRPr>
                <a:latin typeface="Comic Sans MS"/>
                <a:ea typeface="Comic Sans MS"/>
                <a:cs typeface="Comic Sans MS"/>
                <a:sym typeface="Comic Sans MS"/>
              </a:defRPr>
            </a:lvl6pPr>
            <a:lvl7pPr indent="-317500" lvl="6" marL="3200400">
              <a:spcBef>
                <a:spcPts val="1600"/>
              </a:spcBef>
              <a:spcAft>
                <a:spcPts val="0"/>
              </a:spcAft>
              <a:buSzPts val="1400"/>
              <a:buFont typeface="Comic Sans MS"/>
              <a:buChar char="●"/>
              <a:defRPr>
                <a:latin typeface="Comic Sans MS"/>
                <a:ea typeface="Comic Sans MS"/>
                <a:cs typeface="Comic Sans MS"/>
                <a:sym typeface="Comic Sans MS"/>
              </a:defRPr>
            </a:lvl7pPr>
            <a:lvl8pPr indent="-317500" lvl="7" marL="3657600">
              <a:spcBef>
                <a:spcPts val="1600"/>
              </a:spcBef>
              <a:spcAft>
                <a:spcPts val="0"/>
              </a:spcAft>
              <a:buSzPts val="1400"/>
              <a:buFont typeface="Comic Sans MS"/>
              <a:buChar char="○"/>
              <a:defRPr>
                <a:latin typeface="Comic Sans MS"/>
                <a:ea typeface="Comic Sans MS"/>
                <a:cs typeface="Comic Sans MS"/>
                <a:sym typeface="Comic Sans MS"/>
              </a:defRPr>
            </a:lvl8pPr>
            <a:lvl9pPr indent="-317500" lvl="8" marL="4114800">
              <a:spcBef>
                <a:spcPts val="1600"/>
              </a:spcBef>
              <a:spcAft>
                <a:spcPts val="1600"/>
              </a:spcAft>
              <a:buSzPts val="1400"/>
              <a:buFont typeface="Comic Sans MS"/>
              <a:buChar char="■"/>
              <a:defRPr>
                <a:latin typeface="Comic Sans MS"/>
                <a:ea typeface="Comic Sans MS"/>
                <a:cs typeface="Comic Sans MS"/>
                <a:sym typeface="Comic Sans MS"/>
              </a:defRPr>
            </a:lvl9pPr>
          </a:lstStyle>
          <a:p/>
        </p:txBody>
      </p:sp>
      <p:sp>
        <p:nvSpPr>
          <p:cNvPr id="372" name="Google Shape;372;p54"/>
          <p:cNvSpPr txBox="1"/>
          <p:nvPr>
            <p:ph idx="5"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73" name="Google Shape;373;p54"/>
          <p:cNvSpPr txBox="1"/>
          <p:nvPr>
            <p:ph idx="6"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TT and SA - pg #">
  <p:cSld name="SECTION_HEADER_1_1_2_2_2_3">
    <p:bg>
      <p:bgPr>
        <a:solidFill>
          <a:srgbClr val="FFFFFF"/>
        </a:solidFill>
      </p:bgPr>
    </p:bg>
    <p:spTree>
      <p:nvGrpSpPr>
        <p:cNvPr id="374" name="Shape 374"/>
        <p:cNvGrpSpPr/>
        <p:nvPr/>
      </p:nvGrpSpPr>
      <p:grpSpPr>
        <a:xfrm>
          <a:off x="0" y="0"/>
          <a:ext cx="0" cy="0"/>
          <a:chOff x="0" y="0"/>
          <a:chExt cx="0" cy="0"/>
        </a:xfrm>
      </p:grpSpPr>
      <p:sp>
        <p:nvSpPr>
          <p:cNvPr id="375" name="Google Shape;375;p5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76" name="Google Shape;376;p55"/>
          <p:cNvSpPr txBox="1"/>
          <p:nvPr>
            <p:ph idx="2"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77" name="Google Shape;377;p55"/>
          <p:cNvSpPr txBox="1"/>
          <p:nvPr>
            <p:ph idx="3"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378" name="Google Shape;378;p55"/>
          <p:cNvSpPr txBox="1"/>
          <p:nvPr>
            <p:ph idx="4"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79" name="Google Shape;379;p55"/>
          <p:cNvSpPr txBox="1"/>
          <p:nvPr>
            <p:ph idx="5" type="body"/>
          </p:nvPr>
        </p:nvSpPr>
        <p:spPr>
          <a:xfrm>
            <a:off x="4343400" y="2359152"/>
            <a:ext cx="4224600" cy="23040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380" name="Google Shape;380;p55"/>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1" name="Google Shape;381;p55"/>
          <p:cNvGrpSpPr/>
          <p:nvPr/>
        </p:nvGrpSpPr>
        <p:grpSpPr>
          <a:xfrm>
            <a:off x="256025" y="1280050"/>
            <a:ext cx="3657600" cy="164700"/>
            <a:chOff x="256025" y="1280050"/>
            <a:chExt cx="3657600" cy="164700"/>
          </a:xfrm>
        </p:grpSpPr>
        <p:sp>
          <p:nvSpPr>
            <p:cNvPr id="382" name="Google Shape;382;p55"/>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3" name="Google Shape;383;p55"/>
            <p:cNvGrpSpPr/>
            <p:nvPr/>
          </p:nvGrpSpPr>
          <p:grpSpPr>
            <a:xfrm>
              <a:off x="323020" y="1326935"/>
              <a:ext cx="264664" cy="61800"/>
              <a:chOff x="322595" y="642846"/>
              <a:chExt cx="264664" cy="61800"/>
            </a:xfrm>
          </p:grpSpPr>
          <p:sp>
            <p:nvSpPr>
              <p:cNvPr id="384" name="Google Shape;384;p55"/>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5"/>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5"/>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TT with Picture - pg#">
  <p:cSld name="SECTION_HEADER_1_1_2_2_2_2_2">
    <p:bg>
      <p:bgPr>
        <a:solidFill>
          <a:srgbClr val="FFFFFF"/>
        </a:solidFill>
      </p:bgPr>
    </p:bg>
    <p:spTree>
      <p:nvGrpSpPr>
        <p:cNvPr id="387" name="Shape 387"/>
        <p:cNvGrpSpPr/>
        <p:nvPr/>
      </p:nvGrpSpPr>
      <p:grpSpPr>
        <a:xfrm>
          <a:off x="0" y="0"/>
          <a:ext cx="0" cy="0"/>
          <a:chOff x="0" y="0"/>
          <a:chExt cx="0" cy="0"/>
        </a:xfrm>
      </p:grpSpPr>
      <p:sp>
        <p:nvSpPr>
          <p:cNvPr id="388" name="Google Shape;388;p56"/>
          <p:cNvSpPr txBox="1"/>
          <p:nvPr>
            <p:ph idx="1"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89" name="Google Shape;389;p5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90" name="Google Shape;390;p56"/>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91" name="Google Shape;391;p56"/>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6"/>
          <p:cNvSpPr txBox="1"/>
          <p:nvPr>
            <p:ph idx="4" type="body"/>
          </p:nvPr>
        </p:nvSpPr>
        <p:spPr>
          <a:xfrm>
            <a:off x="4343400" y="1911096"/>
            <a:ext cx="4224600" cy="26091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393" name="Google Shape;393;p56"/>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T and TT with Text - pg#">
  <p:cSld name="SECTION_HEADER_1_1_2_2_2_2_2_1_1">
    <p:bg>
      <p:bgPr>
        <a:solidFill>
          <a:srgbClr val="FFFFFF"/>
        </a:solidFill>
      </p:bgPr>
    </p:bg>
    <p:spTree>
      <p:nvGrpSpPr>
        <p:cNvPr id="394" name="Shape 394"/>
        <p:cNvGrpSpPr/>
        <p:nvPr/>
      </p:nvGrpSpPr>
      <p:grpSpPr>
        <a:xfrm>
          <a:off x="0" y="0"/>
          <a:ext cx="0" cy="0"/>
          <a:chOff x="0" y="0"/>
          <a:chExt cx="0" cy="0"/>
        </a:xfrm>
      </p:grpSpPr>
      <p:sp>
        <p:nvSpPr>
          <p:cNvPr id="395" name="Google Shape;395;p57"/>
          <p:cNvSpPr txBox="1"/>
          <p:nvPr>
            <p:ph idx="1" type="body"/>
          </p:nvPr>
        </p:nvSpPr>
        <p:spPr>
          <a:xfrm>
            <a:off x="4343400" y="941832"/>
            <a:ext cx="4224600" cy="8259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396" name="Google Shape;396;p5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397" name="Google Shape;397;p57"/>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398" name="Google Shape;398;p57"/>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7"/>
          <p:cNvSpPr txBox="1"/>
          <p:nvPr>
            <p:ph idx="4" type="body"/>
          </p:nvPr>
        </p:nvSpPr>
        <p:spPr>
          <a:xfrm>
            <a:off x="4343400" y="1911096"/>
            <a:ext cx="4224600" cy="26091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sp>
        <p:nvSpPr>
          <p:cNvPr id="400" name="Google Shape;400;p57"/>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01" name="Google Shape;401;p57"/>
          <p:cNvSpPr txBox="1"/>
          <p:nvPr>
            <p:ph idx="6"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402" name="Google Shape;402;p57"/>
          <p:cNvSpPr txBox="1"/>
          <p:nvPr>
            <p:ph idx="7"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ion/Video">
  <p:cSld name="SECTION_HEADER_1_1_2_2_2_2_1">
    <p:bg>
      <p:bgPr>
        <a:solidFill>
          <a:srgbClr val="000000"/>
        </a:solidFill>
      </p:bgPr>
    </p:bg>
    <p:spTree>
      <p:nvGrpSpPr>
        <p:cNvPr id="403" name="Shape 403"/>
        <p:cNvGrpSpPr/>
        <p:nvPr/>
      </p:nvGrpSpPr>
      <p:grpSpPr>
        <a:xfrm>
          <a:off x="0" y="0"/>
          <a:ext cx="0" cy="0"/>
          <a:chOff x="0" y="0"/>
          <a:chExt cx="0" cy="0"/>
        </a:xfrm>
      </p:grpSpPr>
      <p:sp>
        <p:nvSpPr>
          <p:cNvPr id="404" name="Google Shape;404;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405" name="Google Shape;405;p58"/>
          <p:cNvSpPr/>
          <p:nvPr/>
        </p:nvSpPr>
        <p:spPr>
          <a:xfrm>
            <a:off x="-100" y="12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vidence Card Section Title">
  <p:cSld name="SECTION_HEADER_1_1_2_2_2_2_1_2">
    <p:bg>
      <p:bgPr>
        <a:solidFill>
          <a:srgbClr val="000000"/>
        </a:solidFill>
      </p:bgPr>
    </p:bg>
    <p:spTree>
      <p:nvGrpSpPr>
        <p:cNvPr id="406" name="Shape 406"/>
        <p:cNvGrpSpPr/>
        <p:nvPr/>
      </p:nvGrpSpPr>
      <p:grpSpPr>
        <a:xfrm>
          <a:off x="0" y="0"/>
          <a:ext cx="0" cy="0"/>
          <a:chOff x="0" y="0"/>
          <a:chExt cx="0" cy="0"/>
        </a:xfrm>
      </p:grpSpPr>
      <p:sp>
        <p:nvSpPr>
          <p:cNvPr id="407" name="Google Shape;407;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descr="Evidence Cards A through O." id="408" name="Google Shape;408;p59"/>
          <p:cNvSpPr/>
          <p:nvPr/>
        </p:nvSpPr>
        <p:spPr>
          <a:xfrm rot="5400000">
            <a:off x="2861850" y="-1140850"/>
            <a:ext cx="3420300" cy="9148500"/>
          </a:xfrm>
          <a:prstGeom prst="rect">
            <a:avLst/>
          </a:prstGeom>
          <a:solidFill>
            <a:srgbClr val="767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9"/>
          <p:cNvSpPr txBox="1"/>
          <p:nvPr/>
        </p:nvSpPr>
        <p:spPr>
          <a:xfrm>
            <a:off x="820200" y="661906"/>
            <a:ext cx="7503600" cy="64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b="1" lang="en" sz="2800">
                <a:solidFill>
                  <a:srgbClr val="FFFFFF"/>
                </a:solidFill>
                <a:latin typeface="Roboto"/>
                <a:ea typeface="Roboto"/>
                <a:cs typeface="Roboto"/>
                <a:sym typeface="Roboto"/>
              </a:rPr>
              <a:t>Evidence Cards</a:t>
            </a:r>
            <a:endParaRPr b="1" sz="2800">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ail">
  <p:cSld name="SECTION_HEADER_1_1_2_2_2_2_1_1">
    <p:bg>
      <p:bgPr>
        <a:solidFill>
          <a:srgbClr val="000000"/>
        </a:solidFill>
      </p:bgPr>
    </p:bg>
    <p:spTree>
      <p:nvGrpSpPr>
        <p:cNvPr id="410" name="Shape 410"/>
        <p:cNvGrpSpPr/>
        <p:nvPr/>
      </p:nvGrpSpPr>
      <p:grpSpPr>
        <a:xfrm>
          <a:off x="0" y="0"/>
          <a:ext cx="0" cy="0"/>
          <a:chOff x="0" y="0"/>
          <a:chExt cx="0" cy="0"/>
        </a:xfrm>
      </p:grpSpPr>
      <p:sp>
        <p:nvSpPr>
          <p:cNvPr id="411" name="Google Shape;411;p60"/>
          <p:cNvSpPr/>
          <p:nvPr/>
        </p:nvSpPr>
        <p:spPr>
          <a:xfrm>
            <a:off x="-100" y="125"/>
            <a:ext cx="9144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2" name="Google Shape;412;p60"/>
          <p:cNvPicPr preferRelativeResize="0"/>
          <p:nvPr/>
        </p:nvPicPr>
        <p:blipFill rotWithShape="1">
          <a:blip r:embed="rId2">
            <a:alphaModFix/>
          </a:blip>
          <a:srcRect b="10" l="0" r="0" t="10"/>
          <a:stretch/>
        </p:blipFill>
        <p:spPr>
          <a:xfrm>
            <a:off x="651150" y="291325"/>
            <a:ext cx="7841794" cy="4852174"/>
          </a:xfrm>
          <a:prstGeom prst="rect">
            <a:avLst/>
          </a:prstGeom>
          <a:noFill/>
          <a:ln>
            <a:noFill/>
          </a:ln>
          <a:effectLst>
            <a:outerShdw blurRad="57150" rotWithShape="0" algn="bl" dir="5400000" dist="19050">
              <a:srgbClr val="000000">
                <a:alpha val="19000"/>
              </a:srgbClr>
            </a:outerShdw>
          </a:effectLst>
        </p:spPr>
      </p:pic>
      <p:sp>
        <p:nvSpPr>
          <p:cNvPr id="413" name="Google Shape;413;p60"/>
          <p:cNvSpPr/>
          <p:nvPr/>
        </p:nvSpPr>
        <p:spPr>
          <a:xfrm>
            <a:off x="651050" y="990075"/>
            <a:ext cx="7841700" cy="41535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and Student Action 1 Line - pg#">
  <p:cSld name="SECTION_HEADER_1_1_2_2_2_1_2">
    <p:bg>
      <p:bgPr>
        <a:solidFill>
          <a:srgbClr val="FFFFFF"/>
        </a:solidFill>
      </p:bgPr>
    </p:bg>
    <p:spTree>
      <p:nvGrpSpPr>
        <p:cNvPr id="414" name="Shape 414"/>
        <p:cNvGrpSpPr/>
        <p:nvPr/>
      </p:nvGrpSpPr>
      <p:grpSpPr>
        <a:xfrm>
          <a:off x="0" y="0"/>
          <a:ext cx="0" cy="0"/>
          <a:chOff x="0" y="0"/>
          <a:chExt cx="0" cy="0"/>
        </a:xfrm>
      </p:grpSpPr>
      <p:sp>
        <p:nvSpPr>
          <p:cNvPr id="415" name="Google Shape;415;p6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16" name="Google Shape;416;p61"/>
          <p:cNvSpPr txBox="1"/>
          <p:nvPr>
            <p:ph idx="2" type="body"/>
          </p:nvPr>
        </p:nvSpPr>
        <p:spPr>
          <a:xfrm>
            <a:off x="804672" y="941832"/>
            <a:ext cx="7507200" cy="4965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417" name="Google Shape;417;p61"/>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18" name="Google Shape;418;p61"/>
          <p:cNvSpPr txBox="1"/>
          <p:nvPr>
            <p:ph idx="4"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19" name="Google Shape;419;p61"/>
          <p:cNvSpPr txBox="1"/>
          <p:nvPr>
            <p:ph idx="5" type="body"/>
          </p:nvPr>
        </p:nvSpPr>
        <p:spPr>
          <a:xfrm>
            <a:off x="804672" y="2011680"/>
            <a:ext cx="7507200" cy="2165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Talk and Student Action 2 Line - pg#">
  <p:cSld name="SECTION_HEADER_1_1_2_2_2_1_1_1">
    <p:bg>
      <p:bgPr>
        <a:solidFill>
          <a:srgbClr val="FFFFFF"/>
        </a:solidFill>
      </p:bgPr>
    </p:bg>
    <p:spTree>
      <p:nvGrpSpPr>
        <p:cNvPr id="420" name="Shape 420"/>
        <p:cNvGrpSpPr/>
        <p:nvPr/>
      </p:nvGrpSpPr>
      <p:grpSpPr>
        <a:xfrm>
          <a:off x="0" y="0"/>
          <a:ext cx="0" cy="0"/>
          <a:chOff x="0" y="0"/>
          <a:chExt cx="0" cy="0"/>
        </a:xfrm>
      </p:grpSpPr>
      <p:sp>
        <p:nvSpPr>
          <p:cNvPr id="421" name="Google Shape;421;p62"/>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22" name="Google Shape;422;p62"/>
          <p:cNvSpPr txBox="1"/>
          <p:nvPr>
            <p:ph idx="2"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23" name="Google Shape;423;p62"/>
          <p:cNvSpPr txBox="1"/>
          <p:nvPr>
            <p:ph idx="3" type="body"/>
          </p:nvPr>
        </p:nvSpPr>
        <p:spPr>
          <a:xfrm>
            <a:off x="804672" y="941832"/>
            <a:ext cx="7507200" cy="4965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SzPts val="1800"/>
              <a:buChar char="●"/>
              <a:defRPr sz="1800"/>
            </a:lvl1pPr>
            <a:lvl2pPr indent="-342900" lvl="1" marL="914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2pPr>
            <a:lvl3pPr indent="-342900" lvl="2" marL="1371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3pPr>
            <a:lvl4pPr indent="-342900" lvl="3" marL="18288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4pPr>
            <a:lvl5pPr indent="-342900" lvl="4" marL="22860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5pPr>
            <a:lvl6pPr indent="-342900" lvl="5" marL="27432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6pPr>
            <a:lvl7pPr indent="-342900" lvl="6" marL="32004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7pPr>
            <a:lvl8pPr indent="-342900" lvl="7" marL="3657600">
              <a:lnSpc>
                <a:spcPct val="100000"/>
              </a:lnSpc>
              <a:spcBef>
                <a:spcPts val="1600"/>
              </a:spcBef>
              <a:spcAft>
                <a:spcPts val="0"/>
              </a:spcAft>
              <a:buSzPts val="1800"/>
              <a:buFont typeface="Roboto Medium"/>
              <a:buChar char="○"/>
              <a:defRPr sz="1800">
                <a:latin typeface="Roboto Medium"/>
                <a:ea typeface="Roboto Medium"/>
                <a:cs typeface="Roboto Medium"/>
                <a:sym typeface="Roboto Medium"/>
              </a:defRPr>
            </a:lvl8pPr>
            <a:lvl9pPr indent="-342900" lvl="8" marL="4114800">
              <a:lnSpc>
                <a:spcPct val="100000"/>
              </a:lnSpc>
              <a:spcBef>
                <a:spcPts val="1600"/>
              </a:spcBef>
              <a:spcAft>
                <a:spcPts val="1600"/>
              </a:spcAft>
              <a:buSzPts val="1800"/>
              <a:buFont typeface="Roboto Medium"/>
              <a:buChar char="■"/>
              <a:defRPr sz="1800">
                <a:latin typeface="Roboto Medium"/>
                <a:ea typeface="Roboto Medium"/>
                <a:cs typeface="Roboto Medium"/>
                <a:sym typeface="Roboto Medium"/>
              </a:defRPr>
            </a:lvl9pPr>
          </a:lstStyle>
          <a:p/>
        </p:txBody>
      </p:sp>
      <p:sp>
        <p:nvSpPr>
          <p:cNvPr id="424" name="Google Shape;424;p62"/>
          <p:cNvSpPr txBox="1"/>
          <p:nvPr>
            <p:ph idx="4" type="body"/>
          </p:nvPr>
        </p:nvSpPr>
        <p:spPr>
          <a:xfrm>
            <a:off x="804672" y="2286000"/>
            <a:ext cx="7507200" cy="21654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425" name="Google Shape;425;p62"/>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pos="572">
          <p15:clr>
            <a:srgbClr val="F9AD4C"/>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 pg#">
  <p:cSld name="SECTION_HEADER_1_1_2_1_3">
    <p:bg>
      <p:bgPr>
        <a:solidFill>
          <a:srgbClr val="FFFFFF"/>
        </a:solidFill>
      </p:bgPr>
    </p:bg>
    <p:spTree>
      <p:nvGrpSpPr>
        <p:cNvPr id="426" name="Shape 426"/>
        <p:cNvGrpSpPr/>
        <p:nvPr/>
      </p:nvGrpSpPr>
      <p:grpSpPr>
        <a:xfrm>
          <a:off x="0" y="0"/>
          <a:ext cx="0" cy="0"/>
          <a:chOff x="0" y="0"/>
          <a:chExt cx="0" cy="0"/>
        </a:xfrm>
      </p:grpSpPr>
      <p:sp>
        <p:nvSpPr>
          <p:cNvPr id="427" name="Google Shape;427;p6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28" name="Google Shape;428;p6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29" name="Google Shape;429;p63"/>
          <p:cNvSpPr txBox="1"/>
          <p:nvPr>
            <p:ph idx="3" type="subTitle"/>
          </p:nvPr>
        </p:nvSpPr>
        <p:spPr>
          <a:xfrm>
            <a:off x="236875" y="164600"/>
            <a:ext cx="43470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30" name="Google Shape;430;p63"/>
          <p:cNvSpPr txBox="1"/>
          <p:nvPr>
            <p:ph idx="4" type="body"/>
          </p:nvPr>
        </p:nvSpPr>
        <p:spPr>
          <a:xfrm>
            <a:off x="804672" y="1353312"/>
            <a:ext cx="7507200" cy="3026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ion 1: SA with Image - pg#">
  <p:cSld name="SECTION_HEADER_1_1_2_1_2_5">
    <p:bg>
      <p:bgPr>
        <a:solidFill>
          <a:srgbClr val="FFFFFF"/>
        </a:solidFill>
      </p:bgPr>
    </p:bg>
    <p:spTree>
      <p:nvGrpSpPr>
        <p:cNvPr id="431" name="Shape 431"/>
        <p:cNvGrpSpPr/>
        <p:nvPr/>
      </p:nvGrpSpPr>
      <p:grpSpPr>
        <a:xfrm>
          <a:off x="0" y="0"/>
          <a:ext cx="0" cy="0"/>
          <a:chOff x="0" y="0"/>
          <a:chExt cx="0" cy="0"/>
        </a:xfrm>
      </p:grpSpPr>
      <p:sp>
        <p:nvSpPr>
          <p:cNvPr id="432" name="Google Shape;432;p64"/>
          <p:cNvSpPr/>
          <p:nvPr/>
        </p:nvSpPr>
        <p:spPr>
          <a:xfrm>
            <a:off x="247113" y="503145"/>
            <a:ext cx="3456300" cy="212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64"/>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34" name="Google Shape;434;p64"/>
          <p:cNvSpPr txBox="1"/>
          <p:nvPr>
            <p:ph idx="2"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35" name="Google Shape;435;p64"/>
          <p:cNvSpPr txBox="1"/>
          <p:nvPr>
            <p:ph idx="3"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pic>
        <p:nvPicPr>
          <p:cNvPr id="436" name="Google Shape;436;p64"/>
          <p:cNvPicPr preferRelativeResize="0"/>
          <p:nvPr/>
        </p:nvPicPr>
        <p:blipFill>
          <a:blip r:embed="rId2">
            <a:alphaModFix/>
          </a:blip>
          <a:stretch>
            <a:fillRect/>
          </a:stretch>
        </p:blipFill>
        <p:spPr>
          <a:xfrm>
            <a:off x="2886825" y="2331518"/>
            <a:ext cx="228175" cy="228150"/>
          </a:xfrm>
          <a:prstGeom prst="rect">
            <a:avLst/>
          </a:prstGeom>
          <a:noFill/>
          <a:ln>
            <a:noFill/>
          </a:ln>
        </p:spPr>
      </p:pic>
      <p:sp>
        <p:nvSpPr>
          <p:cNvPr id="437" name="Google Shape;437;p64"/>
          <p:cNvSpPr txBox="1"/>
          <p:nvPr>
            <p:ph idx="4" type="subTitle"/>
          </p:nvPr>
        </p:nvSpPr>
        <p:spPr>
          <a:xfrm>
            <a:off x="402900" y="2327250"/>
            <a:ext cx="24813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ion 2: SA with Image - pg#">
  <p:cSld name="SECTION_HEADER_1_1_2_1_2_5_1">
    <p:bg>
      <p:bgPr>
        <a:solidFill>
          <a:srgbClr val="FFFFFF"/>
        </a:solidFill>
      </p:bgPr>
    </p:bg>
    <p:spTree>
      <p:nvGrpSpPr>
        <p:cNvPr id="438" name="Shape 438"/>
        <p:cNvGrpSpPr/>
        <p:nvPr/>
      </p:nvGrpSpPr>
      <p:grpSpPr>
        <a:xfrm>
          <a:off x="0" y="0"/>
          <a:ext cx="0" cy="0"/>
          <a:chOff x="0" y="0"/>
          <a:chExt cx="0" cy="0"/>
        </a:xfrm>
      </p:grpSpPr>
      <p:sp>
        <p:nvSpPr>
          <p:cNvPr id="439" name="Google Shape;439;p65"/>
          <p:cNvSpPr/>
          <p:nvPr/>
        </p:nvSpPr>
        <p:spPr>
          <a:xfrm>
            <a:off x="247113" y="503145"/>
            <a:ext cx="3456300" cy="212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5"/>
          <p:cNvSpPr/>
          <p:nvPr/>
        </p:nvSpPr>
        <p:spPr>
          <a:xfrm>
            <a:off x="247113" y="2715993"/>
            <a:ext cx="3456300" cy="212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5"/>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42" name="Google Shape;442;p65"/>
          <p:cNvSpPr txBox="1"/>
          <p:nvPr>
            <p:ph idx="2"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43" name="Google Shape;443;p65"/>
          <p:cNvSpPr txBox="1"/>
          <p:nvPr>
            <p:ph idx="3"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pic>
        <p:nvPicPr>
          <p:cNvPr id="444" name="Google Shape;444;p65"/>
          <p:cNvPicPr preferRelativeResize="0"/>
          <p:nvPr/>
        </p:nvPicPr>
        <p:blipFill>
          <a:blip r:embed="rId2">
            <a:alphaModFix/>
          </a:blip>
          <a:stretch>
            <a:fillRect/>
          </a:stretch>
        </p:blipFill>
        <p:spPr>
          <a:xfrm>
            <a:off x="2886825" y="2331518"/>
            <a:ext cx="228175" cy="228150"/>
          </a:xfrm>
          <a:prstGeom prst="rect">
            <a:avLst/>
          </a:prstGeom>
          <a:noFill/>
          <a:ln>
            <a:noFill/>
          </a:ln>
        </p:spPr>
      </p:pic>
      <p:sp>
        <p:nvSpPr>
          <p:cNvPr id="445" name="Google Shape;445;p65"/>
          <p:cNvSpPr txBox="1"/>
          <p:nvPr>
            <p:ph idx="4" type="subTitle"/>
          </p:nvPr>
        </p:nvSpPr>
        <p:spPr>
          <a:xfrm>
            <a:off x="402850" y="2327250"/>
            <a:ext cx="24813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pic>
        <p:nvPicPr>
          <p:cNvPr id="446" name="Google Shape;446;p65"/>
          <p:cNvPicPr preferRelativeResize="0"/>
          <p:nvPr/>
        </p:nvPicPr>
        <p:blipFill>
          <a:blip r:embed="rId2">
            <a:alphaModFix/>
          </a:blip>
          <a:stretch>
            <a:fillRect/>
          </a:stretch>
        </p:blipFill>
        <p:spPr>
          <a:xfrm>
            <a:off x="2886825" y="4524607"/>
            <a:ext cx="228175" cy="228150"/>
          </a:xfrm>
          <a:prstGeom prst="rect">
            <a:avLst/>
          </a:prstGeom>
          <a:noFill/>
          <a:ln>
            <a:noFill/>
          </a:ln>
        </p:spPr>
      </p:pic>
      <p:sp>
        <p:nvSpPr>
          <p:cNvPr id="447" name="Google Shape;447;p65"/>
          <p:cNvSpPr txBox="1"/>
          <p:nvPr>
            <p:ph idx="5" type="subTitle"/>
          </p:nvPr>
        </p:nvSpPr>
        <p:spPr>
          <a:xfrm>
            <a:off x="402850" y="4520326"/>
            <a:ext cx="24813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with Image - pg#">
  <p:cSld name="SECTION_HEADER_1_1_2_1_2_4">
    <p:bg>
      <p:bgPr>
        <a:solidFill>
          <a:srgbClr val="FFFFFF"/>
        </a:solidFill>
      </p:bgPr>
    </p:bg>
    <p:spTree>
      <p:nvGrpSpPr>
        <p:cNvPr id="448" name="Shape 448"/>
        <p:cNvGrpSpPr/>
        <p:nvPr/>
      </p:nvGrpSpPr>
      <p:grpSpPr>
        <a:xfrm>
          <a:off x="0" y="0"/>
          <a:ext cx="0" cy="0"/>
          <a:chOff x="0" y="0"/>
          <a:chExt cx="0" cy="0"/>
        </a:xfrm>
      </p:grpSpPr>
      <p:sp>
        <p:nvSpPr>
          <p:cNvPr id="449" name="Google Shape;449;p66"/>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50" name="Google Shape;450;p6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51" name="Google Shape;451;p66"/>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52" name="Google Shape;452;p66"/>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6"/>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oard Portrait with SA - pg#">
  <p:cSld name="SECTION_HEADER_1_1_2_1_2_3_1">
    <p:bg>
      <p:bgPr>
        <a:solidFill>
          <a:srgbClr val="FFFFFF"/>
        </a:solidFill>
      </p:bgPr>
    </p:bg>
    <p:spTree>
      <p:nvGrpSpPr>
        <p:cNvPr id="454" name="Shape 454"/>
        <p:cNvGrpSpPr/>
        <p:nvPr/>
      </p:nvGrpSpPr>
      <p:grpSpPr>
        <a:xfrm>
          <a:off x="0" y="0"/>
          <a:ext cx="0" cy="0"/>
          <a:chOff x="0" y="0"/>
          <a:chExt cx="0" cy="0"/>
        </a:xfrm>
      </p:grpSpPr>
      <p:pic>
        <p:nvPicPr>
          <p:cNvPr id="455" name="Google Shape;455;p67"/>
          <p:cNvPicPr preferRelativeResize="0"/>
          <p:nvPr/>
        </p:nvPicPr>
        <p:blipFill rotWithShape="1">
          <a:blip r:embed="rId2">
            <a:alphaModFix/>
          </a:blip>
          <a:srcRect b="70" l="0" r="0" t="60"/>
          <a:stretch/>
        </p:blipFill>
        <p:spPr>
          <a:xfrm>
            <a:off x="237744" y="585216"/>
            <a:ext cx="3470027" cy="4279392"/>
          </a:xfrm>
          <a:prstGeom prst="rect">
            <a:avLst/>
          </a:prstGeom>
          <a:noFill/>
          <a:ln>
            <a:noFill/>
          </a:ln>
        </p:spPr>
      </p:pic>
      <p:sp>
        <p:nvSpPr>
          <p:cNvPr id="456" name="Google Shape;456;p67"/>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57" name="Google Shape;457;p6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58" name="Google Shape;458;p67"/>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59" name="Google Shape;459;p67"/>
          <p:cNvSpPr txBox="1"/>
          <p:nvPr>
            <p:ph idx="4" type="body"/>
          </p:nvPr>
        </p:nvSpPr>
        <p:spPr>
          <a:xfrm>
            <a:off x="430975" y="768096"/>
            <a:ext cx="3273600" cy="3941100"/>
          </a:xfrm>
          <a:prstGeom prst="rect">
            <a:avLst/>
          </a:prstGeom>
        </p:spPr>
        <p:txBody>
          <a:bodyPr anchorCtr="0" anchor="t" bIns="0" lIns="137150" spcFirstLastPara="1" rIns="137150" wrap="square" tIns="137150">
            <a:noAutofit/>
          </a:bodyPr>
          <a:lstStyle>
            <a:lvl1pPr indent="-317500" lvl="0" marL="457200">
              <a:spcBef>
                <a:spcPts val="0"/>
              </a:spcBef>
              <a:spcAft>
                <a:spcPts val="0"/>
              </a:spcAft>
              <a:buSzPts val="1400"/>
              <a:buFont typeface="Comic Sans MS"/>
              <a:buChar char="●"/>
              <a:defRPr sz="1400">
                <a:latin typeface="Comic Sans MS"/>
                <a:ea typeface="Comic Sans MS"/>
                <a:cs typeface="Comic Sans MS"/>
                <a:sym typeface="Comic Sans MS"/>
              </a:defRPr>
            </a:lvl1pPr>
            <a:lvl2pPr indent="-317500" lvl="1" marL="914400">
              <a:spcBef>
                <a:spcPts val="1600"/>
              </a:spcBef>
              <a:spcAft>
                <a:spcPts val="0"/>
              </a:spcAft>
              <a:buSzPts val="1400"/>
              <a:buFont typeface="Comic Sans MS"/>
              <a:buChar char="○"/>
              <a:defRPr>
                <a:latin typeface="Comic Sans MS"/>
                <a:ea typeface="Comic Sans MS"/>
                <a:cs typeface="Comic Sans MS"/>
                <a:sym typeface="Comic Sans MS"/>
              </a:defRPr>
            </a:lvl2pPr>
            <a:lvl3pPr indent="-317500" lvl="2" marL="1371600">
              <a:spcBef>
                <a:spcPts val="1600"/>
              </a:spcBef>
              <a:spcAft>
                <a:spcPts val="0"/>
              </a:spcAft>
              <a:buSzPts val="1400"/>
              <a:buFont typeface="Comic Sans MS"/>
              <a:buChar char="■"/>
              <a:defRPr>
                <a:latin typeface="Comic Sans MS"/>
                <a:ea typeface="Comic Sans MS"/>
                <a:cs typeface="Comic Sans MS"/>
                <a:sym typeface="Comic Sans MS"/>
              </a:defRPr>
            </a:lvl3pPr>
            <a:lvl4pPr indent="-317500" lvl="3" marL="1828800">
              <a:spcBef>
                <a:spcPts val="1600"/>
              </a:spcBef>
              <a:spcAft>
                <a:spcPts val="0"/>
              </a:spcAft>
              <a:buSzPts val="1400"/>
              <a:buFont typeface="Comic Sans MS"/>
              <a:buChar char="●"/>
              <a:defRPr>
                <a:latin typeface="Comic Sans MS"/>
                <a:ea typeface="Comic Sans MS"/>
                <a:cs typeface="Comic Sans MS"/>
                <a:sym typeface="Comic Sans MS"/>
              </a:defRPr>
            </a:lvl4pPr>
            <a:lvl5pPr indent="-317500" lvl="4" marL="2286000">
              <a:spcBef>
                <a:spcPts val="1600"/>
              </a:spcBef>
              <a:spcAft>
                <a:spcPts val="0"/>
              </a:spcAft>
              <a:buSzPts val="1400"/>
              <a:buFont typeface="Comic Sans MS"/>
              <a:buChar char="○"/>
              <a:defRPr>
                <a:latin typeface="Comic Sans MS"/>
                <a:ea typeface="Comic Sans MS"/>
                <a:cs typeface="Comic Sans MS"/>
                <a:sym typeface="Comic Sans MS"/>
              </a:defRPr>
            </a:lvl5pPr>
            <a:lvl6pPr indent="-317500" lvl="5" marL="2743200">
              <a:spcBef>
                <a:spcPts val="1600"/>
              </a:spcBef>
              <a:spcAft>
                <a:spcPts val="0"/>
              </a:spcAft>
              <a:buSzPts val="1400"/>
              <a:buFont typeface="Comic Sans MS"/>
              <a:buChar char="■"/>
              <a:defRPr>
                <a:latin typeface="Comic Sans MS"/>
                <a:ea typeface="Comic Sans MS"/>
                <a:cs typeface="Comic Sans MS"/>
                <a:sym typeface="Comic Sans MS"/>
              </a:defRPr>
            </a:lvl6pPr>
            <a:lvl7pPr indent="-317500" lvl="6" marL="3200400">
              <a:spcBef>
                <a:spcPts val="1600"/>
              </a:spcBef>
              <a:spcAft>
                <a:spcPts val="0"/>
              </a:spcAft>
              <a:buSzPts val="1400"/>
              <a:buFont typeface="Comic Sans MS"/>
              <a:buChar char="●"/>
              <a:defRPr>
                <a:latin typeface="Comic Sans MS"/>
                <a:ea typeface="Comic Sans MS"/>
                <a:cs typeface="Comic Sans MS"/>
                <a:sym typeface="Comic Sans MS"/>
              </a:defRPr>
            </a:lvl7pPr>
            <a:lvl8pPr indent="-317500" lvl="7" marL="3657600">
              <a:spcBef>
                <a:spcPts val="1600"/>
              </a:spcBef>
              <a:spcAft>
                <a:spcPts val="0"/>
              </a:spcAft>
              <a:buSzPts val="1400"/>
              <a:buFont typeface="Comic Sans MS"/>
              <a:buChar char="○"/>
              <a:defRPr>
                <a:latin typeface="Comic Sans MS"/>
                <a:ea typeface="Comic Sans MS"/>
                <a:cs typeface="Comic Sans MS"/>
                <a:sym typeface="Comic Sans MS"/>
              </a:defRPr>
            </a:lvl8pPr>
            <a:lvl9pPr indent="-317500" lvl="8" marL="4114800">
              <a:spcBef>
                <a:spcPts val="1600"/>
              </a:spcBef>
              <a:spcAft>
                <a:spcPts val="1600"/>
              </a:spcAft>
              <a:buSzPts val="1400"/>
              <a:buFont typeface="Comic Sans MS"/>
              <a:buChar char="■"/>
              <a:defRPr>
                <a:latin typeface="Comic Sans MS"/>
                <a:ea typeface="Comic Sans MS"/>
                <a:cs typeface="Comic Sans MS"/>
                <a:sym typeface="Comic Sans MS"/>
              </a:defRPr>
            </a:lvl9pPr>
          </a:lstStyle>
          <a:p/>
        </p:txBody>
      </p:sp>
      <p:sp>
        <p:nvSpPr>
          <p:cNvPr id="460" name="Google Shape;460;p67"/>
          <p:cNvSpPr txBox="1"/>
          <p:nvPr>
            <p:ph idx="5"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with SA - pg #">
  <p:cSld name="SECTION_HEADER_1_1_2_1_2_1_3">
    <p:bg>
      <p:bgPr>
        <a:solidFill>
          <a:srgbClr val="FFFFFF"/>
        </a:solidFill>
      </p:bgPr>
    </p:bg>
    <p:spTree>
      <p:nvGrpSpPr>
        <p:cNvPr id="461" name="Shape 461"/>
        <p:cNvGrpSpPr/>
        <p:nvPr/>
      </p:nvGrpSpPr>
      <p:grpSpPr>
        <a:xfrm>
          <a:off x="0" y="0"/>
          <a:ext cx="0" cy="0"/>
          <a:chOff x="0" y="0"/>
          <a:chExt cx="0" cy="0"/>
        </a:xfrm>
      </p:grpSpPr>
      <p:sp>
        <p:nvSpPr>
          <p:cNvPr id="462" name="Google Shape;462;p68"/>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463" name="Google Shape;463;p68"/>
          <p:cNvSpPr txBox="1"/>
          <p:nvPr>
            <p:ph idx="2"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464" name="Google Shape;464;p68"/>
          <p:cNvSpPr txBox="1"/>
          <p:nvPr>
            <p:ph idx="3"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465" name="Google Shape;465;p68"/>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66" name="Google Shape;466;p68"/>
          <p:cNvSpPr/>
          <p:nvPr/>
        </p:nvSpPr>
        <p:spPr>
          <a:xfrm>
            <a:off x="256025" y="1280050"/>
            <a:ext cx="3657600" cy="2916900"/>
          </a:xfrm>
          <a:prstGeom prst="round2SameRect">
            <a:avLst>
              <a:gd fmla="val 1064" name="adj1"/>
              <a:gd fmla="val 0" name="adj2"/>
            </a:avLst>
          </a:prstGeom>
          <a:solidFill>
            <a:srgbClr val="F6F6F6"/>
          </a:solidFill>
          <a:ln>
            <a:noFill/>
          </a:ln>
          <a:effectLst>
            <a:outerShdw blurRad="57150" rotWithShape="0" algn="bl" dir="5340000" dist="952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7" name="Google Shape;467;p68"/>
          <p:cNvGrpSpPr/>
          <p:nvPr/>
        </p:nvGrpSpPr>
        <p:grpSpPr>
          <a:xfrm>
            <a:off x="256025" y="1280050"/>
            <a:ext cx="3657600" cy="164700"/>
            <a:chOff x="256025" y="1280050"/>
            <a:chExt cx="3657600" cy="164700"/>
          </a:xfrm>
        </p:grpSpPr>
        <p:sp>
          <p:nvSpPr>
            <p:cNvPr id="468" name="Google Shape;468;p68"/>
            <p:cNvSpPr/>
            <p:nvPr/>
          </p:nvSpPr>
          <p:spPr>
            <a:xfrm>
              <a:off x="256025" y="1280050"/>
              <a:ext cx="3657600" cy="1647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9" name="Google Shape;469;p68"/>
            <p:cNvGrpSpPr/>
            <p:nvPr/>
          </p:nvGrpSpPr>
          <p:grpSpPr>
            <a:xfrm>
              <a:off x="323020" y="1326935"/>
              <a:ext cx="264664" cy="61800"/>
              <a:chOff x="322595" y="642846"/>
              <a:chExt cx="264664" cy="61800"/>
            </a:xfrm>
          </p:grpSpPr>
          <p:sp>
            <p:nvSpPr>
              <p:cNvPr id="470" name="Google Shape;470;p68"/>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68"/>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68"/>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Modeling Tool Full Screen">
  <p:cSld name="SECTION_HEADER_1_1_2_1_2_1_2">
    <p:bg>
      <p:bgPr>
        <a:solidFill>
          <a:srgbClr val="FFFFFF"/>
        </a:solidFill>
      </p:bgPr>
    </p:bg>
    <p:spTree>
      <p:nvGrpSpPr>
        <p:cNvPr id="473" name="Shape 473"/>
        <p:cNvGrpSpPr/>
        <p:nvPr/>
      </p:nvGrpSpPr>
      <p:grpSpPr>
        <a:xfrm>
          <a:off x="0" y="0"/>
          <a:ext cx="0" cy="0"/>
          <a:chOff x="0" y="0"/>
          <a:chExt cx="0" cy="0"/>
        </a:xfrm>
      </p:grpSpPr>
      <p:sp>
        <p:nvSpPr>
          <p:cNvPr id="474" name="Google Shape;474;p69"/>
          <p:cNvSpPr/>
          <p:nvPr/>
        </p:nvSpPr>
        <p:spPr>
          <a:xfrm>
            <a:off x="1681012" y="258209"/>
            <a:ext cx="5781900" cy="4511700"/>
          </a:xfrm>
          <a:prstGeom prst="round2SameRect">
            <a:avLst>
              <a:gd fmla="val 713" name="adj1"/>
              <a:gd fmla="val 0" name="adj2"/>
            </a:avLst>
          </a:prstGeom>
          <a:solidFill>
            <a:srgbClr val="F6F6F6"/>
          </a:solidFill>
          <a:ln>
            <a:noFill/>
          </a:ln>
          <a:effectLst>
            <a:outerShdw blurRad="57150" rotWithShape="0" algn="bl" dir="5340000" dist="9525">
              <a:srgbClr val="000000">
                <a:alpha val="1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9"/>
          <p:cNvSpPr/>
          <p:nvPr/>
        </p:nvSpPr>
        <p:spPr>
          <a:xfrm>
            <a:off x="136100" y="4957967"/>
            <a:ext cx="1683600" cy="11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6" name="Google Shape;476;p69"/>
          <p:cNvGrpSpPr/>
          <p:nvPr/>
        </p:nvGrpSpPr>
        <p:grpSpPr>
          <a:xfrm>
            <a:off x="1681091" y="258200"/>
            <a:ext cx="5781900" cy="175800"/>
            <a:chOff x="1691753" y="258200"/>
            <a:chExt cx="5781900" cy="175800"/>
          </a:xfrm>
        </p:grpSpPr>
        <p:sp>
          <p:nvSpPr>
            <p:cNvPr id="477" name="Google Shape;477;p69"/>
            <p:cNvSpPr/>
            <p:nvPr/>
          </p:nvSpPr>
          <p:spPr>
            <a:xfrm>
              <a:off x="1691753" y="258200"/>
              <a:ext cx="5781900" cy="175800"/>
            </a:xfrm>
            <a:prstGeom prst="round2SameRect">
              <a:avLst>
                <a:gd fmla="val 16667" name="adj1"/>
                <a:gd fmla="val 0" name="adj2"/>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8" name="Google Shape;478;p69"/>
            <p:cNvGrpSpPr/>
            <p:nvPr/>
          </p:nvGrpSpPr>
          <p:grpSpPr>
            <a:xfrm>
              <a:off x="1756443" y="308221"/>
              <a:ext cx="282317" cy="65922"/>
              <a:chOff x="322595" y="642846"/>
              <a:chExt cx="264664" cy="61800"/>
            </a:xfrm>
          </p:grpSpPr>
          <p:sp>
            <p:nvSpPr>
              <p:cNvPr id="479" name="Google Shape;479;p69"/>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69"/>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69"/>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extLst>
    <p:ext uri="{DCECCB84-F9BA-43D5-87BE-67443E8EF086}">
      <p15:sldGuideLst>
        <p15:guide id="1" pos="510">
          <p15:clr>
            <a:srgbClr val="F9AD4C"/>
          </p15:clr>
        </p15:guide>
      </p15:sldGuideLst>
    </p:ext>
  </p:extLst>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cher Demo">
  <p:cSld name="SECTION_HEADER_1_1_2_1_2_1_2_1">
    <p:bg>
      <p:bgPr>
        <a:solidFill>
          <a:srgbClr val="EFEFEF"/>
        </a:solidFill>
      </p:bgPr>
    </p:bg>
    <p:spTree>
      <p:nvGrpSpPr>
        <p:cNvPr id="482" name="Shape 482"/>
        <p:cNvGrpSpPr/>
        <p:nvPr/>
      </p:nvGrpSpPr>
      <p:grpSpPr>
        <a:xfrm>
          <a:off x="0" y="0"/>
          <a:ext cx="0" cy="0"/>
          <a:chOff x="0" y="0"/>
          <a:chExt cx="0" cy="0"/>
        </a:xfrm>
      </p:grpSpPr>
      <p:sp>
        <p:nvSpPr>
          <p:cNvPr id="483" name="Google Shape;483;p70"/>
          <p:cNvSpPr/>
          <p:nvPr/>
        </p:nvSpPr>
        <p:spPr>
          <a:xfrm>
            <a:off x="1682325" y="258209"/>
            <a:ext cx="5781900" cy="4511700"/>
          </a:xfrm>
          <a:prstGeom prst="round2SameRect">
            <a:avLst>
              <a:gd fmla="val 713" name="adj1"/>
              <a:gd fmla="val 0" name="adj2"/>
            </a:avLst>
          </a:prstGeom>
          <a:solidFill>
            <a:srgbClr val="F6F6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70"/>
          <p:cNvSpPr/>
          <p:nvPr/>
        </p:nvSpPr>
        <p:spPr>
          <a:xfrm>
            <a:off x="1682325" y="308225"/>
            <a:ext cx="5781900" cy="4461600"/>
          </a:xfrm>
          <a:prstGeom prst="round2SameRect">
            <a:avLst>
              <a:gd fmla="val 0" name="adj1"/>
              <a:gd fmla="val 0" name="adj2"/>
            </a:avLst>
          </a:prstGeom>
          <a:solidFill>
            <a:srgbClr val="F6F6F6"/>
          </a:solidFill>
          <a:ln cap="flat" cmpd="sng" w="114300">
            <a:solidFill>
              <a:srgbClr val="767676"/>
            </a:solidFill>
            <a:prstDash val="solid"/>
            <a:round/>
            <a:headEnd len="sm" w="sm" type="none"/>
            <a:tailEnd len="sm" w="sm" type="none"/>
          </a:ln>
          <a:effectLst>
            <a:outerShdw blurRad="85725" rotWithShape="0" algn="bl" dir="5340000" dist="9525">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70"/>
          <p:cNvSpPr/>
          <p:nvPr/>
        </p:nvSpPr>
        <p:spPr>
          <a:xfrm>
            <a:off x="136100" y="4931975"/>
            <a:ext cx="1683600" cy="1758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70"/>
          <p:cNvSpPr/>
          <p:nvPr/>
        </p:nvSpPr>
        <p:spPr>
          <a:xfrm>
            <a:off x="1651350" y="258200"/>
            <a:ext cx="5841300" cy="175800"/>
          </a:xfrm>
          <a:prstGeom prst="round2SameRect">
            <a:avLst>
              <a:gd fmla="val 16667" name="adj1"/>
              <a:gd fmla="val 0" name="adj2"/>
            </a:avLst>
          </a:prstGeom>
          <a:solidFill>
            <a:srgbClr val="767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7" name="Google Shape;487;p70"/>
          <p:cNvGrpSpPr/>
          <p:nvPr/>
        </p:nvGrpSpPr>
        <p:grpSpPr>
          <a:xfrm>
            <a:off x="1710905" y="308221"/>
            <a:ext cx="282317" cy="65922"/>
            <a:chOff x="322595" y="642846"/>
            <a:chExt cx="264664" cy="61800"/>
          </a:xfrm>
        </p:grpSpPr>
        <p:sp>
          <p:nvSpPr>
            <p:cNvPr id="488" name="Google Shape;488;p70"/>
            <p:cNvSpPr/>
            <p:nvPr/>
          </p:nvSpPr>
          <p:spPr>
            <a:xfrm>
              <a:off x="322595"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70"/>
            <p:cNvSpPr/>
            <p:nvPr/>
          </p:nvSpPr>
          <p:spPr>
            <a:xfrm>
              <a:off x="424028"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70"/>
            <p:cNvSpPr/>
            <p:nvPr/>
          </p:nvSpPr>
          <p:spPr>
            <a:xfrm>
              <a:off x="525460" y="642846"/>
              <a:ext cx="61800" cy="61800"/>
            </a:xfrm>
            <a:prstGeom prst="ellipse">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1" name="Google Shape;491;p70"/>
          <p:cNvSpPr txBox="1"/>
          <p:nvPr>
            <p:ph idx="1" type="subTitle"/>
          </p:nvPr>
        </p:nvSpPr>
        <p:spPr>
          <a:xfrm>
            <a:off x="7919850" y="164592"/>
            <a:ext cx="1097400" cy="249000"/>
          </a:xfrm>
          <a:prstGeom prst="rect">
            <a:avLst/>
          </a:prstGeom>
        </p:spPr>
        <p:txBody>
          <a:bodyPr anchorCtr="0" anchor="ctr" bIns="91425" lIns="0"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Three Images - pg#">
  <p:cSld name="SECTION_HEADER_1_1_2_1_2_1_1">
    <p:bg>
      <p:bgPr>
        <a:solidFill>
          <a:srgbClr val="FFFFFF"/>
        </a:solidFill>
      </p:bgPr>
    </p:bg>
    <p:spTree>
      <p:nvGrpSpPr>
        <p:cNvPr id="492" name="Shape 492"/>
        <p:cNvGrpSpPr/>
        <p:nvPr/>
      </p:nvGrpSpPr>
      <p:grpSpPr>
        <a:xfrm>
          <a:off x="0" y="0"/>
          <a:ext cx="0" cy="0"/>
          <a:chOff x="0" y="0"/>
          <a:chExt cx="0" cy="0"/>
        </a:xfrm>
      </p:grpSpPr>
      <p:sp>
        <p:nvSpPr>
          <p:cNvPr id="493" name="Google Shape;493;p71"/>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494" name="Google Shape;494;p71"/>
          <p:cNvSpPr txBox="1"/>
          <p:nvPr>
            <p:ph idx="2" type="body"/>
          </p:nvPr>
        </p:nvSpPr>
        <p:spPr>
          <a:xfrm>
            <a:off x="5992292"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495" name="Google Shape;495;p71"/>
          <p:cNvSpPr txBox="1"/>
          <p:nvPr>
            <p:ph idx="3" type="body"/>
          </p:nvPr>
        </p:nvSpPr>
        <p:spPr>
          <a:xfrm>
            <a:off x="5992289"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496" name="Google Shape;496;p71"/>
          <p:cNvSpPr txBox="1"/>
          <p:nvPr>
            <p:ph idx="4" type="body"/>
          </p:nvPr>
        </p:nvSpPr>
        <p:spPr>
          <a:xfrm>
            <a:off x="591215"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497" name="Google Shape;497;p71"/>
          <p:cNvSpPr txBox="1"/>
          <p:nvPr>
            <p:ph idx="5" type="body"/>
          </p:nvPr>
        </p:nvSpPr>
        <p:spPr>
          <a:xfrm>
            <a:off x="3291768"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498" name="Google Shape;498;p71"/>
          <p:cNvSpPr txBox="1"/>
          <p:nvPr>
            <p:ph idx="6" type="body"/>
          </p:nvPr>
        </p:nvSpPr>
        <p:spPr>
          <a:xfrm>
            <a:off x="591211" y="3160776"/>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499" name="Google Shape;499;p71"/>
          <p:cNvSpPr txBox="1"/>
          <p:nvPr>
            <p:ph type="title"/>
          </p:nvPr>
        </p:nvSpPr>
        <p:spPr>
          <a:xfrm>
            <a:off x="589626" y="648200"/>
            <a:ext cx="79632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500" name="Google Shape;500;p71"/>
          <p:cNvSpPr/>
          <p:nvPr/>
        </p:nvSpPr>
        <p:spPr>
          <a:xfrm>
            <a:off x="700950"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71"/>
          <p:cNvSpPr/>
          <p:nvPr/>
        </p:nvSpPr>
        <p:spPr>
          <a:xfrm>
            <a:off x="3401478"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71"/>
          <p:cNvSpPr/>
          <p:nvPr/>
        </p:nvSpPr>
        <p:spPr>
          <a:xfrm>
            <a:off x="6102006"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71"/>
          <p:cNvSpPr txBox="1"/>
          <p:nvPr>
            <p:ph idx="7"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04" name="Google Shape;504;p71"/>
          <p:cNvSpPr txBox="1"/>
          <p:nvPr>
            <p:ph idx="8"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05" name="Google Shape;505;p71"/>
          <p:cNvSpPr txBox="1"/>
          <p:nvPr>
            <p:ph idx="9" type="body"/>
          </p:nvPr>
        </p:nvSpPr>
        <p:spPr>
          <a:xfrm>
            <a:off x="3291764"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Three Images - Action pg#">
  <p:cSld name="SECTION_HEADER_1_1_2_1_2_1_1_5">
    <p:bg>
      <p:bgPr>
        <a:solidFill>
          <a:srgbClr val="FFFFFF"/>
        </a:solidFill>
      </p:bgPr>
    </p:bg>
    <p:spTree>
      <p:nvGrpSpPr>
        <p:cNvPr id="506" name="Shape 506"/>
        <p:cNvGrpSpPr/>
        <p:nvPr/>
      </p:nvGrpSpPr>
      <p:grpSpPr>
        <a:xfrm>
          <a:off x="0" y="0"/>
          <a:ext cx="0" cy="0"/>
          <a:chOff x="0" y="0"/>
          <a:chExt cx="0" cy="0"/>
        </a:xfrm>
      </p:grpSpPr>
      <p:sp>
        <p:nvSpPr>
          <p:cNvPr id="507" name="Google Shape;507;p7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508" name="Google Shape;508;p72"/>
          <p:cNvSpPr txBox="1"/>
          <p:nvPr>
            <p:ph idx="2" type="body"/>
          </p:nvPr>
        </p:nvSpPr>
        <p:spPr>
          <a:xfrm>
            <a:off x="591215"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09" name="Google Shape;509;p72"/>
          <p:cNvSpPr txBox="1"/>
          <p:nvPr>
            <p:ph idx="3" type="body"/>
          </p:nvPr>
        </p:nvSpPr>
        <p:spPr>
          <a:xfrm>
            <a:off x="3291768"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10" name="Google Shape;510;p72"/>
          <p:cNvSpPr txBox="1"/>
          <p:nvPr>
            <p:ph idx="4" type="body"/>
          </p:nvPr>
        </p:nvSpPr>
        <p:spPr>
          <a:xfrm>
            <a:off x="5992292" y="2877300"/>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11" name="Google Shape;511;p72"/>
          <p:cNvSpPr txBox="1"/>
          <p:nvPr>
            <p:ph idx="5" type="body"/>
          </p:nvPr>
        </p:nvSpPr>
        <p:spPr>
          <a:xfrm>
            <a:off x="591211" y="3160776"/>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12" name="Google Shape;512;p72"/>
          <p:cNvSpPr txBox="1"/>
          <p:nvPr>
            <p:ph type="title"/>
          </p:nvPr>
        </p:nvSpPr>
        <p:spPr>
          <a:xfrm>
            <a:off x="1088136" y="648200"/>
            <a:ext cx="75072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333FBF"/>
              </a:buClr>
              <a:buSzPts val="2400"/>
              <a:buFont typeface="Roboto Medium"/>
              <a:buNone/>
              <a:defRPr sz="2400">
                <a:solidFill>
                  <a:srgbClr val="333FBF"/>
                </a:solidFill>
                <a:latin typeface="Roboto Medium"/>
                <a:ea typeface="Roboto Medium"/>
                <a:cs typeface="Roboto Medium"/>
                <a:sym typeface="Roboto Medium"/>
              </a:defRPr>
            </a:lvl1pPr>
            <a:lvl2pPr lvl="1">
              <a:spcBef>
                <a:spcPts val="0"/>
              </a:spcBef>
              <a:spcAft>
                <a:spcPts val="0"/>
              </a:spcAft>
              <a:buClr>
                <a:srgbClr val="333FBF"/>
              </a:buClr>
              <a:buSzPts val="2800"/>
              <a:buNone/>
              <a:defRPr>
                <a:solidFill>
                  <a:srgbClr val="333FBF"/>
                </a:solidFill>
              </a:defRPr>
            </a:lvl2pPr>
            <a:lvl3pPr lvl="2">
              <a:spcBef>
                <a:spcPts val="0"/>
              </a:spcBef>
              <a:spcAft>
                <a:spcPts val="0"/>
              </a:spcAft>
              <a:buClr>
                <a:srgbClr val="333FBF"/>
              </a:buClr>
              <a:buSzPts val="2800"/>
              <a:buNone/>
              <a:defRPr>
                <a:solidFill>
                  <a:srgbClr val="333FBF"/>
                </a:solidFill>
              </a:defRPr>
            </a:lvl3pPr>
            <a:lvl4pPr lvl="3">
              <a:spcBef>
                <a:spcPts val="0"/>
              </a:spcBef>
              <a:spcAft>
                <a:spcPts val="0"/>
              </a:spcAft>
              <a:buClr>
                <a:srgbClr val="333FBF"/>
              </a:buClr>
              <a:buSzPts val="2800"/>
              <a:buNone/>
              <a:defRPr>
                <a:solidFill>
                  <a:srgbClr val="333FBF"/>
                </a:solidFill>
              </a:defRPr>
            </a:lvl4pPr>
            <a:lvl5pPr lvl="4">
              <a:spcBef>
                <a:spcPts val="0"/>
              </a:spcBef>
              <a:spcAft>
                <a:spcPts val="0"/>
              </a:spcAft>
              <a:buClr>
                <a:srgbClr val="333FBF"/>
              </a:buClr>
              <a:buSzPts val="2800"/>
              <a:buNone/>
              <a:defRPr>
                <a:solidFill>
                  <a:srgbClr val="333FBF"/>
                </a:solidFill>
              </a:defRPr>
            </a:lvl5pPr>
            <a:lvl6pPr lvl="5">
              <a:spcBef>
                <a:spcPts val="0"/>
              </a:spcBef>
              <a:spcAft>
                <a:spcPts val="0"/>
              </a:spcAft>
              <a:buClr>
                <a:srgbClr val="333FBF"/>
              </a:buClr>
              <a:buSzPts val="2800"/>
              <a:buNone/>
              <a:defRPr>
                <a:solidFill>
                  <a:srgbClr val="333FBF"/>
                </a:solidFill>
              </a:defRPr>
            </a:lvl6pPr>
            <a:lvl7pPr lvl="6">
              <a:spcBef>
                <a:spcPts val="0"/>
              </a:spcBef>
              <a:spcAft>
                <a:spcPts val="0"/>
              </a:spcAft>
              <a:buClr>
                <a:srgbClr val="333FBF"/>
              </a:buClr>
              <a:buSzPts val="2800"/>
              <a:buNone/>
              <a:defRPr>
                <a:solidFill>
                  <a:srgbClr val="333FBF"/>
                </a:solidFill>
              </a:defRPr>
            </a:lvl7pPr>
            <a:lvl8pPr lvl="7">
              <a:spcBef>
                <a:spcPts val="0"/>
              </a:spcBef>
              <a:spcAft>
                <a:spcPts val="0"/>
              </a:spcAft>
              <a:buClr>
                <a:srgbClr val="333FBF"/>
              </a:buClr>
              <a:buSzPts val="2800"/>
              <a:buNone/>
              <a:defRPr>
                <a:solidFill>
                  <a:srgbClr val="333FBF"/>
                </a:solidFill>
              </a:defRPr>
            </a:lvl8pPr>
            <a:lvl9pPr lvl="8">
              <a:spcBef>
                <a:spcPts val="0"/>
              </a:spcBef>
              <a:spcAft>
                <a:spcPts val="0"/>
              </a:spcAft>
              <a:buClr>
                <a:srgbClr val="333FBF"/>
              </a:buClr>
              <a:buSzPts val="2800"/>
              <a:buNone/>
              <a:defRPr>
                <a:solidFill>
                  <a:srgbClr val="333FBF"/>
                </a:solidFill>
              </a:defRPr>
            </a:lvl9pPr>
          </a:lstStyle>
          <a:p/>
        </p:txBody>
      </p:sp>
      <p:sp>
        <p:nvSpPr>
          <p:cNvPr id="513" name="Google Shape;513;p72"/>
          <p:cNvSpPr/>
          <p:nvPr/>
        </p:nvSpPr>
        <p:spPr>
          <a:xfrm>
            <a:off x="700950"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72"/>
          <p:cNvSpPr/>
          <p:nvPr/>
        </p:nvSpPr>
        <p:spPr>
          <a:xfrm>
            <a:off x="3401478"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72"/>
          <p:cNvSpPr/>
          <p:nvPr/>
        </p:nvSpPr>
        <p:spPr>
          <a:xfrm>
            <a:off x="6102006"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72"/>
          <p:cNvSpPr txBox="1"/>
          <p:nvPr>
            <p:ph idx="6"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17" name="Google Shape;517;p72"/>
          <p:cNvSpPr txBox="1"/>
          <p:nvPr>
            <p:ph idx="7"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18" name="Google Shape;518;p72"/>
          <p:cNvSpPr txBox="1"/>
          <p:nvPr>
            <p:ph idx="8" type="body"/>
          </p:nvPr>
        </p:nvSpPr>
        <p:spPr>
          <a:xfrm>
            <a:off x="3291764"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19" name="Google Shape;519;p72"/>
          <p:cNvSpPr txBox="1"/>
          <p:nvPr>
            <p:ph idx="9" type="body"/>
          </p:nvPr>
        </p:nvSpPr>
        <p:spPr>
          <a:xfrm>
            <a:off x="5992289" y="3160780"/>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ion 3: Activity Steps - pg#">
  <p:cSld name="SECTION_HEADER_1_1_2_1_2_1_1_4">
    <p:bg>
      <p:bgPr>
        <a:solidFill>
          <a:srgbClr val="FFFFFF"/>
        </a:solidFill>
      </p:bgPr>
    </p:bg>
    <p:spTree>
      <p:nvGrpSpPr>
        <p:cNvPr id="520" name="Shape 520"/>
        <p:cNvGrpSpPr/>
        <p:nvPr/>
      </p:nvGrpSpPr>
      <p:grpSpPr>
        <a:xfrm>
          <a:off x="0" y="0"/>
          <a:ext cx="0" cy="0"/>
          <a:chOff x="0" y="0"/>
          <a:chExt cx="0" cy="0"/>
        </a:xfrm>
      </p:grpSpPr>
      <p:sp>
        <p:nvSpPr>
          <p:cNvPr id="521" name="Google Shape;521;p73"/>
          <p:cNvSpPr txBox="1"/>
          <p:nvPr>
            <p:ph idx="1" type="body"/>
          </p:nvPr>
        </p:nvSpPr>
        <p:spPr>
          <a:xfrm>
            <a:off x="515015" y="2849193"/>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22" name="Google Shape;522;p73"/>
          <p:cNvSpPr txBox="1"/>
          <p:nvPr>
            <p:ph idx="2" type="body"/>
          </p:nvPr>
        </p:nvSpPr>
        <p:spPr>
          <a:xfrm>
            <a:off x="3291768" y="2849193"/>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23" name="Google Shape;523;p73"/>
          <p:cNvSpPr txBox="1"/>
          <p:nvPr>
            <p:ph idx="3" type="body"/>
          </p:nvPr>
        </p:nvSpPr>
        <p:spPr>
          <a:xfrm>
            <a:off x="6068492" y="2849193"/>
            <a:ext cx="2560500" cy="393300"/>
          </a:xfrm>
          <a:prstGeom prst="rect">
            <a:avLst/>
          </a:prstGeom>
        </p:spPr>
        <p:txBody>
          <a:bodyPr anchorCtr="0" anchor="t" bIns="91425" lIns="91425" spcFirstLastPara="1" rIns="0" wrap="square" tIns="91425">
            <a:noAutofit/>
          </a:bodyPr>
          <a:lstStyle>
            <a:lvl1pPr indent="-317500" lvl="0" marL="457200">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spcBef>
                <a:spcPts val="1600"/>
              </a:spcBef>
              <a:spcAft>
                <a:spcPts val="0"/>
              </a:spcAft>
              <a:buClr>
                <a:srgbClr val="767676"/>
              </a:buClr>
              <a:buSzPts val="1400"/>
              <a:buChar char="○"/>
              <a:defRPr b="1">
                <a:solidFill>
                  <a:srgbClr val="767676"/>
                </a:solidFill>
              </a:defRPr>
            </a:lvl2pPr>
            <a:lvl3pPr indent="-317500" lvl="2" marL="1371600">
              <a:spcBef>
                <a:spcPts val="1600"/>
              </a:spcBef>
              <a:spcAft>
                <a:spcPts val="0"/>
              </a:spcAft>
              <a:buClr>
                <a:srgbClr val="767676"/>
              </a:buClr>
              <a:buSzPts val="1400"/>
              <a:buChar char="■"/>
              <a:defRPr b="1">
                <a:solidFill>
                  <a:srgbClr val="767676"/>
                </a:solidFill>
              </a:defRPr>
            </a:lvl3pPr>
            <a:lvl4pPr indent="-317500" lvl="3" marL="1828800">
              <a:spcBef>
                <a:spcPts val="1600"/>
              </a:spcBef>
              <a:spcAft>
                <a:spcPts val="0"/>
              </a:spcAft>
              <a:buClr>
                <a:srgbClr val="767676"/>
              </a:buClr>
              <a:buSzPts val="1400"/>
              <a:buChar char="●"/>
              <a:defRPr b="1">
                <a:solidFill>
                  <a:srgbClr val="767676"/>
                </a:solidFill>
              </a:defRPr>
            </a:lvl4pPr>
            <a:lvl5pPr indent="-317500" lvl="4" marL="2286000">
              <a:spcBef>
                <a:spcPts val="1600"/>
              </a:spcBef>
              <a:spcAft>
                <a:spcPts val="0"/>
              </a:spcAft>
              <a:buClr>
                <a:srgbClr val="767676"/>
              </a:buClr>
              <a:buSzPts val="1400"/>
              <a:buChar char="○"/>
              <a:defRPr b="1">
                <a:solidFill>
                  <a:srgbClr val="767676"/>
                </a:solidFill>
              </a:defRPr>
            </a:lvl5pPr>
            <a:lvl6pPr indent="-317500" lvl="5" marL="2743200">
              <a:spcBef>
                <a:spcPts val="1600"/>
              </a:spcBef>
              <a:spcAft>
                <a:spcPts val="0"/>
              </a:spcAft>
              <a:buClr>
                <a:srgbClr val="767676"/>
              </a:buClr>
              <a:buSzPts val="1400"/>
              <a:buChar char="■"/>
              <a:defRPr b="1">
                <a:solidFill>
                  <a:srgbClr val="767676"/>
                </a:solidFill>
              </a:defRPr>
            </a:lvl6pPr>
            <a:lvl7pPr indent="-317500" lvl="6" marL="3200400">
              <a:spcBef>
                <a:spcPts val="1600"/>
              </a:spcBef>
              <a:spcAft>
                <a:spcPts val="0"/>
              </a:spcAft>
              <a:buClr>
                <a:srgbClr val="767676"/>
              </a:buClr>
              <a:buSzPts val="1400"/>
              <a:buChar char="●"/>
              <a:defRPr b="1">
                <a:solidFill>
                  <a:srgbClr val="767676"/>
                </a:solidFill>
              </a:defRPr>
            </a:lvl7pPr>
            <a:lvl8pPr indent="-317500" lvl="7" marL="3657600">
              <a:spcBef>
                <a:spcPts val="1600"/>
              </a:spcBef>
              <a:spcAft>
                <a:spcPts val="0"/>
              </a:spcAft>
              <a:buClr>
                <a:srgbClr val="767676"/>
              </a:buClr>
              <a:buSzPts val="1400"/>
              <a:buChar char="○"/>
              <a:defRPr b="1">
                <a:solidFill>
                  <a:srgbClr val="767676"/>
                </a:solidFill>
              </a:defRPr>
            </a:lvl8pPr>
            <a:lvl9pPr indent="-317500" lvl="8" marL="4114800">
              <a:spcBef>
                <a:spcPts val="1600"/>
              </a:spcBef>
              <a:spcAft>
                <a:spcPts val="1600"/>
              </a:spcAft>
              <a:buClr>
                <a:srgbClr val="767676"/>
              </a:buClr>
              <a:buSzPts val="1400"/>
              <a:buChar char="■"/>
              <a:defRPr b="1">
                <a:solidFill>
                  <a:srgbClr val="767676"/>
                </a:solidFill>
              </a:defRPr>
            </a:lvl9pPr>
          </a:lstStyle>
          <a:p/>
        </p:txBody>
      </p:sp>
      <p:sp>
        <p:nvSpPr>
          <p:cNvPr id="524" name="Google Shape;524;p73"/>
          <p:cNvSpPr txBox="1"/>
          <p:nvPr>
            <p:ph idx="4" type="body"/>
          </p:nvPr>
        </p:nvSpPr>
        <p:spPr>
          <a:xfrm>
            <a:off x="515011" y="3132669"/>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25" name="Google Shape;525;p73"/>
          <p:cNvSpPr txBox="1"/>
          <p:nvPr>
            <p:ph type="title"/>
          </p:nvPr>
        </p:nvSpPr>
        <p:spPr>
          <a:xfrm>
            <a:off x="509016" y="648200"/>
            <a:ext cx="79644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526" name="Google Shape;526;p73"/>
          <p:cNvSpPr/>
          <p:nvPr/>
        </p:nvSpPr>
        <p:spPr>
          <a:xfrm>
            <a:off x="624750"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73"/>
          <p:cNvSpPr/>
          <p:nvPr/>
        </p:nvSpPr>
        <p:spPr>
          <a:xfrm>
            <a:off x="3401478"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73"/>
          <p:cNvSpPr/>
          <p:nvPr/>
        </p:nvSpPr>
        <p:spPr>
          <a:xfrm>
            <a:off x="6178206" y="1234816"/>
            <a:ext cx="2450700" cy="1519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73"/>
          <p:cNvSpPr txBox="1"/>
          <p:nvPr>
            <p:ph idx="5"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30" name="Google Shape;530;p73"/>
          <p:cNvSpPr txBox="1"/>
          <p:nvPr>
            <p:ph idx="6"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31" name="Google Shape;531;p73"/>
          <p:cNvSpPr txBox="1"/>
          <p:nvPr>
            <p:ph idx="7" type="body"/>
          </p:nvPr>
        </p:nvSpPr>
        <p:spPr>
          <a:xfrm>
            <a:off x="3291764" y="3132674"/>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32" name="Google Shape;532;p73"/>
          <p:cNvSpPr txBox="1"/>
          <p:nvPr>
            <p:ph idx="8" type="body"/>
          </p:nvPr>
        </p:nvSpPr>
        <p:spPr>
          <a:xfrm>
            <a:off x="6068489" y="3132674"/>
            <a:ext cx="2560500" cy="13716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pic>
        <p:nvPicPr>
          <p:cNvPr id="533" name="Google Shape;533;p73"/>
          <p:cNvPicPr preferRelativeResize="0"/>
          <p:nvPr/>
        </p:nvPicPr>
        <p:blipFill>
          <a:blip r:embed="rId2">
            <a:alphaModFix/>
          </a:blip>
          <a:stretch>
            <a:fillRect/>
          </a:stretch>
        </p:blipFill>
        <p:spPr>
          <a:xfrm>
            <a:off x="2847300" y="4651226"/>
            <a:ext cx="228175" cy="228150"/>
          </a:xfrm>
          <a:prstGeom prst="rect">
            <a:avLst/>
          </a:prstGeom>
          <a:noFill/>
          <a:ln>
            <a:noFill/>
          </a:ln>
        </p:spPr>
      </p:pic>
      <p:sp>
        <p:nvSpPr>
          <p:cNvPr id="534" name="Google Shape;534;p73"/>
          <p:cNvSpPr txBox="1"/>
          <p:nvPr>
            <p:ph idx="9" type="subTitle"/>
          </p:nvPr>
        </p:nvSpPr>
        <p:spPr>
          <a:xfrm>
            <a:off x="515025" y="4646951"/>
            <a:ext cx="2329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sz="1100">
                <a:latin typeface="Roboto"/>
                <a:ea typeface="Roboto"/>
                <a:cs typeface="Roboto"/>
                <a:sym typeface="Roboto"/>
              </a:defRPr>
            </a:lvl2pPr>
            <a:lvl3pPr lvl="2">
              <a:spcBef>
                <a:spcPts val="1600"/>
              </a:spcBef>
              <a:spcAft>
                <a:spcPts val="0"/>
              </a:spcAft>
              <a:buNone/>
              <a:defRPr sz="1100">
                <a:latin typeface="Roboto"/>
                <a:ea typeface="Roboto"/>
                <a:cs typeface="Roboto"/>
                <a:sym typeface="Roboto"/>
              </a:defRPr>
            </a:lvl3pPr>
            <a:lvl4pPr lvl="3">
              <a:spcBef>
                <a:spcPts val="1600"/>
              </a:spcBef>
              <a:spcAft>
                <a:spcPts val="0"/>
              </a:spcAft>
              <a:buNone/>
              <a:defRPr sz="1100">
                <a:latin typeface="Roboto"/>
                <a:ea typeface="Roboto"/>
                <a:cs typeface="Roboto"/>
                <a:sym typeface="Roboto"/>
              </a:defRPr>
            </a:lvl4pPr>
            <a:lvl5pPr lvl="4">
              <a:spcBef>
                <a:spcPts val="1600"/>
              </a:spcBef>
              <a:spcAft>
                <a:spcPts val="0"/>
              </a:spcAft>
              <a:buNone/>
              <a:defRPr sz="1100">
                <a:latin typeface="Roboto"/>
                <a:ea typeface="Roboto"/>
                <a:cs typeface="Roboto"/>
                <a:sym typeface="Roboto"/>
              </a:defRPr>
            </a:lvl5pPr>
            <a:lvl6pPr lvl="5">
              <a:spcBef>
                <a:spcPts val="1600"/>
              </a:spcBef>
              <a:spcAft>
                <a:spcPts val="0"/>
              </a:spcAft>
              <a:buNone/>
              <a:defRPr sz="1100">
                <a:latin typeface="Roboto"/>
                <a:ea typeface="Roboto"/>
                <a:cs typeface="Roboto"/>
                <a:sym typeface="Roboto"/>
              </a:defRPr>
            </a:lvl6pPr>
            <a:lvl7pPr lvl="6">
              <a:spcBef>
                <a:spcPts val="1600"/>
              </a:spcBef>
              <a:spcAft>
                <a:spcPts val="0"/>
              </a:spcAft>
              <a:buNone/>
              <a:defRPr sz="1100">
                <a:latin typeface="Roboto"/>
                <a:ea typeface="Roboto"/>
                <a:cs typeface="Roboto"/>
                <a:sym typeface="Roboto"/>
              </a:defRPr>
            </a:lvl7pPr>
            <a:lvl8pPr lvl="7">
              <a:spcBef>
                <a:spcPts val="1600"/>
              </a:spcBef>
              <a:spcAft>
                <a:spcPts val="0"/>
              </a:spcAft>
              <a:buNone/>
              <a:defRPr sz="1100">
                <a:latin typeface="Roboto"/>
                <a:ea typeface="Roboto"/>
                <a:cs typeface="Roboto"/>
                <a:sym typeface="Roboto"/>
              </a:defRPr>
            </a:lvl8pPr>
            <a:lvl9pPr lvl="8">
              <a:spcBef>
                <a:spcPts val="1600"/>
              </a:spcBef>
              <a:spcAft>
                <a:spcPts val="1600"/>
              </a:spcAft>
              <a:buNone/>
              <a:defRPr sz="1100">
                <a:latin typeface="Roboto"/>
                <a:ea typeface="Roboto"/>
                <a:cs typeface="Roboto"/>
                <a:sym typeface="Roboto"/>
              </a:defRPr>
            </a:lvl9pPr>
          </a:lstStyle>
          <a:p/>
        </p:txBody>
      </p:sp>
      <p:pic>
        <p:nvPicPr>
          <p:cNvPr id="535" name="Google Shape;535;p73"/>
          <p:cNvPicPr preferRelativeResize="0"/>
          <p:nvPr/>
        </p:nvPicPr>
        <p:blipFill>
          <a:blip r:embed="rId2">
            <a:alphaModFix/>
          </a:blip>
          <a:stretch>
            <a:fillRect/>
          </a:stretch>
        </p:blipFill>
        <p:spPr>
          <a:xfrm>
            <a:off x="5624075" y="4651226"/>
            <a:ext cx="228175" cy="228150"/>
          </a:xfrm>
          <a:prstGeom prst="rect">
            <a:avLst/>
          </a:prstGeom>
          <a:noFill/>
          <a:ln>
            <a:noFill/>
          </a:ln>
        </p:spPr>
      </p:pic>
      <p:sp>
        <p:nvSpPr>
          <p:cNvPr id="536" name="Google Shape;536;p73"/>
          <p:cNvSpPr txBox="1"/>
          <p:nvPr>
            <p:ph idx="13" type="subTitle"/>
          </p:nvPr>
        </p:nvSpPr>
        <p:spPr>
          <a:xfrm>
            <a:off x="3291800" y="4646951"/>
            <a:ext cx="2329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sz="1100">
                <a:latin typeface="Roboto"/>
                <a:ea typeface="Roboto"/>
                <a:cs typeface="Roboto"/>
                <a:sym typeface="Roboto"/>
              </a:defRPr>
            </a:lvl2pPr>
            <a:lvl3pPr lvl="2">
              <a:spcBef>
                <a:spcPts val="1600"/>
              </a:spcBef>
              <a:spcAft>
                <a:spcPts val="0"/>
              </a:spcAft>
              <a:buNone/>
              <a:defRPr sz="1100">
                <a:latin typeface="Roboto"/>
                <a:ea typeface="Roboto"/>
                <a:cs typeface="Roboto"/>
                <a:sym typeface="Roboto"/>
              </a:defRPr>
            </a:lvl3pPr>
            <a:lvl4pPr lvl="3">
              <a:spcBef>
                <a:spcPts val="1600"/>
              </a:spcBef>
              <a:spcAft>
                <a:spcPts val="0"/>
              </a:spcAft>
              <a:buNone/>
              <a:defRPr sz="1100">
                <a:latin typeface="Roboto"/>
                <a:ea typeface="Roboto"/>
                <a:cs typeface="Roboto"/>
                <a:sym typeface="Roboto"/>
              </a:defRPr>
            </a:lvl4pPr>
            <a:lvl5pPr lvl="4">
              <a:spcBef>
                <a:spcPts val="1600"/>
              </a:spcBef>
              <a:spcAft>
                <a:spcPts val="0"/>
              </a:spcAft>
              <a:buNone/>
              <a:defRPr sz="1100">
                <a:latin typeface="Roboto"/>
                <a:ea typeface="Roboto"/>
                <a:cs typeface="Roboto"/>
                <a:sym typeface="Roboto"/>
              </a:defRPr>
            </a:lvl5pPr>
            <a:lvl6pPr lvl="5">
              <a:spcBef>
                <a:spcPts val="1600"/>
              </a:spcBef>
              <a:spcAft>
                <a:spcPts val="0"/>
              </a:spcAft>
              <a:buNone/>
              <a:defRPr sz="1100">
                <a:latin typeface="Roboto"/>
                <a:ea typeface="Roboto"/>
                <a:cs typeface="Roboto"/>
                <a:sym typeface="Roboto"/>
              </a:defRPr>
            </a:lvl6pPr>
            <a:lvl7pPr lvl="6">
              <a:spcBef>
                <a:spcPts val="1600"/>
              </a:spcBef>
              <a:spcAft>
                <a:spcPts val="0"/>
              </a:spcAft>
              <a:buNone/>
              <a:defRPr sz="1100">
                <a:latin typeface="Roboto"/>
                <a:ea typeface="Roboto"/>
                <a:cs typeface="Roboto"/>
                <a:sym typeface="Roboto"/>
              </a:defRPr>
            </a:lvl7pPr>
            <a:lvl8pPr lvl="7">
              <a:spcBef>
                <a:spcPts val="1600"/>
              </a:spcBef>
              <a:spcAft>
                <a:spcPts val="0"/>
              </a:spcAft>
              <a:buNone/>
              <a:defRPr sz="1100">
                <a:latin typeface="Roboto"/>
                <a:ea typeface="Roboto"/>
                <a:cs typeface="Roboto"/>
                <a:sym typeface="Roboto"/>
              </a:defRPr>
            </a:lvl8pPr>
            <a:lvl9pPr lvl="8">
              <a:spcBef>
                <a:spcPts val="1600"/>
              </a:spcBef>
              <a:spcAft>
                <a:spcPts val="1600"/>
              </a:spcAft>
              <a:buNone/>
              <a:defRPr sz="1100">
                <a:latin typeface="Roboto"/>
                <a:ea typeface="Roboto"/>
                <a:cs typeface="Roboto"/>
                <a:sym typeface="Roboto"/>
              </a:defRPr>
            </a:lvl9pPr>
          </a:lstStyle>
          <a:p/>
        </p:txBody>
      </p:sp>
      <p:pic>
        <p:nvPicPr>
          <p:cNvPr id="537" name="Google Shape;537;p73"/>
          <p:cNvPicPr preferRelativeResize="0"/>
          <p:nvPr/>
        </p:nvPicPr>
        <p:blipFill>
          <a:blip r:embed="rId2">
            <a:alphaModFix/>
          </a:blip>
          <a:stretch>
            <a:fillRect/>
          </a:stretch>
        </p:blipFill>
        <p:spPr>
          <a:xfrm>
            <a:off x="8400800" y="4651226"/>
            <a:ext cx="228175" cy="228150"/>
          </a:xfrm>
          <a:prstGeom prst="rect">
            <a:avLst/>
          </a:prstGeom>
          <a:noFill/>
          <a:ln>
            <a:noFill/>
          </a:ln>
        </p:spPr>
      </p:pic>
      <p:sp>
        <p:nvSpPr>
          <p:cNvPr id="538" name="Google Shape;538;p73"/>
          <p:cNvSpPr txBox="1"/>
          <p:nvPr>
            <p:ph idx="14" type="subTitle"/>
          </p:nvPr>
        </p:nvSpPr>
        <p:spPr>
          <a:xfrm>
            <a:off x="6068575" y="4646951"/>
            <a:ext cx="2329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sz="1100">
                <a:latin typeface="Roboto"/>
                <a:ea typeface="Roboto"/>
                <a:cs typeface="Roboto"/>
                <a:sym typeface="Roboto"/>
              </a:defRPr>
            </a:lvl2pPr>
            <a:lvl3pPr lvl="2">
              <a:spcBef>
                <a:spcPts val="1600"/>
              </a:spcBef>
              <a:spcAft>
                <a:spcPts val="0"/>
              </a:spcAft>
              <a:buNone/>
              <a:defRPr sz="1100">
                <a:latin typeface="Roboto"/>
                <a:ea typeface="Roboto"/>
                <a:cs typeface="Roboto"/>
                <a:sym typeface="Roboto"/>
              </a:defRPr>
            </a:lvl3pPr>
            <a:lvl4pPr lvl="3">
              <a:spcBef>
                <a:spcPts val="1600"/>
              </a:spcBef>
              <a:spcAft>
                <a:spcPts val="0"/>
              </a:spcAft>
              <a:buNone/>
              <a:defRPr sz="1100">
                <a:latin typeface="Roboto"/>
                <a:ea typeface="Roboto"/>
                <a:cs typeface="Roboto"/>
                <a:sym typeface="Roboto"/>
              </a:defRPr>
            </a:lvl4pPr>
            <a:lvl5pPr lvl="4">
              <a:spcBef>
                <a:spcPts val="1600"/>
              </a:spcBef>
              <a:spcAft>
                <a:spcPts val="0"/>
              </a:spcAft>
              <a:buNone/>
              <a:defRPr sz="1100">
                <a:latin typeface="Roboto"/>
                <a:ea typeface="Roboto"/>
                <a:cs typeface="Roboto"/>
                <a:sym typeface="Roboto"/>
              </a:defRPr>
            </a:lvl5pPr>
            <a:lvl6pPr lvl="5">
              <a:spcBef>
                <a:spcPts val="1600"/>
              </a:spcBef>
              <a:spcAft>
                <a:spcPts val="0"/>
              </a:spcAft>
              <a:buNone/>
              <a:defRPr sz="1100">
                <a:latin typeface="Roboto"/>
                <a:ea typeface="Roboto"/>
                <a:cs typeface="Roboto"/>
                <a:sym typeface="Roboto"/>
              </a:defRPr>
            </a:lvl6pPr>
            <a:lvl7pPr lvl="6">
              <a:spcBef>
                <a:spcPts val="1600"/>
              </a:spcBef>
              <a:spcAft>
                <a:spcPts val="0"/>
              </a:spcAft>
              <a:buNone/>
              <a:defRPr sz="1100">
                <a:latin typeface="Roboto"/>
                <a:ea typeface="Roboto"/>
                <a:cs typeface="Roboto"/>
                <a:sym typeface="Roboto"/>
              </a:defRPr>
            </a:lvl7pPr>
            <a:lvl8pPr lvl="7">
              <a:spcBef>
                <a:spcPts val="1600"/>
              </a:spcBef>
              <a:spcAft>
                <a:spcPts val="0"/>
              </a:spcAft>
              <a:buNone/>
              <a:defRPr sz="1100">
                <a:latin typeface="Roboto"/>
                <a:ea typeface="Roboto"/>
                <a:cs typeface="Roboto"/>
                <a:sym typeface="Roboto"/>
              </a:defRPr>
            </a:lvl8pPr>
            <a:lvl9pPr lvl="8">
              <a:spcBef>
                <a:spcPts val="1600"/>
              </a:spcBef>
              <a:spcAft>
                <a:spcPts val="1600"/>
              </a:spcAft>
              <a:buNone/>
              <a:defRPr sz="1100">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Four Images - pg#">
  <p:cSld name="SECTION_HEADER_1_1_2_1_2_1_1_3">
    <p:bg>
      <p:bgPr>
        <a:solidFill>
          <a:srgbClr val="FFFFFF"/>
        </a:solidFill>
      </p:bgPr>
    </p:bg>
    <p:spTree>
      <p:nvGrpSpPr>
        <p:cNvPr id="539" name="Shape 539"/>
        <p:cNvGrpSpPr/>
        <p:nvPr/>
      </p:nvGrpSpPr>
      <p:grpSpPr>
        <a:xfrm>
          <a:off x="0" y="0"/>
          <a:ext cx="0" cy="0"/>
          <a:chOff x="0" y="0"/>
          <a:chExt cx="0" cy="0"/>
        </a:xfrm>
      </p:grpSpPr>
      <p:sp>
        <p:nvSpPr>
          <p:cNvPr id="540" name="Google Shape;540;p74"/>
          <p:cNvSpPr txBox="1"/>
          <p:nvPr>
            <p:ph idx="1" type="body"/>
          </p:nvPr>
        </p:nvSpPr>
        <p:spPr>
          <a:xfrm>
            <a:off x="4937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41" name="Google Shape;541;p74"/>
          <p:cNvSpPr txBox="1"/>
          <p:nvPr>
            <p:ph idx="2" type="body"/>
          </p:nvPr>
        </p:nvSpPr>
        <p:spPr>
          <a:xfrm>
            <a:off x="4937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42" name="Google Shape;542;p74"/>
          <p:cNvSpPr/>
          <p:nvPr/>
        </p:nvSpPr>
        <p:spPr>
          <a:xfrm>
            <a:off x="612831"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74"/>
          <p:cNvSpPr/>
          <p:nvPr/>
        </p:nvSpPr>
        <p:spPr>
          <a:xfrm>
            <a:off x="2667184"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74"/>
          <p:cNvSpPr/>
          <p:nvPr/>
        </p:nvSpPr>
        <p:spPr>
          <a:xfrm>
            <a:off x="6794176"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74"/>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46" name="Google Shape;546;p74"/>
          <p:cNvSpPr txBox="1"/>
          <p:nvPr>
            <p:ph idx="4"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47" name="Google Shape;547;p74"/>
          <p:cNvSpPr/>
          <p:nvPr/>
        </p:nvSpPr>
        <p:spPr>
          <a:xfrm>
            <a:off x="4730680"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74"/>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549" name="Google Shape;549;p74"/>
          <p:cNvSpPr txBox="1"/>
          <p:nvPr>
            <p:ph idx="6" type="body"/>
          </p:nvPr>
        </p:nvSpPr>
        <p:spPr>
          <a:xfrm>
            <a:off x="25480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0" name="Google Shape;550;p74"/>
          <p:cNvSpPr txBox="1"/>
          <p:nvPr>
            <p:ph idx="7" type="body"/>
          </p:nvPr>
        </p:nvSpPr>
        <p:spPr>
          <a:xfrm>
            <a:off x="25480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51" name="Google Shape;551;p74"/>
          <p:cNvSpPr txBox="1"/>
          <p:nvPr>
            <p:ph idx="8" type="body"/>
          </p:nvPr>
        </p:nvSpPr>
        <p:spPr>
          <a:xfrm>
            <a:off x="46024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2" name="Google Shape;552;p74"/>
          <p:cNvSpPr txBox="1"/>
          <p:nvPr>
            <p:ph idx="9" type="body"/>
          </p:nvPr>
        </p:nvSpPr>
        <p:spPr>
          <a:xfrm>
            <a:off x="46024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53" name="Google Shape;553;p74"/>
          <p:cNvSpPr txBox="1"/>
          <p:nvPr>
            <p:ph idx="13" type="body"/>
          </p:nvPr>
        </p:nvSpPr>
        <p:spPr>
          <a:xfrm>
            <a:off x="66567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4" name="Google Shape;554;p74"/>
          <p:cNvSpPr txBox="1"/>
          <p:nvPr>
            <p:ph idx="14" type="body"/>
          </p:nvPr>
        </p:nvSpPr>
        <p:spPr>
          <a:xfrm>
            <a:off x="66567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55" name="Google Shape;555;p74"/>
          <p:cNvSpPr txBox="1"/>
          <p:nvPr>
            <p:ph type="title"/>
          </p:nvPr>
        </p:nvSpPr>
        <p:spPr>
          <a:xfrm>
            <a:off x="585225" y="648200"/>
            <a:ext cx="80466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s with Four Images - Action pg#">
  <p:cSld name="SECTION_HEADER_1_1_2_1_2_1_1_3_1">
    <p:bg>
      <p:bgPr>
        <a:solidFill>
          <a:srgbClr val="FFFFFF"/>
        </a:solidFill>
      </p:bgPr>
    </p:bg>
    <p:spTree>
      <p:nvGrpSpPr>
        <p:cNvPr id="556" name="Shape 556"/>
        <p:cNvGrpSpPr/>
        <p:nvPr/>
      </p:nvGrpSpPr>
      <p:grpSpPr>
        <a:xfrm>
          <a:off x="0" y="0"/>
          <a:ext cx="0" cy="0"/>
          <a:chOff x="0" y="0"/>
          <a:chExt cx="0" cy="0"/>
        </a:xfrm>
      </p:grpSpPr>
      <p:sp>
        <p:nvSpPr>
          <p:cNvPr id="557" name="Google Shape;557;p75"/>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558" name="Google Shape;558;p75"/>
          <p:cNvSpPr txBox="1"/>
          <p:nvPr>
            <p:ph idx="2" type="body"/>
          </p:nvPr>
        </p:nvSpPr>
        <p:spPr>
          <a:xfrm>
            <a:off x="66567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59" name="Google Shape;559;p75"/>
          <p:cNvSpPr txBox="1"/>
          <p:nvPr>
            <p:ph idx="3" type="body"/>
          </p:nvPr>
        </p:nvSpPr>
        <p:spPr>
          <a:xfrm>
            <a:off x="66567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60" name="Google Shape;560;p75"/>
          <p:cNvSpPr txBox="1"/>
          <p:nvPr>
            <p:ph idx="4" type="body"/>
          </p:nvPr>
        </p:nvSpPr>
        <p:spPr>
          <a:xfrm>
            <a:off x="4937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61" name="Google Shape;561;p75"/>
          <p:cNvSpPr txBox="1"/>
          <p:nvPr>
            <p:ph idx="5" type="body"/>
          </p:nvPr>
        </p:nvSpPr>
        <p:spPr>
          <a:xfrm>
            <a:off x="4937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62" name="Google Shape;562;p75"/>
          <p:cNvSpPr/>
          <p:nvPr/>
        </p:nvSpPr>
        <p:spPr>
          <a:xfrm>
            <a:off x="612831"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75"/>
          <p:cNvSpPr/>
          <p:nvPr/>
        </p:nvSpPr>
        <p:spPr>
          <a:xfrm>
            <a:off x="2667184"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75"/>
          <p:cNvSpPr/>
          <p:nvPr/>
        </p:nvSpPr>
        <p:spPr>
          <a:xfrm>
            <a:off x="6794176"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75"/>
          <p:cNvSpPr txBox="1"/>
          <p:nvPr>
            <p:ph idx="6"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66" name="Google Shape;566;p75"/>
          <p:cNvSpPr txBox="1"/>
          <p:nvPr>
            <p:ph idx="7"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67" name="Google Shape;567;p75"/>
          <p:cNvSpPr/>
          <p:nvPr/>
        </p:nvSpPr>
        <p:spPr>
          <a:xfrm>
            <a:off x="4730680" y="1364354"/>
            <a:ext cx="1856100" cy="11541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75"/>
          <p:cNvSpPr txBox="1"/>
          <p:nvPr>
            <p:ph idx="8" type="body"/>
          </p:nvPr>
        </p:nvSpPr>
        <p:spPr>
          <a:xfrm>
            <a:off x="254807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69" name="Google Shape;569;p75"/>
          <p:cNvSpPr txBox="1"/>
          <p:nvPr>
            <p:ph idx="9" type="body"/>
          </p:nvPr>
        </p:nvSpPr>
        <p:spPr>
          <a:xfrm>
            <a:off x="254807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70" name="Google Shape;570;p75"/>
          <p:cNvSpPr txBox="1"/>
          <p:nvPr>
            <p:ph idx="13" type="body"/>
          </p:nvPr>
        </p:nvSpPr>
        <p:spPr>
          <a:xfrm>
            <a:off x="4602429" y="2642616"/>
            <a:ext cx="1975200" cy="393300"/>
          </a:xfrm>
          <a:prstGeom prst="rect">
            <a:avLst/>
          </a:prstGeom>
        </p:spPr>
        <p:txBody>
          <a:bodyPr anchorCtr="0" anchor="t" bIns="91425" lIns="91425" spcFirstLastPara="1" rIns="0" wrap="square" tIns="91425">
            <a:noAutofit/>
          </a:bodyPr>
          <a:lstStyle>
            <a:lvl1pPr indent="-317500" lvl="0" marL="457200">
              <a:lnSpc>
                <a:spcPct val="100000"/>
              </a:lnSpc>
              <a:spcBef>
                <a:spcPts val="0"/>
              </a:spcBef>
              <a:spcAft>
                <a:spcPts val="0"/>
              </a:spcAft>
              <a:buClr>
                <a:srgbClr val="767676"/>
              </a:buClr>
              <a:buSzPts val="1400"/>
              <a:buFont typeface="Roboto"/>
              <a:buChar char="●"/>
              <a:defRPr b="1" sz="1400">
                <a:solidFill>
                  <a:srgbClr val="767676"/>
                </a:solidFill>
                <a:latin typeface="Roboto"/>
                <a:ea typeface="Roboto"/>
                <a:cs typeface="Roboto"/>
                <a:sym typeface="Roboto"/>
              </a:defRPr>
            </a:lvl1pPr>
            <a:lvl2pPr indent="-317500" lvl="1" marL="914400">
              <a:lnSpc>
                <a:spcPct val="100000"/>
              </a:lnSpc>
              <a:spcBef>
                <a:spcPts val="1600"/>
              </a:spcBef>
              <a:spcAft>
                <a:spcPts val="0"/>
              </a:spcAft>
              <a:buClr>
                <a:srgbClr val="767676"/>
              </a:buClr>
              <a:buSzPts val="1400"/>
              <a:buChar char="○"/>
              <a:defRPr b="1">
                <a:solidFill>
                  <a:srgbClr val="767676"/>
                </a:solidFill>
              </a:defRPr>
            </a:lvl2pPr>
            <a:lvl3pPr indent="-317500" lvl="2" marL="1371600">
              <a:lnSpc>
                <a:spcPct val="100000"/>
              </a:lnSpc>
              <a:spcBef>
                <a:spcPts val="1600"/>
              </a:spcBef>
              <a:spcAft>
                <a:spcPts val="0"/>
              </a:spcAft>
              <a:buClr>
                <a:srgbClr val="767676"/>
              </a:buClr>
              <a:buSzPts val="1400"/>
              <a:buChar char="■"/>
              <a:defRPr b="1">
                <a:solidFill>
                  <a:srgbClr val="767676"/>
                </a:solidFill>
              </a:defRPr>
            </a:lvl3pPr>
            <a:lvl4pPr indent="-317500" lvl="3" marL="1828800">
              <a:lnSpc>
                <a:spcPct val="100000"/>
              </a:lnSpc>
              <a:spcBef>
                <a:spcPts val="1600"/>
              </a:spcBef>
              <a:spcAft>
                <a:spcPts val="0"/>
              </a:spcAft>
              <a:buClr>
                <a:srgbClr val="767676"/>
              </a:buClr>
              <a:buSzPts val="1400"/>
              <a:buChar char="●"/>
              <a:defRPr b="1">
                <a:solidFill>
                  <a:srgbClr val="767676"/>
                </a:solidFill>
              </a:defRPr>
            </a:lvl4pPr>
            <a:lvl5pPr indent="-317500" lvl="4" marL="2286000">
              <a:lnSpc>
                <a:spcPct val="100000"/>
              </a:lnSpc>
              <a:spcBef>
                <a:spcPts val="1600"/>
              </a:spcBef>
              <a:spcAft>
                <a:spcPts val="0"/>
              </a:spcAft>
              <a:buClr>
                <a:srgbClr val="767676"/>
              </a:buClr>
              <a:buSzPts val="1400"/>
              <a:buChar char="○"/>
              <a:defRPr b="1">
                <a:solidFill>
                  <a:srgbClr val="767676"/>
                </a:solidFill>
              </a:defRPr>
            </a:lvl5pPr>
            <a:lvl6pPr indent="-317500" lvl="5" marL="2743200">
              <a:lnSpc>
                <a:spcPct val="100000"/>
              </a:lnSpc>
              <a:spcBef>
                <a:spcPts val="1600"/>
              </a:spcBef>
              <a:spcAft>
                <a:spcPts val="0"/>
              </a:spcAft>
              <a:buClr>
                <a:srgbClr val="767676"/>
              </a:buClr>
              <a:buSzPts val="1400"/>
              <a:buChar char="■"/>
              <a:defRPr b="1">
                <a:solidFill>
                  <a:srgbClr val="767676"/>
                </a:solidFill>
              </a:defRPr>
            </a:lvl6pPr>
            <a:lvl7pPr indent="-317500" lvl="6" marL="3200400">
              <a:lnSpc>
                <a:spcPct val="100000"/>
              </a:lnSpc>
              <a:spcBef>
                <a:spcPts val="1600"/>
              </a:spcBef>
              <a:spcAft>
                <a:spcPts val="0"/>
              </a:spcAft>
              <a:buClr>
                <a:srgbClr val="767676"/>
              </a:buClr>
              <a:buSzPts val="1400"/>
              <a:buChar char="●"/>
              <a:defRPr b="1">
                <a:solidFill>
                  <a:srgbClr val="767676"/>
                </a:solidFill>
              </a:defRPr>
            </a:lvl7pPr>
            <a:lvl8pPr indent="-317500" lvl="7" marL="3657600">
              <a:lnSpc>
                <a:spcPct val="100000"/>
              </a:lnSpc>
              <a:spcBef>
                <a:spcPts val="1600"/>
              </a:spcBef>
              <a:spcAft>
                <a:spcPts val="0"/>
              </a:spcAft>
              <a:buClr>
                <a:srgbClr val="767676"/>
              </a:buClr>
              <a:buSzPts val="1400"/>
              <a:buChar char="○"/>
              <a:defRPr b="1">
                <a:solidFill>
                  <a:srgbClr val="767676"/>
                </a:solidFill>
              </a:defRPr>
            </a:lvl8pPr>
            <a:lvl9pPr indent="-317500" lvl="8" marL="4114800">
              <a:lnSpc>
                <a:spcPct val="100000"/>
              </a:lnSpc>
              <a:spcBef>
                <a:spcPts val="1600"/>
              </a:spcBef>
              <a:spcAft>
                <a:spcPts val="1600"/>
              </a:spcAft>
              <a:buClr>
                <a:srgbClr val="767676"/>
              </a:buClr>
              <a:buSzPts val="1400"/>
              <a:buChar char="■"/>
              <a:defRPr b="1">
                <a:solidFill>
                  <a:srgbClr val="767676"/>
                </a:solidFill>
              </a:defRPr>
            </a:lvl9pPr>
          </a:lstStyle>
          <a:p/>
        </p:txBody>
      </p:sp>
      <p:sp>
        <p:nvSpPr>
          <p:cNvPr id="571" name="Google Shape;571;p75"/>
          <p:cNvSpPr txBox="1"/>
          <p:nvPr>
            <p:ph idx="14" type="body"/>
          </p:nvPr>
        </p:nvSpPr>
        <p:spPr>
          <a:xfrm>
            <a:off x="4602425" y="2926126"/>
            <a:ext cx="1975200" cy="1546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a:lnSpc>
                <a:spcPct val="100000"/>
              </a:lnSpc>
              <a:spcBef>
                <a:spcPts val="1600"/>
              </a:spcBef>
              <a:spcAft>
                <a:spcPts val="0"/>
              </a:spcAft>
              <a:buClr>
                <a:srgbClr val="000000"/>
              </a:buClr>
              <a:buSzPts val="1400"/>
              <a:buChar char="○"/>
              <a:defRPr>
                <a:solidFill>
                  <a:srgbClr val="000000"/>
                </a:solidFill>
              </a:defRPr>
            </a:lvl2pPr>
            <a:lvl3pPr indent="-317500" lvl="2" marL="1371600">
              <a:lnSpc>
                <a:spcPct val="100000"/>
              </a:lnSpc>
              <a:spcBef>
                <a:spcPts val="1600"/>
              </a:spcBef>
              <a:spcAft>
                <a:spcPts val="0"/>
              </a:spcAft>
              <a:buClr>
                <a:srgbClr val="000000"/>
              </a:buClr>
              <a:buSzPts val="1400"/>
              <a:buChar char="■"/>
              <a:defRPr>
                <a:solidFill>
                  <a:srgbClr val="000000"/>
                </a:solidFill>
              </a:defRPr>
            </a:lvl3pPr>
            <a:lvl4pPr indent="-317500" lvl="3" marL="1828800">
              <a:lnSpc>
                <a:spcPct val="100000"/>
              </a:lnSpc>
              <a:spcBef>
                <a:spcPts val="1600"/>
              </a:spcBef>
              <a:spcAft>
                <a:spcPts val="0"/>
              </a:spcAft>
              <a:buClr>
                <a:srgbClr val="000000"/>
              </a:buClr>
              <a:buSzPts val="1400"/>
              <a:buChar char="●"/>
              <a:defRPr>
                <a:solidFill>
                  <a:srgbClr val="000000"/>
                </a:solidFill>
              </a:defRPr>
            </a:lvl4pPr>
            <a:lvl5pPr indent="-317500" lvl="4" marL="2286000">
              <a:lnSpc>
                <a:spcPct val="100000"/>
              </a:lnSpc>
              <a:spcBef>
                <a:spcPts val="1600"/>
              </a:spcBef>
              <a:spcAft>
                <a:spcPts val="0"/>
              </a:spcAft>
              <a:buClr>
                <a:srgbClr val="000000"/>
              </a:buClr>
              <a:buSzPts val="1400"/>
              <a:buChar char="○"/>
              <a:defRPr>
                <a:solidFill>
                  <a:srgbClr val="000000"/>
                </a:solidFill>
              </a:defRPr>
            </a:lvl5pPr>
            <a:lvl6pPr indent="-317500" lvl="5" marL="2743200">
              <a:lnSpc>
                <a:spcPct val="100000"/>
              </a:lnSpc>
              <a:spcBef>
                <a:spcPts val="1600"/>
              </a:spcBef>
              <a:spcAft>
                <a:spcPts val="0"/>
              </a:spcAft>
              <a:buClr>
                <a:srgbClr val="000000"/>
              </a:buClr>
              <a:buSzPts val="1400"/>
              <a:buChar char="■"/>
              <a:defRPr>
                <a:solidFill>
                  <a:srgbClr val="000000"/>
                </a:solidFill>
              </a:defRPr>
            </a:lvl6pPr>
            <a:lvl7pPr indent="-317500" lvl="6" marL="3200400">
              <a:lnSpc>
                <a:spcPct val="100000"/>
              </a:lnSpc>
              <a:spcBef>
                <a:spcPts val="1600"/>
              </a:spcBef>
              <a:spcAft>
                <a:spcPts val="0"/>
              </a:spcAft>
              <a:buClr>
                <a:srgbClr val="000000"/>
              </a:buClr>
              <a:buSzPts val="1400"/>
              <a:buChar char="●"/>
              <a:defRPr>
                <a:solidFill>
                  <a:srgbClr val="000000"/>
                </a:solidFill>
              </a:defRPr>
            </a:lvl7pPr>
            <a:lvl8pPr indent="-317500" lvl="7" marL="3657600">
              <a:lnSpc>
                <a:spcPct val="100000"/>
              </a:lnSpc>
              <a:spcBef>
                <a:spcPts val="1600"/>
              </a:spcBef>
              <a:spcAft>
                <a:spcPts val="0"/>
              </a:spcAft>
              <a:buClr>
                <a:srgbClr val="000000"/>
              </a:buClr>
              <a:buSzPts val="1400"/>
              <a:buChar char="○"/>
              <a:defRPr>
                <a:solidFill>
                  <a:srgbClr val="000000"/>
                </a:solidFill>
              </a:defRPr>
            </a:lvl8pPr>
            <a:lvl9pPr indent="-317500" lvl="8" marL="4114800">
              <a:lnSpc>
                <a:spcPct val="100000"/>
              </a:lnSpc>
              <a:spcBef>
                <a:spcPts val="1600"/>
              </a:spcBef>
              <a:spcAft>
                <a:spcPts val="1600"/>
              </a:spcAft>
              <a:buClr>
                <a:srgbClr val="000000"/>
              </a:buClr>
              <a:buSzPts val="1400"/>
              <a:buChar char="■"/>
              <a:defRPr>
                <a:solidFill>
                  <a:srgbClr val="000000"/>
                </a:solidFill>
              </a:defRPr>
            </a:lvl9pPr>
          </a:lstStyle>
          <a:p/>
        </p:txBody>
      </p:sp>
      <p:sp>
        <p:nvSpPr>
          <p:cNvPr id="572" name="Google Shape;572;p75"/>
          <p:cNvSpPr txBox="1"/>
          <p:nvPr>
            <p:ph type="title"/>
          </p:nvPr>
        </p:nvSpPr>
        <p:spPr>
          <a:xfrm>
            <a:off x="1088136" y="648200"/>
            <a:ext cx="75072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333FBF"/>
              </a:buClr>
              <a:buSzPts val="2400"/>
              <a:buFont typeface="Roboto Medium"/>
              <a:buNone/>
              <a:defRPr sz="2400">
                <a:solidFill>
                  <a:srgbClr val="333FBF"/>
                </a:solidFill>
                <a:latin typeface="Roboto Medium"/>
                <a:ea typeface="Roboto Medium"/>
                <a:cs typeface="Roboto Medium"/>
                <a:sym typeface="Roboto Medium"/>
              </a:defRPr>
            </a:lvl1pPr>
            <a:lvl2pPr lvl="1">
              <a:spcBef>
                <a:spcPts val="0"/>
              </a:spcBef>
              <a:spcAft>
                <a:spcPts val="0"/>
              </a:spcAft>
              <a:buClr>
                <a:srgbClr val="333FBF"/>
              </a:buClr>
              <a:buSzPts val="2800"/>
              <a:buNone/>
              <a:defRPr>
                <a:solidFill>
                  <a:srgbClr val="333FBF"/>
                </a:solidFill>
              </a:defRPr>
            </a:lvl2pPr>
            <a:lvl3pPr lvl="2">
              <a:spcBef>
                <a:spcPts val="0"/>
              </a:spcBef>
              <a:spcAft>
                <a:spcPts val="0"/>
              </a:spcAft>
              <a:buClr>
                <a:srgbClr val="333FBF"/>
              </a:buClr>
              <a:buSzPts val="2800"/>
              <a:buNone/>
              <a:defRPr>
                <a:solidFill>
                  <a:srgbClr val="333FBF"/>
                </a:solidFill>
              </a:defRPr>
            </a:lvl3pPr>
            <a:lvl4pPr lvl="3">
              <a:spcBef>
                <a:spcPts val="0"/>
              </a:spcBef>
              <a:spcAft>
                <a:spcPts val="0"/>
              </a:spcAft>
              <a:buClr>
                <a:srgbClr val="333FBF"/>
              </a:buClr>
              <a:buSzPts val="2800"/>
              <a:buNone/>
              <a:defRPr>
                <a:solidFill>
                  <a:srgbClr val="333FBF"/>
                </a:solidFill>
              </a:defRPr>
            </a:lvl4pPr>
            <a:lvl5pPr lvl="4">
              <a:spcBef>
                <a:spcPts val="0"/>
              </a:spcBef>
              <a:spcAft>
                <a:spcPts val="0"/>
              </a:spcAft>
              <a:buClr>
                <a:srgbClr val="333FBF"/>
              </a:buClr>
              <a:buSzPts val="2800"/>
              <a:buNone/>
              <a:defRPr>
                <a:solidFill>
                  <a:srgbClr val="333FBF"/>
                </a:solidFill>
              </a:defRPr>
            </a:lvl5pPr>
            <a:lvl6pPr lvl="5">
              <a:spcBef>
                <a:spcPts val="0"/>
              </a:spcBef>
              <a:spcAft>
                <a:spcPts val="0"/>
              </a:spcAft>
              <a:buClr>
                <a:srgbClr val="333FBF"/>
              </a:buClr>
              <a:buSzPts val="2800"/>
              <a:buNone/>
              <a:defRPr>
                <a:solidFill>
                  <a:srgbClr val="333FBF"/>
                </a:solidFill>
              </a:defRPr>
            </a:lvl6pPr>
            <a:lvl7pPr lvl="6">
              <a:spcBef>
                <a:spcPts val="0"/>
              </a:spcBef>
              <a:spcAft>
                <a:spcPts val="0"/>
              </a:spcAft>
              <a:buClr>
                <a:srgbClr val="333FBF"/>
              </a:buClr>
              <a:buSzPts val="2800"/>
              <a:buNone/>
              <a:defRPr>
                <a:solidFill>
                  <a:srgbClr val="333FBF"/>
                </a:solidFill>
              </a:defRPr>
            </a:lvl7pPr>
            <a:lvl8pPr lvl="7">
              <a:spcBef>
                <a:spcPts val="0"/>
              </a:spcBef>
              <a:spcAft>
                <a:spcPts val="0"/>
              </a:spcAft>
              <a:buClr>
                <a:srgbClr val="333FBF"/>
              </a:buClr>
              <a:buSzPts val="2800"/>
              <a:buNone/>
              <a:defRPr>
                <a:solidFill>
                  <a:srgbClr val="333FBF"/>
                </a:solidFill>
              </a:defRPr>
            </a:lvl8pPr>
            <a:lvl9pPr lvl="8">
              <a:spcBef>
                <a:spcPts val="0"/>
              </a:spcBef>
              <a:spcAft>
                <a:spcPts val="0"/>
              </a:spcAft>
              <a:buClr>
                <a:srgbClr val="333FBF"/>
              </a:buClr>
              <a:buSzPts val="2800"/>
              <a:buNone/>
              <a:defRPr>
                <a:solidFill>
                  <a:srgbClr val="333FBF"/>
                </a:solidFill>
              </a:defRPr>
            </a:lvl9pPr>
          </a:lstStyle>
          <a:p/>
        </p:txBody>
      </p:sp>
    </p:spTree>
  </p:cSld>
  <p:clrMapOvr>
    <a:masterClrMapping/>
  </p:clrMapOvr>
  <p:extLst>
    <p:ext uri="{DCECCB84-F9BA-43D5-87BE-67443E8EF086}">
      <p15:sldGuideLst>
        <p15:guide id="1" pos="510">
          <p15:clr>
            <a:srgbClr val="F9AD4C"/>
          </p15:clr>
        </p15:guide>
        <p15:guide id="2" orient="horz" pos="1109">
          <p15:clr>
            <a:srgbClr val="F9AD4C"/>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Instruction with Single Image or GIF - pg#">
  <p:cSld name="SECTION_HEADER_1_1_2_1_2_1_1_2_1">
    <p:bg>
      <p:bgPr>
        <a:solidFill>
          <a:srgbClr val="FFFFFF"/>
        </a:solidFill>
      </p:bgPr>
    </p:bg>
    <p:spTree>
      <p:nvGrpSpPr>
        <p:cNvPr id="573" name="Shape 573"/>
        <p:cNvGrpSpPr/>
        <p:nvPr/>
      </p:nvGrpSpPr>
      <p:grpSpPr>
        <a:xfrm>
          <a:off x="0" y="0"/>
          <a:ext cx="0" cy="0"/>
          <a:chOff x="0" y="0"/>
          <a:chExt cx="0" cy="0"/>
        </a:xfrm>
      </p:grpSpPr>
      <p:sp>
        <p:nvSpPr>
          <p:cNvPr id="574" name="Google Shape;574;p76"/>
          <p:cNvSpPr txBox="1"/>
          <p:nvPr>
            <p:ph idx="1" type="body"/>
          </p:nvPr>
        </p:nvSpPr>
        <p:spPr>
          <a:xfrm>
            <a:off x="594360" y="1338072"/>
            <a:ext cx="4663500" cy="33009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Roboto"/>
              <a:buChar char="●"/>
              <a:defRPr sz="1400">
                <a:latin typeface="Roboto"/>
                <a:ea typeface="Roboto"/>
                <a:cs typeface="Roboto"/>
                <a:sym typeface="Roboto"/>
              </a:defRPr>
            </a:lvl1pPr>
            <a:lvl2pPr indent="-317500" lvl="1" marL="914400">
              <a:lnSpc>
                <a:spcPct val="100000"/>
              </a:lnSpc>
              <a:spcBef>
                <a:spcPts val="1600"/>
              </a:spcBef>
              <a:spcAft>
                <a:spcPts val="0"/>
              </a:spcAft>
              <a:buSzPts val="1400"/>
              <a:buChar char="○"/>
              <a:defRPr/>
            </a:lvl2pPr>
            <a:lvl3pPr indent="-317500" lvl="2" marL="1371600">
              <a:lnSpc>
                <a:spcPct val="100000"/>
              </a:lnSpc>
              <a:spcBef>
                <a:spcPts val="1600"/>
              </a:spcBef>
              <a:spcAft>
                <a:spcPts val="0"/>
              </a:spcAft>
              <a:buSzPts val="1400"/>
              <a:buChar char="■"/>
              <a:defRPr/>
            </a:lvl3pPr>
            <a:lvl4pPr indent="-317500" lvl="3" marL="1828800">
              <a:lnSpc>
                <a:spcPct val="100000"/>
              </a:lnSpc>
              <a:spcBef>
                <a:spcPts val="1600"/>
              </a:spcBef>
              <a:spcAft>
                <a:spcPts val="0"/>
              </a:spcAft>
              <a:buSzPts val="1400"/>
              <a:buChar char="●"/>
              <a:defRPr/>
            </a:lvl4pPr>
            <a:lvl5pPr indent="-317500" lvl="4" marL="2286000">
              <a:lnSpc>
                <a:spcPct val="100000"/>
              </a:lnSpc>
              <a:spcBef>
                <a:spcPts val="1600"/>
              </a:spcBef>
              <a:spcAft>
                <a:spcPts val="0"/>
              </a:spcAft>
              <a:buSzPts val="1400"/>
              <a:buChar char="○"/>
              <a:defRPr/>
            </a:lvl5pPr>
            <a:lvl6pPr indent="-317500" lvl="5" marL="2743200">
              <a:lnSpc>
                <a:spcPct val="100000"/>
              </a:lnSpc>
              <a:spcBef>
                <a:spcPts val="1600"/>
              </a:spcBef>
              <a:spcAft>
                <a:spcPts val="0"/>
              </a:spcAft>
              <a:buSzPts val="1400"/>
              <a:buChar char="■"/>
              <a:defRPr/>
            </a:lvl6pPr>
            <a:lvl7pPr indent="-317500" lvl="6" marL="3200400">
              <a:lnSpc>
                <a:spcPct val="100000"/>
              </a:lnSpc>
              <a:spcBef>
                <a:spcPts val="1600"/>
              </a:spcBef>
              <a:spcAft>
                <a:spcPts val="0"/>
              </a:spcAft>
              <a:buSzPts val="1400"/>
              <a:buChar char="●"/>
              <a:defRPr/>
            </a:lvl7pPr>
            <a:lvl8pPr indent="-317500" lvl="7" marL="3657600">
              <a:lnSpc>
                <a:spcPct val="100000"/>
              </a:lnSpc>
              <a:spcBef>
                <a:spcPts val="1600"/>
              </a:spcBef>
              <a:spcAft>
                <a:spcPts val="0"/>
              </a:spcAft>
              <a:buSzPts val="1400"/>
              <a:buChar char="○"/>
              <a:defRPr/>
            </a:lvl8pPr>
            <a:lvl9pPr indent="-317500" lvl="8" marL="4114800">
              <a:lnSpc>
                <a:spcPct val="100000"/>
              </a:lnSpc>
              <a:spcBef>
                <a:spcPts val="1600"/>
              </a:spcBef>
              <a:spcAft>
                <a:spcPts val="1600"/>
              </a:spcAft>
              <a:buSzPts val="1400"/>
              <a:buChar char="■"/>
              <a:defRPr/>
            </a:lvl9pPr>
          </a:lstStyle>
          <a:p/>
        </p:txBody>
      </p:sp>
      <p:sp>
        <p:nvSpPr>
          <p:cNvPr id="575" name="Google Shape;575;p76"/>
          <p:cNvSpPr txBox="1"/>
          <p:nvPr>
            <p:ph type="title"/>
          </p:nvPr>
        </p:nvSpPr>
        <p:spPr>
          <a:xfrm>
            <a:off x="1088136" y="648200"/>
            <a:ext cx="7503600" cy="4926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76" name="Google Shape;576;p76"/>
          <p:cNvSpPr/>
          <p:nvPr/>
        </p:nvSpPr>
        <p:spPr>
          <a:xfrm>
            <a:off x="6063175" y="1203813"/>
            <a:ext cx="2834100" cy="3508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76"/>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78" name="Google Shape;578;p76"/>
          <p:cNvSpPr txBox="1"/>
          <p:nvPr>
            <p:ph idx="3"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79" name="Google Shape;579;p76"/>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008">
          <p15:clr>
            <a:srgbClr val="F9AD4C"/>
          </p15:clr>
        </p15:guide>
      </p15:sldGuideLst>
    </p:ext>
  </p:extLst>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Review with Image or GIF - pg#">
  <p:cSld name="SECTION_HEADER_1_1_2_1_2_1_1_2_1_1_1">
    <p:bg>
      <p:bgPr>
        <a:solidFill>
          <a:srgbClr val="FFFFFF"/>
        </a:solidFill>
      </p:bgPr>
    </p:bg>
    <p:spTree>
      <p:nvGrpSpPr>
        <p:cNvPr id="580" name="Shape 580"/>
        <p:cNvGrpSpPr/>
        <p:nvPr/>
      </p:nvGrpSpPr>
      <p:grpSpPr>
        <a:xfrm>
          <a:off x="0" y="0"/>
          <a:ext cx="0" cy="0"/>
          <a:chOff x="0" y="0"/>
          <a:chExt cx="0" cy="0"/>
        </a:xfrm>
      </p:grpSpPr>
      <p:sp>
        <p:nvSpPr>
          <p:cNvPr id="581" name="Google Shape;581;p77"/>
          <p:cNvSpPr txBox="1"/>
          <p:nvPr>
            <p:ph idx="1" type="body"/>
          </p:nvPr>
        </p:nvSpPr>
        <p:spPr>
          <a:xfrm>
            <a:off x="594360" y="1338072"/>
            <a:ext cx="4663500" cy="33009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Roboto"/>
              <a:buChar char="●"/>
              <a:defRPr sz="1400">
                <a:latin typeface="Roboto"/>
                <a:ea typeface="Roboto"/>
                <a:cs typeface="Roboto"/>
                <a:sym typeface="Roboto"/>
              </a:defRPr>
            </a:lvl1pPr>
            <a:lvl2pPr indent="-317500" lvl="1" marL="914400">
              <a:lnSpc>
                <a:spcPct val="100000"/>
              </a:lnSpc>
              <a:spcBef>
                <a:spcPts val="1600"/>
              </a:spcBef>
              <a:spcAft>
                <a:spcPts val="0"/>
              </a:spcAft>
              <a:buSzPts val="1400"/>
              <a:buChar char="○"/>
              <a:defRPr/>
            </a:lvl2pPr>
            <a:lvl3pPr indent="-317500" lvl="2" marL="1371600">
              <a:lnSpc>
                <a:spcPct val="100000"/>
              </a:lnSpc>
              <a:spcBef>
                <a:spcPts val="1600"/>
              </a:spcBef>
              <a:spcAft>
                <a:spcPts val="0"/>
              </a:spcAft>
              <a:buSzPts val="1400"/>
              <a:buChar char="■"/>
              <a:defRPr/>
            </a:lvl3pPr>
            <a:lvl4pPr indent="-317500" lvl="3" marL="1828800">
              <a:lnSpc>
                <a:spcPct val="100000"/>
              </a:lnSpc>
              <a:spcBef>
                <a:spcPts val="1600"/>
              </a:spcBef>
              <a:spcAft>
                <a:spcPts val="0"/>
              </a:spcAft>
              <a:buSzPts val="1400"/>
              <a:buChar char="●"/>
              <a:defRPr/>
            </a:lvl4pPr>
            <a:lvl5pPr indent="-317500" lvl="4" marL="2286000">
              <a:lnSpc>
                <a:spcPct val="100000"/>
              </a:lnSpc>
              <a:spcBef>
                <a:spcPts val="1600"/>
              </a:spcBef>
              <a:spcAft>
                <a:spcPts val="0"/>
              </a:spcAft>
              <a:buSzPts val="1400"/>
              <a:buChar char="○"/>
              <a:defRPr/>
            </a:lvl5pPr>
            <a:lvl6pPr indent="-317500" lvl="5" marL="2743200">
              <a:lnSpc>
                <a:spcPct val="100000"/>
              </a:lnSpc>
              <a:spcBef>
                <a:spcPts val="1600"/>
              </a:spcBef>
              <a:spcAft>
                <a:spcPts val="0"/>
              </a:spcAft>
              <a:buSzPts val="1400"/>
              <a:buChar char="■"/>
              <a:defRPr/>
            </a:lvl6pPr>
            <a:lvl7pPr indent="-317500" lvl="6" marL="3200400">
              <a:lnSpc>
                <a:spcPct val="100000"/>
              </a:lnSpc>
              <a:spcBef>
                <a:spcPts val="1600"/>
              </a:spcBef>
              <a:spcAft>
                <a:spcPts val="0"/>
              </a:spcAft>
              <a:buSzPts val="1400"/>
              <a:buChar char="●"/>
              <a:defRPr/>
            </a:lvl7pPr>
            <a:lvl8pPr indent="-317500" lvl="7" marL="3657600">
              <a:lnSpc>
                <a:spcPct val="100000"/>
              </a:lnSpc>
              <a:spcBef>
                <a:spcPts val="1600"/>
              </a:spcBef>
              <a:spcAft>
                <a:spcPts val="0"/>
              </a:spcAft>
              <a:buSzPts val="1400"/>
              <a:buChar char="○"/>
              <a:defRPr/>
            </a:lvl8pPr>
            <a:lvl9pPr indent="-317500" lvl="8" marL="4114800">
              <a:lnSpc>
                <a:spcPct val="100000"/>
              </a:lnSpc>
              <a:spcBef>
                <a:spcPts val="1600"/>
              </a:spcBef>
              <a:spcAft>
                <a:spcPts val="1600"/>
              </a:spcAft>
              <a:buSzPts val="1400"/>
              <a:buChar char="■"/>
              <a:defRPr/>
            </a:lvl9pPr>
          </a:lstStyle>
          <a:p/>
        </p:txBody>
      </p:sp>
      <p:sp>
        <p:nvSpPr>
          <p:cNvPr id="582" name="Google Shape;582;p77"/>
          <p:cNvSpPr txBox="1"/>
          <p:nvPr>
            <p:ph type="title"/>
          </p:nvPr>
        </p:nvSpPr>
        <p:spPr>
          <a:xfrm>
            <a:off x="594347" y="648200"/>
            <a:ext cx="7503600" cy="4926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583" name="Google Shape;583;p77"/>
          <p:cNvSpPr/>
          <p:nvPr/>
        </p:nvSpPr>
        <p:spPr>
          <a:xfrm>
            <a:off x="6063175" y="1203813"/>
            <a:ext cx="2834100" cy="35088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77"/>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85" name="Google Shape;585;p77"/>
          <p:cNvSpPr txBox="1"/>
          <p:nvPr>
            <p:ph idx="3" type="subTitle"/>
          </p:nvPr>
        </p:nvSpPr>
        <p:spPr>
          <a:xfrm>
            <a:off x="236875" y="164600"/>
            <a:ext cx="43257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86" name="Google Shape;586;p77"/>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008">
          <p15:clr>
            <a:srgbClr val="F9AD4C"/>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with Numbering - pg#">
  <p:cSld name="SECTION_HEADER_1_1_2_1_2_1_1_1_3">
    <p:bg>
      <p:bgPr>
        <a:solidFill>
          <a:srgbClr val="FFFFFF"/>
        </a:solidFill>
      </p:bgPr>
    </p:bg>
    <p:spTree>
      <p:nvGrpSpPr>
        <p:cNvPr id="587" name="Shape 587"/>
        <p:cNvGrpSpPr/>
        <p:nvPr/>
      </p:nvGrpSpPr>
      <p:grpSpPr>
        <a:xfrm>
          <a:off x="0" y="0"/>
          <a:ext cx="0" cy="0"/>
          <a:chOff x="0" y="0"/>
          <a:chExt cx="0" cy="0"/>
        </a:xfrm>
      </p:grpSpPr>
      <p:sp>
        <p:nvSpPr>
          <p:cNvPr id="588" name="Google Shape;588;p78"/>
          <p:cNvSpPr txBox="1"/>
          <p:nvPr>
            <p:ph idx="1" type="body"/>
          </p:nvPr>
        </p:nvSpPr>
        <p:spPr>
          <a:xfrm>
            <a:off x="1069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589" name="Google Shape;589;p78"/>
          <p:cNvSpPr txBox="1"/>
          <p:nvPr>
            <p:ph type="title"/>
          </p:nvPr>
        </p:nvSpPr>
        <p:spPr>
          <a:xfrm>
            <a:off x="1088136"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0" name="Google Shape;590;p78"/>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91" name="Google Shape;591;p78"/>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92" name="Google Shape;592;p78"/>
          <p:cNvSpPr txBox="1"/>
          <p:nvPr>
            <p:ph idx="4" type="body"/>
          </p:nvPr>
        </p:nvSpPr>
        <p:spPr>
          <a:xfrm>
            <a:off x="804672" y="1328928"/>
            <a:ext cx="301800" cy="3127200"/>
          </a:xfrm>
          <a:prstGeom prst="rect">
            <a:avLst/>
          </a:prstGeom>
        </p:spPr>
        <p:txBody>
          <a:bodyPr anchorCtr="0" anchor="t" bIns="91425" lIns="0" spcFirstLastPara="1" rIns="0" wrap="square" tIns="91425">
            <a:noAutofit/>
          </a:bodyPr>
          <a:lstStyle>
            <a:lvl1pPr indent="-330200" lvl="0" marL="457200" algn="r">
              <a:lnSpc>
                <a:spcPct val="100000"/>
              </a:lnSpc>
              <a:spcBef>
                <a:spcPts val="0"/>
              </a:spcBef>
              <a:spcAft>
                <a:spcPts val="0"/>
              </a:spcAft>
              <a:buClr>
                <a:srgbClr val="767676"/>
              </a:buClr>
              <a:buSzPts val="1600"/>
              <a:buFont typeface="Roboto"/>
              <a:buChar char="●"/>
              <a:defRPr b="1" sz="1600">
                <a:solidFill>
                  <a:srgbClr val="767676"/>
                </a:solidFill>
                <a:latin typeface="Roboto"/>
                <a:ea typeface="Roboto"/>
                <a:cs typeface="Roboto"/>
                <a:sym typeface="Roboto"/>
              </a:defRPr>
            </a:lvl1pPr>
            <a:lvl2pPr indent="-330200" lvl="1" marL="914400" algn="r">
              <a:lnSpc>
                <a:spcPct val="100000"/>
              </a:lnSpc>
              <a:spcBef>
                <a:spcPts val="1600"/>
              </a:spcBef>
              <a:spcAft>
                <a:spcPts val="0"/>
              </a:spcAft>
              <a:buClr>
                <a:srgbClr val="767676"/>
              </a:buClr>
              <a:buSzPts val="1600"/>
              <a:buChar char="○"/>
              <a:defRPr b="1" sz="1600">
                <a:solidFill>
                  <a:srgbClr val="767676"/>
                </a:solidFill>
              </a:defRPr>
            </a:lvl2pPr>
            <a:lvl3pPr indent="-330200" lvl="2" marL="1371600" algn="r">
              <a:lnSpc>
                <a:spcPct val="100000"/>
              </a:lnSpc>
              <a:spcBef>
                <a:spcPts val="1600"/>
              </a:spcBef>
              <a:spcAft>
                <a:spcPts val="0"/>
              </a:spcAft>
              <a:buClr>
                <a:srgbClr val="767676"/>
              </a:buClr>
              <a:buSzPts val="1600"/>
              <a:buChar char="■"/>
              <a:defRPr b="1" sz="1600">
                <a:solidFill>
                  <a:srgbClr val="767676"/>
                </a:solidFill>
              </a:defRPr>
            </a:lvl3pPr>
            <a:lvl4pPr indent="-330200" lvl="3" marL="1828800" algn="r">
              <a:lnSpc>
                <a:spcPct val="100000"/>
              </a:lnSpc>
              <a:spcBef>
                <a:spcPts val="1600"/>
              </a:spcBef>
              <a:spcAft>
                <a:spcPts val="0"/>
              </a:spcAft>
              <a:buClr>
                <a:srgbClr val="767676"/>
              </a:buClr>
              <a:buSzPts val="1600"/>
              <a:buChar char="●"/>
              <a:defRPr b="1" sz="1600">
                <a:solidFill>
                  <a:srgbClr val="767676"/>
                </a:solidFill>
              </a:defRPr>
            </a:lvl4pPr>
            <a:lvl5pPr indent="-330200" lvl="4" marL="2286000" algn="r">
              <a:lnSpc>
                <a:spcPct val="100000"/>
              </a:lnSpc>
              <a:spcBef>
                <a:spcPts val="1600"/>
              </a:spcBef>
              <a:spcAft>
                <a:spcPts val="0"/>
              </a:spcAft>
              <a:buClr>
                <a:srgbClr val="767676"/>
              </a:buClr>
              <a:buSzPts val="1600"/>
              <a:buChar char="○"/>
              <a:defRPr b="1" sz="1600">
                <a:solidFill>
                  <a:srgbClr val="767676"/>
                </a:solidFill>
              </a:defRPr>
            </a:lvl5pPr>
            <a:lvl6pPr indent="-330200" lvl="5" marL="2743200" algn="r">
              <a:lnSpc>
                <a:spcPct val="100000"/>
              </a:lnSpc>
              <a:spcBef>
                <a:spcPts val="1600"/>
              </a:spcBef>
              <a:spcAft>
                <a:spcPts val="0"/>
              </a:spcAft>
              <a:buClr>
                <a:srgbClr val="767676"/>
              </a:buClr>
              <a:buSzPts val="1600"/>
              <a:buChar char="■"/>
              <a:defRPr b="1" sz="1600">
                <a:solidFill>
                  <a:srgbClr val="767676"/>
                </a:solidFill>
              </a:defRPr>
            </a:lvl6pPr>
            <a:lvl7pPr indent="-330200" lvl="6" marL="3200400" algn="r">
              <a:lnSpc>
                <a:spcPct val="100000"/>
              </a:lnSpc>
              <a:spcBef>
                <a:spcPts val="1600"/>
              </a:spcBef>
              <a:spcAft>
                <a:spcPts val="0"/>
              </a:spcAft>
              <a:buClr>
                <a:srgbClr val="767676"/>
              </a:buClr>
              <a:buSzPts val="1600"/>
              <a:buChar char="●"/>
              <a:defRPr b="1" sz="1600">
                <a:solidFill>
                  <a:srgbClr val="767676"/>
                </a:solidFill>
              </a:defRPr>
            </a:lvl7pPr>
            <a:lvl8pPr indent="-330200" lvl="7" marL="3657600" algn="r">
              <a:lnSpc>
                <a:spcPct val="100000"/>
              </a:lnSpc>
              <a:spcBef>
                <a:spcPts val="1600"/>
              </a:spcBef>
              <a:spcAft>
                <a:spcPts val="0"/>
              </a:spcAft>
              <a:buClr>
                <a:srgbClr val="767676"/>
              </a:buClr>
              <a:buSzPts val="1600"/>
              <a:buChar char="○"/>
              <a:defRPr b="1" sz="1600">
                <a:solidFill>
                  <a:srgbClr val="767676"/>
                </a:solidFill>
              </a:defRPr>
            </a:lvl8pPr>
            <a:lvl9pPr indent="-330200" lvl="8" marL="4114800" algn="r">
              <a:lnSpc>
                <a:spcPct val="100000"/>
              </a:lnSpc>
              <a:spcBef>
                <a:spcPts val="1600"/>
              </a:spcBef>
              <a:spcAft>
                <a:spcPts val="1600"/>
              </a:spcAft>
              <a:buClr>
                <a:srgbClr val="767676"/>
              </a:buClr>
              <a:buSzPts val="1600"/>
              <a:buChar char="■"/>
              <a:defRPr b="1" sz="1600">
                <a:solidFill>
                  <a:srgbClr val="767676"/>
                </a:solidFill>
              </a:defRPr>
            </a:lvl9pPr>
          </a:lstStyle>
          <a:p/>
        </p:txBody>
      </p:sp>
      <p:sp>
        <p:nvSpPr>
          <p:cNvPr id="593" name="Google Shape;593;p78"/>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 pg#">
  <p:cSld name="SECTION_HEADER_1_1_2_1_2_1_1_1_3_1">
    <p:bg>
      <p:bgPr>
        <a:solidFill>
          <a:srgbClr val="FFFFFF"/>
        </a:solidFill>
      </p:bgPr>
    </p:bg>
    <p:spTree>
      <p:nvGrpSpPr>
        <p:cNvPr id="594" name="Shape 594"/>
        <p:cNvGrpSpPr/>
        <p:nvPr/>
      </p:nvGrpSpPr>
      <p:grpSpPr>
        <a:xfrm>
          <a:off x="0" y="0"/>
          <a:ext cx="0" cy="0"/>
          <a:chOff x="0" y="0"/>
          <a:chExt cx="0" cy="0"/>
        </a:xfrm>
      </p:grpSpPr>
      <p:sp>
        <p:nvSpPr>
          <p:cNvPr id="595" name="Google Shape;595;p79"/>
          <p:cNvSpPr txBox="1"/>
          <p:nvPr>
            <p:ph idx="1" type="body"/>
          </p:nvPr>
        </p:nvSpPr>
        <p:spPr>
          <a:xfrm>
            <a:off x="808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596" name="Google Shape;596;p79"/>
          <p:cNvSpPr txBox="1"/>
          <p:nvPr>
            <p:ph type="title"/>
          </p:nvPr>
        </p:nvSpPr>
        <p:spPr>
          <a:xfrm>
            <a:off x="1088136"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7" name="Google Shape;597;p79"/>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598" name="Google Shape;598;p79"/>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599" name="Google Shape;599;p79"/>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for Intros with Numbering - pg#">
  <p:cSld name="SECTION_HEADER_1_1_2_1_2_1_1_1_3_1_1">
    <p:bg>
      <p:bgPr>
        <a:solidFill>
          <a:srgbClr val="FFFFFF"/>
        </a:solidFill>
      </p:bgPr>
    </p:bg>
    <p:spTree>
      <p:nvGrpSpPr>
        <p:cNvPr id="600" name="Shape 600"/>
        <p:cNvGrpSpPr/>
        <p:nvPr/>
      </p:nvGrpSpPr>
      <p:grpSpPr>
        <a:xfrm>
          <a:off x="0" y="0"/>
          <a:ext cx="0" cy="0"/>
          <a:chOff x="0" y="0"/>
          <a:chExt cx="0" cy="0"/>
        </a:xfrm>
      </p:grpSpPr>
      <p:sp>
        <p:nvSpPr>
          <p:cNvPr id="601" name="Google Shape;601;p80"/>
          <p:cNvSpPr txBox="1"/>
          <p:nvPr>
            <p:ph idx="1" type="body"/>
          </p:nvPr>
        </p:nvSpPr>
        <p:spPr>
          <a:xfrm>
            <a:off x="804672" y="1328928"/>
            <a:ext cx="301800" cy="3127200"/>
          </a:xfrm>
          <a:prstGeom prst="rect">
            <a:avLst/>
          </a:prstGeom>
        </p:spPr>
        <p:txBody>
          <a:bodyPr anchorCtr="0" anchor="t" bIns="91425" lIns="0" spcFirstLastPara="1" rIns="0" wrap="square" tIns="91425">
            <a:noAutofit/>
          </a:bodyPr>
          <a:lstStyle>
            <a:lvl1pPr indent="-330200" lvl="0" marL="457200" algn="r">
              <a:lnSpc>
                <a:spcPct val="100000"/>
              </a:lnSpc>
              <a:spcBef>
                <a:spcPts val="0"/>
              </a:spcBef>
              <a:spcAft>
                <a:spcPts val="0"/>
              </a:spcAft>
              <a:buClr>
                <a:srgbClr val="767676"/>
              </a:buClr>
              <a:buSzPts val="1600"/>
              <a:buFont typeface="Roboto"/>
              <a:buChar char="●"/>
              <a:defRPr b="1" sz="1600">
                <a:solidFill>
                  <a:srgbClr val="767676"/>
                </a:solidFill>
                <a:latin typeface="Roboto"/>
                <a:ea typeface="Roboto"/>
                <a:cs typeface="Roboto"/>
                <a:sym typeface="Roboto"/>
              </a:defRPr>
            </a:lvl1pPr>
            <a:lvl2pPr indent="-330200" lvl="1" marL="914400" algn="r">
              <a:lnSpc>
                <a:spcPct val="100000"/>
              </a:lnSpc>
              <a:spcBef>
                <a:spcPts val="1600"/>
              </a:spcBef>
              <a:spcAft>
                <a:spcPts val="0"/>
              </a:spcAft>
              <a:buClr>
                <a:srgbClr val="767676"/>
              </a:buClr>
              <a:buSzPts val="1600"/>
              <a:buChar char="○"/>
              <a:defRPr b="1" sz="1600">
                <a:solidFill>
                  <a:srgbClr val="767676"/>
                </a:solidFill>
              </a:defRPr>
            </a:lvl2pPr>
            <a:lvl3pPr indent="-330200" lvl="2" marL="1371600" algn="r">
              <a:lnSpc>
                <a:spcPct val="100000"/>
              </a:lnSpc>
              <a:spcBef>
                <a:spcPts val="1600"/>
              </a:spcBef>
              <a:spcAft>
                <a:spcPts val="0"/>
              </a:spcAft>
              <a:buClr>
                <a:srgbClr val="767676"/>
              </a:buClr>
              <a:buSzPts val="1600"/>
              <a:buChar char="■"/>
              <a:defRPr b="1" sz="1600">
                <a:solidFill>
                  <a:srgbClr val="767676"/>
                </a:solidFill>
              </a:defRPr>
            </a:lvl3pPr>
            <a:lvl4pPr indent="-330200" lvl="3" marL="1828800" algn="r">
              <a:lnSpc>
                <a:spcPct val="100000"/>
              </a:lnSpc>
              <a:spcBef>
                <a:spcPts val="1600"/>
              </a:spcBef>
              <a:spcAft>
                <a:spcPts val="0"/>
              </a:spcAft>
              <a:buClr>
                <a:srgbClr val="767676"/>
              </a:buClr>
              <a:buSzPts val="1600"/>
              <a:buChar char="●"/>
              <a:defRPr b="1" sz="1600">
                <a:solidFill>
                  <a:srgbClr val="767676"/>
                </a:solidFill>
              </a:defRPr>
            </a:lvl4pPr>
            <a:lvl5pPr indent="-330200" lvl="4" marL="2286000" algn="r">
              <a:lnSpc>
                <a:spcPct val="100000"/>
              </a:lnSpc>
              <a:spcBef>
                <a:spcPts val="1600"/>
              </a:spcBef>
              <a:spcAft>
                <a:spcPts val="0"/>
              </a:spcAft>
              <a:buClr>
                <a:srgbClr val="767676"/>
              </a:buClr>
              <a:buSzPts val="1600"/>
              <a:buChar char="○"/>
              <a:defRPr b="1" sz="1600">
                <a:solidFill>
                  <a:srgbClr val="767676"/>
                </a:solidFill>
              </a:defRPr>
            </a:lvl5pPr>
            <a:lvl6pPr indent="-330200" lvl="5" marL="2743200" algn="r">
              <a:lnSpc>
                <a:spcPct val="100000"/>
              </a:lnSpc>
              <a:spcBef>
                <a:spcPts val="1600"/>
              </a:spcBef>
              <a:spcAft>
                <a:spcPts val="0"/>
              </a:spcAft>
              <a:buClr>
                <a:srgbClr val="767676"/>
              </a:buClr>
              <a:buSzPts val="1600"/>
              <a:buChar char="■"/>
              <a:defRPr b="1" sz="1600">
                <a:solidFill>
                  <a:srgbClr val="767676"/>
                </a:solidFill>
              </a:defRPr>
            </a:lvl6pPr>
            <a:lvl7pPr indent="-330200" lvl="6" marL="3200400" algn="r">
              <a:lnSpc>
                <a:spcPct val="100000"/>
              </a:lnSpc>
              <a:spcBef>
                <a:spcPts val="1600"/>
              </a:spcBef>
              <a:spcAft>
                <a:spcPts val="0"/>
              </a:spcAft>
              <a:buClr>
                <a:srgbClr val="767676"/>
              </a:buClr>
              <a:buSzPts val="1600"/>
              <a:buChar char="●"/>
              <a:defRPr b="1" sz="1600">
                <a:solidFill>
                  <a:srgbClr val="767676"/>
                </a:solidFill>
              </a:defRPr>
            </a:lvl7pPr>
            <a:lvl8pPr indent="-330200" lvl="7" marL="3657600" algn="r">
              <a:lnSpc>
                <a:spcPct val="100000"/>
              </a:lnSpc>
              <a:spcBef>
                <a:spcPts val="1600"/>
              </a:spcBef>
              <a:spcAft>
                <a:spcPts val="0"/>
              </a:spcAft>
              <a:buClr>
                <a:srgbClr val="767676"/>
              </a:buClr>
              <a:buSzPts val="1600"/>
              <a:buChar char="○"/>
              <a:defRPr b="1" sz="1600">
                <a:solidFill>
                  <a:srgbClr val="767676"/>
                </a:solidFill>
              </a:defRPr>
            </a:lvl8pPr>
            <a:lvl9pPr indent="-330200" lvl="8" marL="4114800" algn="r">
              <a:lnSpc>
                <a:spcPct val="100000"/>
              </a:lnSpc>
              <a:spcBef>
                <a:spcPts val="1600"/>
              </a:spcBef>
              <a:spcAft>
                <a:spcPts val="1600"/>
              </a:spcAft>
              <a:buClr>
                <a:srgbClr val="767676"/>
              </a:buClr>
              <a:buSzPts val="1600"/>
              <a:buChar char="■"/>
              <a:defRPr b="1" sz="1600">
                <a:solidFill>
                  <a:srgbClr val="767676"/>
                </a:solidFill>
              </a:defRPr>
            </a:lvl9pPr>
          </a:lstStyle>
          <a:p/>
        </p:txBody>
      </p:sp>
      <p:sp>
        <p:nvSpPr>
          <p:cNvPr id="602" name="Google Shape;602;p80"/>
          <p:cNvSpPr txBox="1"/>
          <p:nvPr>
            <p:ph idx="2" type="body"/>
          </p:nvPr>
        </p:nvSpPr>
        <p:spPr>
          <a:xfrm>
            <a:off x="1069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603" name="Google Shape;603;p80"/>
          <p:cNvSpPr txBox="1"/>
          <p:nvPr>
            <p:ph type="title"/>
          </p:nvPr>
        </p:nvSpPr>
        <p:spPr>
          <a:xfrm>
            <a:off x="804672"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604" name="Google Shape;604;p80"/>
          <p:cNvSpPr txBox="1"/>
          <p:nvPr>
            <p:ph idx="3"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05" name="Google Shape;605;p80"/>
          <p:cNvSpPr txBox="1"/>
          <p:nvPr>
            <p:ph idx="4"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06" name="Google Shape;606;p80"/>
          <p:cNvSpPr txBox="1"/>
          <p:nvPr>
            <p:ph idx="5"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idelines for Intros - pg#">
  <p:cSld name="SECTION_HEADER_1_1_2_1_2_1_1_1_3_1_1_1">
    <p:bg>
      <p:bgPr>
        <a:solidFill>
          <a:srgbClr val="FFFFFF"/>
        </a:solidFill>
      </p:bgPr>
    </p:bg>
    <p:spTree>
      <p:nvGrpSpPr>
        <p:cNvPr id="607" name="Shape 607"/>
        <p:cNvGrpSpPr/>
        <p:nvPr/>
      </p:nvGrpSpPr>
      <p:grpSpPr>
        <a:xfrm>
          <a:off x="0" y="0"/>
          <a:ext cx="0" cy="0"/>
          <a:chOff x="0" y="0"/>
          <a:chExt cx="0" cy="0"/>
        </a:xfrm>
      </p:grpSpPr>
      <p:sp>
        <p:nvSpPr>
          <p:cNvPr id="608" name="Google Shape;608;p81"/>
          <p:cNvSpPr txBox="1"/>
          <p:nvPr>
            <p:ph idx="1" type="body"/>
          </p:nvPr>
        </p:nvSpPr>
        <p:spPr>
          <a:xfrm>
            <a:off x="808848" y="1328928"/>
            <a:ext cx="6894600" cy="31272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Roboto"/>
              <a:buChar char="●"/>
              <a:defRPr sz="1600">
                <a:latin typeface="Roboto"/>
                <a:ea typeface="Roboto"/>
                <a:cs typeface="Roboto"/>
                <a:sym typeface="Roboto"/>
              </a:defRPr>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609" name="Google Shape;609;p81"/>
          <p:cNvSpPr txBox="1"/>
          <p:nvPr>
            <p:ph type="title"/>
          </p:nvPr>
        </p:nvSpPr>
        <p:spPr>
          <a:xfrm>
            <a:off x="804672" y="649224"/>
            <a:ext cx="7503600" cy="493800"/>
          </a:xfrm>
          <a:prstGeom prst="rect">
            <a:avLst/>
          </a:prstGeom>
        </p:spPr>
        <p:txBody>
          <a:bodyPr anchorCtr="0" anchor="t" bIns="91425" lIns="91425" spcFirstLastPara="1" rIns="91425" wrap="square" tIns="91425">
            <a:noAutofit/>
          </a:bodyPr>
          <a:lstStyle>
            <a:lvl1pPr lvl="0">
              <a:spcBef>
                <a:spcPts val="0"/>
              </a:spcBef>
              <a:spcAft>
                <a:spcPts val="0"/>
              </a:spcAft>
              <a:buClr>
                <a:srgbClr val="000000"/>
              </a:buClr>
              <a:buSzPts val="2400"/>
              <a:buFont typeface="Roboto Medium"/>
              <a:buNone/>
              <a:defRPr sz="2400">
                <a:solidFill>
                  <a:srgbClr val="000000"/>
                </a:solidFill>
                <a:latin typeface="Roboto Medium"/>
                <a:ea typeface="Roboto Medium"/>
                <a:cs typeface="Roboto Medium"/>
                <a:sym typeface="Roboto Medium"/>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610" name="Google Shape;610;p81"/>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11" name="Google Shape;611;p81"/>
          <p:cNvSpPr txBox="1"/>
          <p:nvPr>
            <p:ph idx="3"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12" name="Google Shape;612;p81"/>
          <p:cNvSpPr txBox="1"/>
          <p:nvPr>
            <p:ph idx="4"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lcome">
  <p:cSld name="SECTION_HEADER_1_1_2_1_2_1_1_1_2">
    <p:bg>
      <p:bgPr>
        <a:solidFill>
          <a:srgbClr val="D9D9D9"/>
        </a:solidFill>
      </p:bgPr>
    </p:bg>
    <p:spTree>
      <p:nvGrpSpPr>
        <p:cNvPr id="613" name="Shape 613"/>
        <p:cNvGrpSpPr/>
        <p:nvPr/>
      </p:nvGrpSpPr>
      <p:grpSpPr>
        <a:xfrm>
          <a:off x="0" y="0"/>
          <a:ext cx="0" cy="0"/>
          <a:chOff x="0" y="0"/>
          <a:chExt cx="0" cy="0"/>
        </a:xfrm>
      </p:grpSpPr>
      <p:sp>
        <p:nvSpPr>
          <p:cNvPr id="614" name="Google Shape;614;p82"/>
          <p:cNvSpPr txBox="1"/>
          <p:nvPr>
            <p:ph idx="1" type="body"/>
          </p:nvPr>
        </p:nvSpPr>
        <p:spPr>
          <a:xfrm>
            <a:off x="804672" y="1481328"/>
            <a:ext cx="7333500" cy="29445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
        <p:nvSpPr>
          <p:cNvPr id="615" name="Google Shape;615;p82"/>
          <p:cNvSpPr txBox="1"/>
          <p:nvPr>
            <p:ph type="title"/>
          </p:nvPr>
        </p:nvSpPr>
        <p:spPr>
          <a:xfrm>
            <a:off x="808850" y="822960"/>
            <a:ext cx="7503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Roboto Medium"/>
              <a:buNone/>
              <a:defRPr sz="2400">
                <a:latin typeface="Roboto Medium"/>
                <a:ea typeface="Roboto Medium"/>
                <a:cs typeface="Roboto Medium"/>
                <a:sym typeface="Roboto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Lesson">
  <p:cSld name="SECTION_HEADER_1_1_2_1_2_1_1_1_1">
    <p:bg>
      <p:bgPr>
        <a:solidFill>
          <a:srgbClr val="FFFFFF"/>
        </a:solidFill>
      </p:bgPr>
    </p:bg>
    <p:spTree>
      <p:nvGrpSpPr>
        <p:cNvPr id="616" name="Shape 616"/>
        <p:cNvGrpSpPr/>
        <p:nvPr/>
      </p:nvGrpSpPr>
      <p:grpSpPr>
        <a:xfrm>
          <a:off x="0" y="0"/>
          <a:ext cx="0" cy="0"/>
          <a:chOff x="0" y="0"/>
          <a:chExt cx="0" cy="0"/>
        </a:xfrm>
      </p:grpSpPr>
      <p:sp>
        <p:nvSpPr>
          <p:cNvPr id="617" name="Google Shape;617;p83"/>
          <p:cNvSpPr txBox="1"/>
          <p:nvPr/>
        </p:nvSpPr>
        <p:spPr>
          <a:xfrm>
            <a:off x="804672" y="2133000"/>
            <a:ext cx="56772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4800">
                <a:solidFill>
                  <a:srgbClr val="333FBF"/>
                </a:solidFill>
                <a:latin typeface="Roboto Medium"/>
                <a:ea typeface="Roboto Medium"/>
                <a:cs typeface="Roboto Medium"/>
                <a:sym typeface="Roboto Medium"/>
              </a:rPr>
              <a:t>End of Lesson</a:t>
            </a:r>
            <a:r>
              <a:rPr lang="en" sz="4800">
                <a:solidFill>
                  <a:srgbClr val="333FBF"/>
                </a:solidFill>
              </a:rPr>
              <a:t> </a:t>
            </a:r>
            <a:endParaRPr sz="4800">
              <a:solidFill>
                <a:srgbClr val="333FBF"/>
              </a:solidFill>
            </a:endParaRPr>
          </a:p>
        </p:txBody>
      </p:sp>
      <p:pic>
        <p:nvPicPr>
          <p:cNvPr id="618" name="Google Shape;618;p83"/>
          <p:cNvPicPr preferRelativeResize="0"/>
          <p:nvPr/>
        </p:nvPicPr>
        <p:blipFill rotWithShape="1">
          <a:blip r:embed="rId2">
            <a:alphaModFix/>
          </a:blip>
          <a:srcRect b="0" l="0" r="0" t="0"/>
          <a:stretch/>
        </p:blipFill>
        <p:spPr>
          <a:xfrm>
            <a:off x="1342000" y="4251004"/>
            <a:ext cx="833522" cy="393600"/>
          </a:xfrm>
          <a:prstGeom prst="rect">
            <a:avLst/>
          </a:prstGeom>
          <a:noFill/>
          <a:ln>
            <a:noFill/>
          </a:ln>
        </p:spPr>
      </p:pic>
      <p:sp>
        <p:nvSpPr>
          <p:cNvPr id="619" name="Google Shape;619;p83"/>
          <p:cNvSpPr/>
          <p:nvPr/>
        </p:nvSpPr>
        <p:spPr>
          <a:xfrm>
            <a:off x="92875" y="113525"/>
            <a:ext cx="2239500" cy="443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0" name="Google Shape;620;p83"/>
          <p:cNvPicPr preferRelativeResize="0"/>
          <p:nvPr/>
        </p:nvPicPr>
        <p:blipFill rotWithShape="1">
          <a:blip r:embed="rId3">
            <a:alphaModFix/>
          </a:blip>
          <a:srcRect b="0" l="90" r="80" t="0"/>
          <a:stretch/>
        </p:blipFill>
        <p:spPr>
          <a:xfrm>
            <a:off x="228600" y="4103055"/>
            <a:ext cx="832104" cy="644449"/>
          </a:xfrm>
          <a:prstGeom prst="rect">
            <a:avLst/>
          </a:prstGeom>
          <a:noFill/>
          <a:ln>
            <a:noFill/>
          </a:ln>
        </p:spPr>
      </p:pic>
      <p:sp>
        <p:nvSpPr>
          <p:cNvPr id="621" name="Google Shape;621;p83"/>
          <p:cNvSpPr txBox="1"/>
          <p:nvPr/>
        </p:nvSpPr>
        <p:spPr>
          <a:xfrm>
            <a:off x="1399196" y="4530646"/>
            <a:ext cx="4012200" cy="301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Clr>
                <a:srgbClr val="000000"/>
              </a:buClr>
              <a:buSzPts val="1100"/>
              <a:buFont typeface="Arial"/>
              <a:buNone/>
            </a:pPr>
            <a:r>
              <a:rPr lang="en" sz="600">
                <a:solidFill>
                  <a:srgbClr val="2F2F2F"/>
                </a:solidFill>
                <a:latin typeface="Roboto"/>
                <a:ea typeface="Roboto"/>
                <a:cs typeface="Roboto"/>
                <a:sym typeface="Roboto"/>
              </a:rPr>
              <a:t>Published and Distributed by Amplify. www.amplify.com</a:t>
            </a:r>
            <a:endParaRPr i="1" sz="600">
              <a:solidFill>
                <a:srgbClr val="2F2F2F"/>
              </a:solidFill>
              <a:latin typeface="Roboto"/>
              <a:ea typeface="Roboto"/>
              <a:cs typeface="Roboto"/>
              <a:sym typeface="Roboto"/>
            </a:endParaRPr>
          </a:p>
        </p:txBody>
      </p:sp>
      <p:sp>
        <p:nvSpPr>
          <p:cNvPr id="622" name="Google Shape;622;p83"/>
          <p:cNvSpPr txBox="1"/>
          <p:nvPr>
            <p:ph idx="1"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guide id="3" pos="151">
          <p15:clr>
            <a:srgbClr val="FA7B17"/>
          </p15:clr>
        </p15:guide>
        <p15:guide id="4" orient="horz" pos="3100">
          <p15:clr>
            <a:srgbClr val="FA7B17"/>
          </p15:clr>
        </p15:guide>
        <p15:guide id="5" orient="horz" pos="2991">
          <p15:clr>
            <a:srgbClr val="FA7B17"/>
          </p15:clr>
        </p15:guide>
      </p15:sldGuideLst>
    </p:ext>
  </p:extLst>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p:cSld name="SECTION_HEADER_1_1_1">
    <p:bg>
      <p:bgPr>
        <a:solidFill>
          <a:srgbClr val="000000"/>
        </a:solidFill>
      </p:bgPr>
    </p:bg>
    <p:spTree>
      <p:nvGrpSpPr>
        <p:cNvPr id="623" name="Shape 623"/>
        <p:cNvGrpSpPr/>
        <p:nvPr/>
      </p:nvGrpSpPr>
      <p:grpSpPr>
        <a:xfrm>
          <a:off x="0" y="0"/>
          <a:ext cx="0" cy="0"/>
          <a:chOff x="0" y="0"/>
          <a:chExt cx="0" cy="0"/>
        </a:xfrm>
      </p:grpSpPr>
      <p:sp>
        <p:nvSpPr>
          <p:cNvPr id="624" name="Google Shape;624;p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625" name="Google Shape;625;p84"/>
          <p:cNvSpPr txBox="1"/>
          <p:nvPr>
            <p:ph type="title"/>
          </p:nvPr>
        </p:nvSpPr>
        <p:spPr>
          <a:xfrm>
            <a:off x="808850" y="3170750"/>
            <a:ext cx="7439700" cy="553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26" name="Google Shape;626;p84"/>
          <p:cNvSpPr txBox="1"/>
          <p:nvPr>
            <p:ph idx="2" type="title"/>
          </p:nvPr>
        </p:nvSpPr>
        <p:spPr>
          <a:xfrm>
            <a:off x="808850" y="3683675"/>
            <a:ext cx="7439700" cy="8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guide id="2" orient="horz" pos="2683">
          <p15:clr>
            <a:srgbClr val="FA7B17"/>
          </p15:clr>
        </p15:guide>
      </p15:sldGuideLst>
    </p:ext>
  </p:extLs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two lines)">
  <p:cSld name="SECTION_HEADER_1_1_1_1">
    <p:bg>
      <p:bgPr>
        <a:solidFill>
          <a:srgbClr val="000000"/>
        </a:solidFill>
      </p:bgPr>
    </p:bg>
    <p:spTree>
      <p:nvGrpSpPr>
        <p:cNvPr id="627" name="Shape 627"/>
        <p:cNvGrpSpPr/>
        <p:nvPr/>
      </p:nvGrpSpPr>
      <p:grpSpPr>
        <a:xfrm>
          <a:off x="0" y="0"/>
          <a:ext cx="0" cy="0"/>
          <a:chOff x="0" y="0"/>
          <a:chExt cx="0" cy="0"/>
        </a:xfrm>
      </p:grpSpPr>
      <p:sp>
        <p:nvSpPr>
          <p:cNvPr id="628" name="Google Shape;628;p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629" name="Google Shape;629;p85"/>
          <p:cNvSpPr txBox="1"/>
          <p:nvPr>
            <p:ph type="title"/>
          </p:nvPr>
        </p:nvSpPr>
        <p:spPr>
          <a:xfrm>
            <a:off x="808850" y="2596896"/>
            <a:ext cx="7439700" cy="553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30" name="Google Shape;630;p85"/>
          <p:cNvSpPr txBox="1"/>
          <p:nvPr>
            <p:ph idx="2" type="title"/>
          </p:nvPr>
        </p:nvSpPr>
        <p:spPr>
          <a:xfrm>
            <a:off x="808850" y="3109821"/>
            <a:ext cx="7439700" cy="8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le (three lines) ">
  <p:cSld name="SECTION_HEADER_1_1_1_1_1">
    <p:bg>
      <p:bgPr>
        <a:solidFill>
          <a:srgbClr val="000000"/>
        </a:solidFill>
      </p:bgPr>
    </p:bg>
    <p:spTree>
      <p:nvGrpSpPr>
        <p:cNvPr id="631" name="Shape 631"/>
        <p:cNvGrpSpPr/>
        <p:nvPr/>
      </p:nvGrpSpPr>
      <p:grpSpPr>
        <a:xfrm>
          <a:off x="0" y="0"/>
          <a:ext cx="0" cy="0"/>
          <a:chOff x="0" y="0"/>
          <a:chExt cx="0" cy="0"/>
        </a:xfrm>
      </p:grpSpPr>
      <p:sp>
        <p:nvSpPr>
          <p:cNvPr id="632" name="Google Shape;632;p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633" name="Google Shape;633;p86"/>
          <p:cNvSpPr txBox="1"/>
          <p:nvPr>
            <p:ph type="title"/>
          </p:nvPr>
        </p:nvSpPr>
        <p:spPr>
          <a:xfrm>
            <a:off x="808850" y="2020824"/>
            <a:ext cx="7439700" cy="553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2400"/>
              <a:buFont typeface="Roboto"/>
              <a:buNone/>
              <a:defRPr b="1" sz="2400">
                <a:solidFill>
                  <a:srgbClr val="FFFFFF"/>
                </a:solidFill>
                <a:latin typeface="Roboto"/>
                <a:ea typeface="Roboto"/>
                <a:cs typeface="Roboto"/>
                <a:sym typeface="Roboto"/>
              </a:defRPr>
            </a:lvl1pPr>
            <a:lvl2pPr lvl="1">
              <a:lnSpc>
                <a:spcPct val="100000"/>
              </a:lnSpc>
              <a:spcBef>
                <a:spcPts val="1000"/>
              </a:spcBef>
              <a:spcAft>
                <a:spcPts val="0"/>
              </a:spcAft>
              <a:buSzPts val="4800"/>
              <a:buNone/>
              <a:defRPr sz="4800"/>
            </a:lvl2pPr>
            <a:lvl3pPr lvl="2">
              <a:lnSpc>
                <a:spcPct val="100000"/>
              </a:lnSpc>
              <a:spcBef>
                <a:spcPts val="0"/>
              </a:spcBef>
              <a:spcAft>
                <a:spcPts val="0"/>
              </a:spcAft>
              <a:buSzPts val="4800"/>
              <a:buNone/>
              <a:defRPr sz="4800"/>
            </a:lvl3pPr>
            <a:lvl4pPr lvl="3">
              <a:lnSpc>
                <a:spcPct val="100000"/>
              </a:lnSpc>
              <a:spcBef>
                <a:spcPts val="0"/>
              </a:spcBef>
              <a:spcAft>
                <a:spcPts val="0"/>
              </a:spcAft>
              <a:buSzPts val="4800"/>
              <a:buNone/>
              <a:defRPr sz="4800"/>
            </a:lvl4pPr>
            <a:lvl5pPr lvl="4">
              <a:lnSpc>
                <a:spcPct val="100000"/>
              </a:lnSpc>
              <a:spcBef>
                <a:spcPts val="0"/>
              </a:spcBef>
              <a:spcAft>
                <a:spcPts val="0"/>
              </a:spcAft>
              <a:buSzPts val="4800"/>
              <a:buNone/>
              <a:defRPr sz="4800"/>
            </a:lvl5pPr>
            <a:lvl6pPr lvl="5">
              <a:lnSpc>
                <a:spcPct val="100000"/>
              </a:lnSpc>
              <a:spcBef>
                <a:spcPts val="0"/>
              </a:spcBef>
              <a:spcAft>
                <a:spcPts val="0"/>
              </a:spcAft>
              <a:buSzPts val="4800"/>
              <a:buNone/>
              <a:defRPr sz="4800"/>
            </a:lvl6pPr>
            <a:lvl7pPr lvl="6">
              <a:lnSpc>
                <a:spcPct val="100000"/>
              </a:lnSpc>
              <a:spcBef>
                <a:spcPts val="0"/>
              </a:spcBef>
              <a:spcAft>
                <a:spcPts val="0"/>
              </a:spcAft>
              <a:buSzPts val="4800"/>
              <a:buNone/>
              <a:defRPr sz="4800"/>
            </a:lvl7pPr>
            <a:lvl8pPr lvl="7">
              <a:lnSpc>
                <a:spcPct val="100000"/>
              </a:lnSpc>
              <a:spcBef>
                <a:spcPts val="0"/>
              </a:spcBef>
              <a:spcAft>
                <a:spcPts val="0"/>
              </a:spcAft>
              <a:buSzPts val="4800"/>
              <a:buNone/>
              <a:defRPr sz="4800"/>
            </a:lvl8pPr>
            <a:lvl9pPr lvl="8">
              <a:lnSpc>
                <a:spcPct val="100000"/>
              </a:lnSpc>
              <a:spcBef>
                <a:spcPts val="0"/>
              </a:spcBef>
              <a:spcAft>
                <a:spcPts val="0"/>
              </a:spcAft>
              <a:buSzPts val="4800"/>
              <a:buNone/>
              <a:defRPr sz="4800"/>
            </a:lvl9pPr>
          </a:lstStyle>
          <a:p/>
        </p:txBody>
      </p:sp>
      <p:sp>
        <p:nvSpPr>
          <p:cNvPr id="634" name="Google Shape;634;p86"/>
          <p:cNvSpPr txBox="1"/>
          <p:nvPr>
            <p:ph idx="2" type="title"/>
          </p:nvPr>
        </p:nvSpPr>
        <p:spPr>
          <a:xfrm>
            <a:off x="808850" y="2533749"/>
            <a:ext cx="7439700" cy="86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FFFFFF"/>
              </a:buClr>
              <a:buSzPts val="3800"/>
              <a:buFont typeface="Roboto"/>
              <a:buNone/>
              <a:defRPr sz="3800">
                <a:solidFill>
                  <a:srgbClr val="FFFFFF"/>
                </a:solidFill>
                <a:latin typeface="Roboto"/>
                <a:ea typeface="Roboto"/>
                <a:cs typeface="Roboto"/>
                <a:sym typeface="Roboto"/>
              </a:defRPr>
            </a:lvl1pPr>
            <a:lvl2pPr lvl="1">
              <a:lnSpc>
                <a:spcPct val="100000"/>
              </a:lnSpc>
              <a:spcBef>
                <a:spcPts val="100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Action with Text - pg#">
  <p:cSld name="SECTION_HEADER_1_1_2_1_2_2_1">
    <p:bg>
      <p:bgPr>
        <a:solidFill>
          <a:srgbClr val="FFFFFF"/>
        </a:solidFill>
      </p:bgPr>
    </p:bg>
    <p:spTree>
      <p:nvGrpSpPr>
        <p:cNvPr id="635" name="Shape 635"/>
        <p:cNvGrpSpPr/>
        <p:nvPr/>
      </p:nvGrpSpPr>
      <p:grpSpPr>
        <a:xfrm>
          <a:off x="0" y="0"/>
          <a:ext cx="0" cy="0"/>
          <a:chOff x="0" y="0"/>
          <a:chExt cx="0" cy="0"/>
        </a:xfrm>
      </p:grpSpPr>
      <p:sp>
        <p:nvSpPr>
          <p:cNvPr id="636" name="Google Shape;636;p87"/>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637" name="Google Shape;637;p87"/>
          <p:cNvSpPr/>
          <p:nvPr/>
        </p:nvSpPr>
        <p:spPr>
          <a:xfrm>
            <a:off x="246888" y="594360"/>
            <a:ext cx="3447300" cy="4261200"/>
          </a:xfrm>
          <a:prstGeom prst="rect">
            <a:avLst/>
          </a:prstGeom>
          <a:no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87"/>
          <p:cNvSpPr txBox="1"/>
          <p:nvPr>
            <p:ph idx="2" type="body"/>
          </p:nvPr>
        </p:nvSpPr>
        <p:spPr>
          <a:xfrm>
            <a:off x="438912" y="731520"/>
            <a:ext cx="3063300" cy="502800"/>
          </a:xfrm>
          <a:prstGeom prst="rect">
            <a:avLst/>
          </a:prstGeom>
        </p:spPr>
        <p:txBody>
          <a:bodyPr anchorCtr="0" anchor="t" bIns="91425" lIns="91425" spcFirstLastPara="1" rIns="91425" wrap="square" tIns="18275">
            <a:noAutofit/>
          </a:bodyPr>
          <a:lstStyle>
            <a:lvl1pPr indent="-330200" lvl="0" marL="457200">
              <a:lnSpc>
                <a:spcPct val="100000"/>
              </a:lnSpc>
              <a:spcBef>
                <a:spcPts val="0"/>
              </a:spcBef>
              <a:spcAft>
                <a:spcPts val="0"/>
              </a:spcAft>
              <a:buSzPts val="1600"/>
              <a:buChar char="●"/>
              <a:defRPr sz="1600"/>
            </a:lvl1pPr>
            <a:lvl2pPr indent="-330200" lvl="1" marL="914400">
              <a:lnSpc>
                <a:spcPct val="100000"/>
              </a:lnSpc>
              <a:spcBef>
                <a:spcPts val="1600"/>
              </a:spcBef>
              <a:spcAft>
                <a:spcPts val="0"/>
              </a:spcAft>
              <a:buSzPts val="1600"/>
              <a:buChar char="○"/>
              <a:defRPr sz="1600"/>
            </a:lvl2pPr>
            <a:lvl3pPr indent="-330200" lvl="2" marL="1371600">
              <a:lnSpc>
                <a:spcPct val="100000"/>
              </a:lnSpc>
              <a:spcBef>
                <a:spcPts val="1600"/>
              </a:spcBef>
              <a:spcAft>
                <a:spcPts val="0"/>
              </a:spcAft>
              <a:buSzPts val="1600"/>
              <a:buChar char="■"/>
              <a:defRPr sz="1600"/>
            </a:lvl3pPr>
            <a:lvl4pPr indent="-330200" lvl="3" marL="1828800">
              <a:lnSpc>
                <a:spcPct val="100000"/>
              </a:lnSpc>
              <a:spcBef>
                <a:spcPts val="1600"/>
              </a:spcBef>
              <a:spcAft>
                <a:spcPts val="0"/>
              </a:spcAft>
              <a:buSzPts val="1600"/>
              <a:buChar char="●"/>
              <a:defRPr sz="1600"/>
            </a:lvl4pPr>
            <a:lvl5pPr indent="-330200" lvl="4" marL="2286000">
              <a:lnSpc>
                <a:spcPct val="100000"/>
              </a:lnSpc>
              <a:spcBef>
                <a:spcPts val="1600"/>
              </a:spcBef>
              <a:spcAft>
                <a:spcPts val="0"/>
              </a:spcAft>
              <a:buSzPts val="1600"/>
              <a:buChar char="○"/>
              <a:defRPr sz="1600"/>
            </a:lvl5pPr>
            <a:lvl6pPr indent="-330200" lvl="5" marL="2743200">
              <a:lnSpc>
                <a:spcPct val="100000"/>
              </a:lnSpc>
              <a:spcBef>
                <a:spcPts val="1600"/>
              </a:spcBef>
              <a:spcAft>
                <a:spcPts val="0"/>
              </a:spcAft>
              <a:buSzPts val="1600"/>
              <a:buChar char="■"/>
              <a:defRPr sz="1600"/>
            </a:lvl6pPr>
            <a:lvl7pPr indent="-330200" lvl="6" marL="3200400">
              <a:lnSpc>
                <a:spcPct val="100000"/>
              </a:lnSpc>
              <a:spcBef>
                <a:spcPts val="1600"/>
              </a:spcBef>
              <a:spcAft>
                <a:spcPts val="0"/>
              </a:spcAft>
              <a:buSzPts val="1600"/>
              <a:buChar char="●"/>
              <a:defRPr sz="1600"/>
            </a:lvl7pPr>
            <a:lvl8pPr indent="-330200" lvl="7" marL="3657600">
              <a:lnSpc>
                <a:spcPct val="100000"/>
              </a:lnSpc>
              <a:spcBef>
                <a:spcPts val="1600"/>
              </a:spcBef>
              <a:spcAft>
                <a:spcPts val="0"/>
              </a:spcAft>
              <a:buSzPts val="1600"/>
              <a:buChar char="○"/>
              <a:defRPr sz="1600"/>
            </a:lvl8pPr>
            <a:lvl9pPr indent="-330200" lvl="8" marL="4114800">
              <a:lnSpc>
                <a:spcPct val="100000"/>
              </a:lnSpc>
              <a:spcBef>
                <a:spcPts val="1600"/>
              </a:spcBef>
              <a:spcAft>
                <a:spcPts val="1600"/>
              </a:spcAft>
              <a:buSzPts val="1600"/>
              <a:buChar char="■"/>
              <a:defRPr sz="1600"/>
            </a:lvl9pPr>
          </a:lstStyle>
          <a:p/>
        </p:txBody>
      </p:sp>
      <p:sp>
        <p:nvSpPr>
          <p:cNvPr id="639" name="Google Shape;639;p87"/>
          <p:cNvSpPr txBox="1"/>
          <p:nvPr>
            <p:ph idx="3" type="body"/>
          </p:nvPr>
        </p:nvSpPr>
        <p:spPr>
          <a:xfrm>
            <a:off x="438900" y="1106424"/>
            <a:ext cx="3063300" cy="3557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Roboto"/>
              <a:buChar char="●"/>
              <a:defRPr sz="1200">
                <a:latin typeface="Roboto"/>
                <a:ea typeface="Roboto"/>
                <a:cs typeface="Roboto"/>
                <a:sym typeface="Roboto"/>
              </a:defRPr>
            </a:lvl1pPr>
            <a:lvl2pPr indent="-304800" lvl="1" marL="914400">
              <a:lnSpc>
                <a:spcPct val="100000"/>
              </a:lnSpc>
              <a:spcBef>
                <a:spcPts val="1600"/>
              </a:spcBef>
              <a:spcAft>
                <a:spcPts val="0"/>
              </a:spcAft>
              <a:buSzPts val="1200"/>
              <a:buChar char="○"/>
              <a:defRPr sz="1200"/>
            </a:lvl2pPr>
            <a:lvl3pPr indent="-304800" lvl="2" marL="1371600">
              <a:lnSpc>
                <a:spcPct val="100000"/>
              </a:lnSpc>
              <a:spcBef>
                <a:spcPts val="1600"/>
              </a:spcBef>
              <a:spcAft>
                <a:spcPts val="0"/>
              </a:spcAft>
              <a:buSzPts val="1200"/>
              <a:buChar char="■"/>
              <a:defRPr sz="1200"/>
            </a:lvl3pPr>
            <a:lvl4pPr indent="-304800" lvl="3" marL="1828800">
              <a:lnSpc>
                <a:spcPct val="100000"/>
              </a:lnSpc>
              <a:spcBef>
                <a:spcPts val="1600"/>
              </a:spcBef>
              <a:spcAft>
                <a:spcPts val="0"/>
              </a:spcAft>
              <a:buSzPts val="1200"/>
              <a:buChar char="●"/>
              <a:defRPr sz="1200"/>
            </a:lvl4pPr>
            <a:lvl5pPr indent="-304800" lvl="4" marL="2286000">
              <a:lnSpc>
                <a:spcPct val="100000"/>
              </a:lnSpc>
              <a:spcBef>
                <a:spcPts val="1600"/>
              </a:spcBef>
              <a:spcAft>
                <a:spcPts val="0"/>
              </a:spcAft>
              <a:buSzPts val="1200"/>
              <a:buChar char="○"/>
              <a:defRPr sz="1200"/>
            </a:lvl5pPr>
            <a:lvl6pPr indent="-304800" lvl="5" marL="2743200">
              <a:lnSpc>
                <a:spcPct val="100000"/>
              </a:lnSpc>
              <a:spcBef>
                <a:spcPts val="1600"/>
              </a:spcBef>
              <a:spcAft>
                <a:spcPts val="0"/>
              </a:spcAft>
              <a:buSzPts val="1200"/>
              <a:buChar char="■"/>
              <a:defRPr sz="1200"/>
            </a:lvl6pPr>
            <a:lvl7pPr indent="-304800" lvl="6" marL="3200400">
              <a:lnSpc>
                <a:spcPct val="100000"/>
              </a:lnSpc>
              <a:spcBef>
                <a:spcPts val="1600"/>
              </a:spcBef>
              <a:spcAft>
                <a:spcPts val="0"/>
              </a:spcAft>
              <a:buSzPts val="1200"/>
              <a:buChar char="●"/>
              <a:defRPr sz="1200"/>
            </a:lvl7pPr>
            <a:lvl8pPr indent="-304800" lvl="7" marL="3657600">
              <a:lnSpc>
                <a:spcPct val="100000"/>
              </a:lnSpc>
              <a:spcBef>
                <a:spcPts val="1600"/>
              </a:spcBef>
              <a:spcAft>
                <a:spcPts val="0"/>
              </a:spcAft>
              <a:buSzPts val="1200"/>
              <a:buChar char="○"/>
              <a:defRPr sz="1200"/>
            </a:lvl8pPr>
            <a:lvl9pPr indent="-304800" lvl="8" marL="4114800">
              <a:lnSpc>
                <a:spcPct val="100000"/>
              </a:lnSpc>
              <a:spcBef>
                <a:spcPts val="1600"/>
              </a:spcBef>
              <a:spcAft>
                <a:spcPts val="1600"/>
              </a:spcAft>
              <a:buSzPts val="1200"/>
              <a:buChar char="■"/>
              <a:defRPr sz="1200"/>
            </a:lvl9pPr>
          </a:lstStyle>
          <a:p/>
        </p:txBody>
      </p:sp>
      <p:sp>
        <p:nvSpPr>
          <p:cNvPr id="640" name="Google Shape;640;p87"/>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sp>
        <p:nvSpPr>
          <p:cNvPr id="641" name="Google Shape;641;p87"/>
          <p:cNvSpPr txBox="1"/>
          <p:nvPr>
            <p:ph idx="5"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42" name="Google Shape;642;p87"/>
          <p:cNvSpPr txBox="1"/>
          <p:nvPr>
            <p:ph idx="6"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w/ CCC - numbered">
  <p:cSld name="SECTION_HEADER_1_1_2_3_1_4">
    <p:bg>
      <p:bgPr>
        <a:solidFill>
          <a:srgbClr val="FFFFFF"/>
        </a:solidFill>
      </p:bgPr>
    </p:bg>
    <p:spTree>
      <p:nvGrpSpPr>
        <p:cNvPr id="643" name="Shape 643"/>
        <p:cNvGrpSpPr/>
        <p:nvPr/>
      </p:nvGrpSpPr>
      <p:grpSpPr>
        <a:xfrm>
          <a:off x="0" y="0"/>
          <a:ext cx="0" cy="0"/>
          <a:chOff x="0" y="0"/>
          <a:chExt cx="0" cy="0"/>
        </a:xfrm>
      </p:grpSpPr>
      <p:pic>
        <p:nvPicPr>
          <p:cNvPr id="644" name="Google Shape;644;p88"/>
          <p:cNvPicPr preferRelativeResize="0"/>
          <p:nvPr/>
        </p:nvPicPr>
        <p:blipFill>
          <a:blip r:embed="rId2">
            <a:alphaModFix/>
          </a:blip>
          <a:stretch>
            <a:fillRect/>
          </a:stretch>
        </p:blipFill>
        <p:spPr>
          <a:xfrm>
            <a:off x="301752" y="1719072"/>
            <a:ext cx="8595361" cy="2807818"/>
          </a:xfrm>
          <a:prstGeom prst="rect">
            <a:avLst/>
          </a:prstGeom>
          <a:noFill/>
          <a:ln>
            <a:noFill/>
          </a:ln>
        </p:spPr>
      </p:pic>
      <p:sp>
        <p:nvSpPr>
          <p:cNvPr id="645" name="Google Shape;645;p88"/>
          <p:cNvSpPr txBox="1"/>
          <p:nvPr>
            <p:ph type="title"/>
          </p:nvPr>
        </p:nvSpPr>
        <p:spPr>
          <a:xfrm>
            <a:off x="822960" y="1179576"/>
            <a:ext cx="7507200" cy="5727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7B9E3F"/>
              </a:buClr>
              <a:buSzPts val="2800"/>
              <a:buNone/>
              <a:defRPr sz="2800">
                <a:solidFill>
                  <a:srgbClr val="7B9E3F"/>
                </a:solidFill>
              </a:defRPr>
            </a:lvl1pPr>
            <a:lvl2pPr lvl="1">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2pPr>
            <a:lvl3pPr lvl="2">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3pPr>
            <a:lvl4pPr lvl="3">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4pPr>
            <a:lvl5pPr lvl="4">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5pPr>
            <a:lvl6pPr lvl="5">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6pPr>
            <a:lvl7pPr lvl="6">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7pPr>
            <a:lvl8pPr lvl="7">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8pPr>
            <a:lvl9pPr lvl="8">
              <a:spcBef>
                <a:spcPts val="0"/>
              </a:spcBef>
              <a:spcAft>
                <a:spcPts val="0"/>
              </a:spcAft>
              <a:buClr>
                <a:srgbClr val="2F2F2F"/>
              </a:buClr>
              <a:buSzPts val="2800"/>
              <a:buFont typeface="Roboto Medium"/>
              <a:buNone/>
              <a:defRPr>
                <a:solidFill>
                  <a:srgbClr val="2F2F2F"/>
                </a:solidFill>
                <a:latin typeface="Roboto Medium"/>
                <a:ea typeface="Roboto Medium"/>
                <a:cs typeface="Roboto Medium"/>
                <a:sym typeface="Roboto Medium"/>
              </a:defRPr>
            </a:lvl9pPr>
          </a:lstStyle>
          <a:p/>
        </p:txBody>
      </p:sp>
      <p:sp>
        <p:nvSpPr>
          <p:cNvPr id="646" name="Google Shape;646;p88"/>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47" name="Google Shape;647;p88"/>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48" name="Google Shape;648;p88"/>
          <p:cNvSpPr txBox="1"/>
          <p:nvPr>
            <p:ph idx="3" type="title"/>
          </p:nvPr>
        </p:nvSpPr>
        <p:spPr>
          <a:xfrm>
            <a:off x="822960" y="694944"/>
            <a:ext cx="75072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2F2F2F"/>
              </a:buClr>
              <a:buSzPts val="2800"/>
              <a:buFont typeface="Roboto"/>
              <a:buNone/>
              <a:defRPr b="1" sz="2800">
                <a:solidFill>
                  <a:srgbClr val="2F2F2F"/>
                </a:solidFill>
                <a:latin typeface="Roboto"/>
                <a:ea typeface="Roboto"/>
                <a:cs typeface="Roboto"/>
                <a:sym typeface="Roboto"/>
              </a:defRPr>
            </a:lvl1pPr>
            <a:lvl2pPr lvl="1"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2pPr>
            <a:lvl3pPr lvl="2"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3pPr>
            <a:lvl4pPr lvl="3"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4pPr>
            <a:lvl5pPr lvl="4"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5pPr>
            <a:lvl6pPr lvl="5"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6pPr>
            <a:lvl7pPr lvl="6"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7pPr>
            <a:lvl8pPr lvl="7"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8pPr>
            <a:lvl9pPr lvl="8" algn="ctr">
              <a:spcBef>
                <a:spcPts val="0"/>
              </a:spcBef>
              <a:spcAft>
                <a:spcPts val="0"/>
              </a:spcAft>
              <a:buClr>
                <a:srgbClr val="2F2F2F"/>
              </a:buClr>
              <a:buSzPts val="2800"/>
              <a:buFont typeface="Roboto"/>
              <a:buNone/>
              <a:defRPr>
                <a:solidFill>
                  <a:srgbClr val="2F2F2F"/>
                </a:solidFill>
                <a:latin typeface="Roboto"/>
                <a:ea typeface="Roboto"/>
                <a:cs typeface="Roboto"/>
                <a:sym typeface="Roboto"/>
              </a:defRPr>
            </a:lvl9pPr>
          </a:lstStyle>
          <a:p/>
        </p:txBody>
      </p:sp>
      <p:sp>
        <p:nvSpPr>
          <p:cNvPr id="649" name="Google Shape;649;p88"/>
          <p:cNvSpPr txBox="1"/>
          <p:nvPr>
            <p:ph idx="4" type="body"/>
          </p:nvPr>
        </p:nvSpPr>
        <p:spPr>
          <a:xfrm>
            <a:off x="880872" y="2109216"/>
            <a:ext cx="704700" cy="1651200"/>
          </a:xfrm>
          <a:prstGeom prst="rect">
            <a:avLst/>
          </a:prstGeom>
        </p:spPr>
        <p:txBody>
          <a:bodyPr anchorCtr="0" anchor="t" bIns="91425" lIns="91425" spcFirstLastPara="1" rIns="91425" wrap="square" tIns="91425">
            <a:noAutofit/>
          </a:bodyPr>
          <a:lstStyle>
            <a:lvl1pPr indent="-393700" lvl="0" marL="457200" algn="r">
              <a:lnSpc>
                <a:spcPct val="100000"/>
              </a:lnSpc>
              <a:spcBef>
                <a:spcPts val="0"/>
              </a:spcBef>
              <a:spcAft>
                <a:spcPts val="0"/>
              </a:spcAft>
              <a:buSzPts val="2600"/>
              <a:buChar char="●"/>
              <a:defRPr sz="2600"/>
            </a:lvl1pPr>
            <a:lvl2pPr indent="-317500" lvl="1" marL="914400" algn="r">
              <a:lnSpc>
                <a:spcPct val="100000"/>
              </a:lnSpc>
              <a:spcBef>
                <a:spcPts val="1600"/>
              </a:spcBef>
              <a:spcAft>
                <a:spcPts val="0"/>
              </a:spcAft>
              <a:buSzPts val="1400"/>
              <a:buChar char="○"/>
              <a:defRPr/>
            </a:lvl2pPr>
            <a:lvl3pPr indent="-317500" lvl="2" marL="1371600" algn="r">
              <a:lnSpc>
                <a:spcPct val="100000"/>
              </a:lnSpc>
              <a:spcBef>
                <a:spcPts val="1600"/>
              </a:spcBef>
              <a:spcAft>
                <a:spcPts val="0"/>
              </a:spcAft>
              <a:buSzPts val="1400"/>
              <a:buChar char="■"/>
              <a:defRPr/>
            </a:lvl3pPr>
            <a:lvl4pPr indent="-317500" lvl="3" marL="1828800" algn="r">
              <a:lnSpc>
                <a:spcPct val="100000"/>
              </a:lnSpc>
              <a:spcBef>
                <a:spcPts val="1600"/>
              </a:spcBef>
              <a:spcAft>
                <a:spcPts val="0"/>
              </a:spcAft>
              <a:buSzPts val="1400"/>
              <a:buChar char="●"/>
              <a:defRPr/>
            </a:lvl4pPr>
            <a:lvl5pPr indent="-317500" lvl="4" marL="2286000" algn="r">
              <a:lnSpc>
                <a:spcPct val="100000"/>
              </a:lnSpc>
              <a:spcBef>
                <a:spcPts val="1600"/>
              </a:spcBef>
              <a:spcAft>
                <a:spcPts val="0"/>
              </a:spcAft>
              <a:buSzPts val="1400"/>
              <a:buChar char="○"/>
              <a:defRPr/>
            </a:lvl5pPr>
            <a:lvl6pPr indent="-317500" lvl="5" marL="2743200" algn="r">
              <a:lnSpc>
                <a:spcPct val="100000"/>
              </a:lnSpc>
              <a:spcBef>
                <a:spcPts val="1600"/>
              </a:spcBef>
              <a:spcAft>
                <a:spcPts val="0"/>
              </a:spcAft>
              <a:buSzPts val="1400"/>
              <a:buChar char="■"/>
              <a:defRPr/>
            </a:lvl6pPr>
            <a:lvl7pPr indent="-317500" lvl="6" marL="3200400" algn="r">
              <a:lnSpc>
                <a:spcPct val="100000"/>
              </a:lnSpc>
              <a:spcBef>
                <a:spcPts val="1600"/>
              </a:spcBef>
              <a:spcAft>
                <a:spcPts val="0"/>
              </a:spcAft>
              <a:buSzPts val="1400"/>
              <a:buChar char="●"/>
              <a:defRPr/>
            </a:lvl7pPr>
            <a:lvl8pPr indent="-317500" lvl="7" marL="3657600" algn="r">
              <a:lnSpc>
                <a:spcPct val="100000"/>
              </a:lnSpc>
              <a:spcBef>
                <a:spcPts val="1600"/>
              </a:spcBef>
              <a:spcAft>
                <a:spcPts val="0"/>
              </a:spcAft>
              <a:buSzPts val="1400"/>
              <a:buChar char="○"/>
              <a:defRPr/>
            </a:lvl8pPr>
            <a:lvl9pPr indent="-317500" lvl="8" marL="4114800" algn="r">
              <a:lnSpc>
                <a:spcPct val="100000"/>
              </a:lnSpc>
              <a:spcBef>
                <a:spcPts val="1600"/>
              </a:spcBef>
              <a:spcAft>
                <a:spcPts val="1600"/>
              </a:spcAft>
              <a:buSzPts val="1400"/>
              <a:buChar char="■"/>
              <a:defRPr/>
            </a:lvl9pPr>
          </a:lstStyle>
          <a:p/>
        </p:txBody>
      </p:sp>
      <p:sp>
        <p:nvSpPr>
          <p:cNvPr id="650" name="Google Shape;650;p88"/>
          <p:cNvSpPr txBox="1"/>
          <p:nvPr>
            <p:ph idx="5" type="body"/>
          </p:nvPr>
        </p:nvSpPr>
        <p:spPr>
          <a:xfrm>
            <a:off x="1511800" y="2109225"/>
            <a:ext cx="6666000" cy="16512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Concept w/ image - numbered">
  <p:cSld name="SECTION_HEADER_1_1_2_3_1_3_1">
    <p:bg>
      <p:bgPr>
        <a:solidFill>
          <a:srgbClr val="FFFFFF"/>
        </a:solidFill>
      </p:bgPr>
    </p:bg>
    <p:spTree>
      <p:nvGrpSpPr>
        <p:cNvPr id="651" name="Shape 651"/>
        <p:cNvGrpSpPr/>
        <p:nvPr/>
      </p:nvGrpSpPr>
      <p:grpSpPr>
        <a:xfrm>
          <a:off x="0" y="0"/>
          <a:ext cx="0" cy="0"/>
          <a:chOff x="0" y="0"/>
          <a:chExt cx="0" cy="0"/>
        </a:xfrm>
      </p:grpSpPr>
      <p:pic>
        <p:nvPicPr>
          <p:cNvPr id="652" name="Google Shape;652;p89"/>
          <p:cNvPicPr preferRelativeResize="0"/>
          <p:nvPr/>
        </p:nvPicPr>
        <p:blipFill rotWithShape="1">
          <a:blip r:embed="rId2">
            <a:alphaModFix/>
          </a:blip>
          <a:srcRect b="-8684" l="0" r="0" t="0"/>
          <a:stretch/>
        </p:blipFill>
        <p:spPr>
          <a:xfrm>
            <a:off x="549100" y="1104729"/>
            <a:ext cx="8210620" cy="3998652"/>
          </a:xfrm>
          <a:prstGeom prst="rect">
            <a:avLst/>
          </a:prstGeom>
          <a:noFill/>
          <a:ln>
            <a:noFill/>
          </a:ln>
        </p:spPr>
      </p:pic>
      <p:sp>
        <p:nvSpPr>
          <p:cNvPr id="653" name="Google Shape;653;p89"/>
          <p:cNvSpPr txBox="1"/>
          <p:nvPr>
            <p:ph idx="1"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54" name="Google Shape;654;p89"/>
          <p:cNvSpPr txBox="1"/>
          <p:nvPr>
            <p:ph idx="2" type="subTitle"/>
          </p:nvPr>
        </p:nvSpPr>
        <p:spPr>
          <a:xfrm>
            <a:off x="236875" y="164600"/>
            <a:ext cx="43362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55" name="Google Shape;655;p89"/>
          <p:cNvSpPr txBox="1"/>
          <p:nvPr>
            <p:ph type="title"/>
          </p:nvPr>
        </p:nvSpPr>
        <p:spPr>
          <a:xfrm>
            <a:off x="818410" y="548640"/>
            <a:ext cx="7507200" cy="5727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2F2F2F"/>
              </a:buClr>
              <a:buSzPts val="2800"/>
              <a:buFont typeface="Roboto"/>
              <a:buNone/>
              <a:defRPr b="1" sz="2800">
                <a:solidFill>
                  <a:srgbClr val="2F2F2F"/>
                </a:solidFill>
                <a:latin typeface="Roboto"/>
                <a:ea typeface="Roboto"/>
                <a:cs typeface="Roboto"/>
                <a:sym typeface="Roboto"/>
              </a:defRPr>
            </a:lvl1pPr>
            <a:lvl2pPr lvl="1" algn="ctr">
              <a:spcBef>
                <a:spcPts val="0"/>
              </a:spcBef>
              <a:spcAft>
                <a:spcPts val="0"/>
              </a:spcAft>
              <a:buClr>
                <a:srgbClr val="2F2F2F"/>
              </a:buClr>
              <a:buSzPts val="2800"/>
              <a:buNone/>
              <a:defRPr>
                <a:solidFill>
                  <a:srgbClr val="2F2F2F"/>
                </a:solidFill>
              </a:defRPr>
            </a:lvl2pPr>
            <a:lvl3pPr lvl="2" algn="ctr">
              <a:spcBef>
                <a:spcPts val="0"/>
              </a:spcBef>
              <a:spcAft>
                <a:spcPts val="0"/>
              </a:spcAft>
              <a:buClr>
                <a:srgbClr val="2F2F2F"/>
              </a:buClr>
              <a:buSzPts val="2800"/>
              <a:buNone/>
              <a:defRPr>
                <a:solidFill>
                  <a:srgbClr val="2F2F2F"/>
                </a:solidFill>
              </a:defRPr>
            </a:lvl3pPr>
            <a:lvl4pPr lvl="3" algn="ctr">
              <a:spcBef>
                <a:spcPts val="0"/>
              </a:spcBef>
              <a:spcAft>
                <a:spcPts val="0"/>
              </a:spcAft>
              <a:buClr>
                <a:srgbClr val="2F2F2F"/>
              </a:buClr>
              <a:buSzPts val="2800"/>
              <a:buNone/>
              <a:defRPr>
                <a:solidFill>
                  <a:srgbClr val="2F2F2F"/>
                </a:solidFill>
              </a:defRPr>
            </a:lvl4pPr>
            <a:lvl5pPr lvl="4" algn="ctr">
              <a:spcBef>
                <a:spcPts val="0"/>
              </a:spcBef>
              <a:spcAft>
                <a:spcPts val="0"/>
              </a:spcAft>
              <a:buClr>
                <a:srgbClr val="2F2F2F"/>
              </a:buClr>
              <a:buSzPts val="2800"/>
              <a:buNone/>
              <a:defRPr>
                <a:solidFill>
                  <a:srgbClr val="2F2F2F"/>
                </a:solidFill>
              </a:defRPr>
            </a:lvl5pPr>
            <a:lvl6pPr lvl="5" algn="ctr">
              <a:spcBef>
                <a:spcPts val="0"/>
              </a:spcBef>
              <a:spcAft>
                <a:spcPts val="0"/>
              </a:spcAft>
              <a:buClr>
                <a:srgbClr val="2F2F2F"/>
              </a:buClr>
              <a:buSzPts val="2800"/>
              <a:buNone/>
              <a:defRPr>
                <a:solidFill>
                  <a:srgbClr val="2F2F2F"/>
                </a:solidFill>
              </a:defRPr>
            </a:lvl6pPr>
            <a:lvl7pPr lvl="6" algn="ctr">
              <a:spcBef>
                <a:spcPts val="0"/>
              </a:spcBef>
              <a:spcAft>
                <a:spcPts val="0"/>
              </a:spcAft>
              <a:buClr>
                <a:srgbClr val="2F2F2F"/>
              </a:buClr>
              <a:buSzPts val="2800"/>
              <a:buNone/>
              <a:defRPr>
                <a:solidFill>
                  <a:srgbClr val="2F2F2F"/>
                </a:solidFill>
              </a:defRPr>
            </a:lvl7pPr>
            <a:lvl8pPr lvl="7" algn="ctr">
              <a:spcBef>
                <a:spcPts val="0"/>
              </a:spcBef>
              <a:spcAft>
                <a:spcPts val="0"/>
              </a:spcAft>
              <a:buClr>
                <a:srgbClr val="2F2F2F"/>
              </a:buClr>
              <a:buSzPts val="2800"/>
              <a:buNone/>
              <a:defRPr>
                <a:solidFill>
                  <a:srgbClr val="2F2F2F"/>
                </a:solidFill>
              </a:defRPr>
            </a:lvl8pPr>
            <a:lvl9pPr lvl="8" algn="ctr">
              <a:spcBef>
                <a:spcPts val="0"/>
              </a:spcBef>
              <a:spcAft>
                <a:spcPts val="0"/>
              </a:spcAft>
              <a:buClr>
                <a:srgbClr val="2F2F2F"/>
              </a:buClr>
              <a:buSzPts val="2800"/>
              <a:buNone/>
              <a:defRPr>
                <a:solidFill>
                  <a:srgbClr val="2F2F2F"/>
                </a:solidFill>
              </a:defRPr>
            </a:lvl9pPr>
          </a:lstStyle>
          <a:p/>
        </p:txBody>
      </p:sp>
      <p:sp>
        <p:nvSpPr>
          <p:cNvPr id="656" name="Google Shape;656;p89"/>
          <p:cNvSpPr txBox="1"/>
          <p:nvPr>
            <p:ph idx="3" type="body"/>
          </p:nvPr>
        </p:nvSpPr>
        <p:spPr>
          <a:xfrm>
            <a:off x="813816" y="1389888"/>
            <a:ext cx="704700" cy="2862000"/>
          </a:xfrm>
          <a:prstGeom prst="rect">
            <a:avLst/>
          </a:prstGeom>
        </p:spPr>
        <p:txBody>
          <a:bodyPr anchorCtr="0" anchor="t" bIns="91425" lIns="91425" spcFirstLastPara="1" rIns="91425" wrap="square" tIns="91425">
            <a:noAutofit/>
          </a:bodyPr>
          <a:lstStyle>
            <a:lvl1pPr indent="-393700" lvl="0" marL="457200" algn="r">
              <a:lnSpc>
                <a:spcPct val="100000"/>
              </a:lnSpc>
              <a:spcBef>
                <a:spcPts val="0"/>
              </a:spcBef>
              <a:spcAft>
                <a:spcPts val="0"/>
              </a:spcAft>
              <a:buSzPts val="2600"/>
              <a:buChar char="●"/>
              <a:defRPr sz="2600"/>
            </a:lvl1pPr>
            <a:lvl2pPr indent="-317500" lvl="1" marL="914400" algn="r">
              <a:lnSpc>
                <a:spcPct val="100000"/>
              </a:lnSpc>
              <a:spcBef>
                <a:spcPts val="1600"/>
              </a:spcBef>
              <a:spcAft>
                <a:spcPts val="0"/>
              </a:spcAft>
              <a:buSzPts val="1400"/>
              <a:buChar char="○"/>
              <a:defRPr/>
            </a:lvl2pPr>
            <a:lvl3pPr indent="-317500" lvl="2" marL="1371600" algn="r">
              <a:lnSpc>
                <a:spcPct val="100000"/>
              </a:lnSpc>
              <a:spcBef>
                <a:spcPts val="1600"/>
              </a:spcBef>
              <a:spcAft>
                <a:spcPts val="0"/>
              </a:spcAft>
              <a:buSzPts val="1400"/>
              <a:buChar char="■"/>
              <a:defRPr/>
            </a:lvl3pPr>
            <a:lvl4pPr indent="-317500" lvl="3" marL="1828800" algn="r">
              <a:lnSpc>
                <a:spcPct val="100000"/>
              </a:lnSpc>
              <a:spcBef>
                <a:spcPts val="1600"/>
              </a:spcBef>
              <a:spcAft>
                <a:spcPts val="0"/>
              </a:spcAft>
              <a:buSzPts val="1400"/>
              <a:buChar char="●"/>
              <a:defRPr/>
            </a:lvl4pPr>
            <a:lvl5pPr indent="-317500" lvl="4" marL="2286000" algn="r">
              <a:lnSpc>
                <a:spcPct val="100000"/>
              </a:lnSpc>
              <a:spcBef>
                <a:spcPts val="1600"/>
              </a:spcBef>
              <a:spcAft>
                <a:spcPts val="0"/>
              </a:spcAft>
              <a:buSzPts val="1400"/>
              <a:buChar char="○"/>
              <a:defRPr/>
            </a:lvl5pPr>
            <a:lvl6pPr indent="-317500" lvl="5" marL="2743200" algn="r">
              <a:lnSpc>
                <a:spcPct val="100000"/>
              </a:lnSpc>
              <a:spcBef>
                <a:spcPts val="1600"/>
              </a:spcBef>
              <a:spcAft>
                <a:spcPts val="0"/>
              </a:spcAft>
              <a:buSzPts val="1400"/>
              <a:buChar char="■"/>
              <a:defRPr/>
            </a:lvl6pPr>
            <a:lvl7pPr indent="-317500" lvl="6" marL="3200400" algn="r">
              <a:lnSpc>
                <a:spcPct val="100000"/>
              </a:lnSpc>
              <a:spcBef>
                <a:spcPts val="1600"/>
              </a:spcBef>
              <a:spcAft>
                <a:spcPts val="0"/>
              </a:spcAft>
              <a:buSzPts val="1400"/>
              <a:buChar char="●"/>
              <a:defRPr/>
            </a:lvl7pPr>
            <a:lvl8pPr indent="-317500" lvl="7" marL="3657600" algn="r">
              <a:lnSpc>
                <a:spcPct val="100000"/>
              </a:lnSpc>
              <a:spcBef>
                <a:spcPts val="1600"/>
              </a:spcBef>
              <a:spcAft>
                <a:spcPts val="0"/>
              </a:spcAft>
              <a:buSzPts val="1400"/>
              <a:buChar char="○"/>
              <a:defRPr/>
            </a:lvl8pPr>
            <a:lvl9pPr indent="-317500" lvl="8" marL="4114800" algn="r">
              <a:lnSpc>
                <a:spcPct val="100000"/>
              </a:lnSpc>
              <a:spcBef>
                <a:spcPts val="1600"/>
              </a:spcBef>
              <a:spcAft>
                <a:spcPts val="1600"/>
              </a:spcAft>
              <a:buSzPts val="1400"/>
              <a:buChar char="■"/>
              <a:defRPr/>
            </a:lvl9pPr>
          </a:lstStyle>
          <a:p/>
        </p:txBody>
      </p:sp>
      <p:sp>
        <p:nvSpPr>
          <p:cNvPr id="657" name="Google Shape;657;p89"/>
          <p:cNvSpPr txBox="1"/>
          <p:nvPr>
            <p:ph idx="4" type="body"/>
          </p:nvPr>
        </p:nvSpPr>
        <p:spPr>
          <a:xfrm>
            <a:off x="1444758" y="1389899"/>
            <a:ext cx="6664800" cy="2862000"/>
          </a:xfrm>
          <a:prstGeom prst="rect">
            <a:avLst/>
          </a:prstGeom>
        </p:spPr>
        <p:txBody>
          <a:bodyPr anchorCtr="0" anchor="t" bIns="91425" lIns="91425" spcFirstLastPara="1" rIns="91425" wrap="square" tIns="91425">
            <a:noAutofit/>
          </a:bodyPr>
          <a:lstStyle>
            <a:lvl1pPr indent="-393700" lvl="0" marL="457200">
              <a:lnSpc>
                <a:spcPct val="100000"/>
              </a:lnSpc>
              <a:spcBef>
                <a:spcPts val="0"/>
              </a:spcBef>
              <a:spcAft>
                <a:spcPts val="0"/>
              </a:spcAft>
              <a:buSzPts val="2600"/>
              <a:buChar char="●"/>
              <a:defRPr sz="2600"/>
            </a:lvl1pPr>
            <a:lvl2pPr indent="-393700" lvl="1" marL="914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2pPr>
            <a:lvl3pPr indent="-393700" lvl="2" marL="1371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3pPr>
            <a:lvl4pPr indent="-393700" lvl="3" marL="18288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4pPr>
            <a:lvl5pPr indent="-393700" lvl="4" marL="22860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5pPr>
            <a:lvl6pPr indent="-393700" lvl="5" marL="27432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6pPr>
            <a:lvl7pPr indent="-393700" lvl="6" marL="32004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7pPr>
            <a:lvl8pPr indent="-393700" lvl="7" marL="3657600">
              <a:lnSpc>
                <a:spcPct val="100000"/>
              </a:lnSpc>
              <a:spcBef>
                <a:spcPts val="1600"/>
              </a:spcBef>
              <a:spcAft>
                <a:spcPts val="0"/>
              </a:spcAft>
              <a:buSzPts val="2600"/>
              <a:buFont typeface="Roboto Medium"/>
              <a:buChar char="○"/>
              <a:defRPr sz="2600">
                <a:latin typeface="Roboto Medium"/>
                <a:ea typeface="Roboto Medium"/>
                <a:cs typeface="Roboto Medium"/>
                <a:sym typeface="Roboto Medium"/>
              </a:defRPr>
            </a:lvl8pPr>
            <a:lvl9pPr indent="-393700" lvl="8" marL="4114800">
              <a:lnSpc>
                <a:spcPct val="100000"/>
              </a:lnSpc>
              <a:spcBef>
                <a:spcPts val="1600"/>
              </a:spcBef>
              <a:spcAft>
                <a:spcPts val="1600"/>
              </a:spcAft>
              <a:buSzPts val="2600"/>
              <a:buFont typeface="Roboto Medium"/>
              <a:buChar char="■"/>
              <a:defRPr sz="2600">
                <a:latin typeface="Roboto Medium"/>
                <a:ea typeface="Roboto Medium"/>
                <a:cs typeface="Roboto Medium"/>
                <a:sym typeface="Roboto Medium"/>
              </a:defRPr>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Full">
  <p:cSld name="CUSTOM_2">
    <p:spTree>
      <p:nvGrpSpPr>
        <p:cNvPr id="658" name="Shape 658"/>
        <p:cNvGrpSpPr/>
        <p:nvPr/>
      </p:nvGrpSpPr>
      <p:grpSpPr>
        <a:xfrm>
          <a:off x="0" y="0"/>
          <a:ext cx="0" cy="0"/>
          <a:chOff x="0" y="0"/>
          <a:chExt cx="0" cy="0"/>
        </a:xfrm>
      </p:grpSpPr>
      <p:sp>
        <p:nvSpPr>
          <p:cNvPr id="659" name="Google Shape;659;p90"/>
          <p:cNvSpPr/>
          <p:nvPr/>
        </p:nvSpPr>
        <p:spPr>
          <a:xfrm>
            <a:off x="7425" y="4779300"/>
            <a:ext cx="2066400" cy="36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0" name="Google Shape;660;p90"/>
          <p:cNvPicPr preferRelativeResize="0"/>
          <p:nvPr/>
        </p:nvPicPr>
        <p:blipFill rotWithShape="1">
          <a:blip r:embed="rId2">
            <a:alphaModFix/>
          </a:blip>
          <a:srcRect b="1888" l="397" r="407" t="17421"/>
          <a:stretch/>
        </p:blipFill>
        <p:spPr>
          <a:xfrm>
            <a:off x="0" y="962950"/>
            <a:ext cx="9144003" cy="4180550"/>
          </a:xfrm>
          <a:prstGeom prst="rect">
            <a:avLst/>
          </a:prstGeom>
          <a:noFill/>
          <a:ln>
            <a:noFill/>
          </a:ln>
        </p:spPr>
      </p:pic>
      <p:sp>
        <p:nvSpPr>
          <p:cNvPr id="661" name="Google Shape;661;p90"/>
          <p:cNvSpPr txBox="1"/>
          <p:nvPr/>
        </p:nvSpPr>
        <p:spPr>
          <a:xfrm>
            <a:off x="786104" y="365750"/>
            <a:ext cx="75621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rgbClr val="2F2F2F"/>
                </a:solidFill>
                <a:latin typeface="Roboto"/>
                <a:ea typeface="Roboto"/>
                <a:cs typeface="Roboto"/>
                <a:sym typeface="Roboto"/>
              </a:rPr>
              <a:t>Scientific Argumentation</a:t>
            </a:r>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Full w/ text">
  <p:cSld name="CUSTOM_2_1">
    <p:spTree>
      <p:nvGrpSpPr>
        <p:cNvPr id="662" name="Shape 662"/>
        <p:cNvGrpSpPr/>
        <p:nvPr/>
      </p:nvGrpSpPr>
      <p:grpSpPr>
        <a:xfrm>
          <a:off x="0" y="0"/>
          <a:ext cx="0" cy="0"/>
          <a:chOff x="0" y="0"/>
          <a:chExt cx="0" cy="0"/>
        </a:xfrm>
      </p:grpSpPr>
      <p:sp>
        <p:nvSpPr>
          <p:cNvPr id="663" name="Google Shape;663;p91"/>
          <p:cNvSpPr/>
          <p:nvPr/>
        </p:nvSpPr>
        <p:spPr>
          <a:xfrm>
            <a:off x="7425" y="4779300"/>
            <a:ext cx="2066400" cy="36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4" name="Google Shape;664;p91"/>
          <p:cNvPicPr preferRelativeResize="0"/>
          <p:nvPr/>
        </p:nvPicPr>
        <p:blipFill rotWithShape="1">
          <a:blip r:embed="rId2">
            <a:alphaModFix/>
          </a:blip>
          <a:srcRect b="1153" l="0" r="0" t="2795"/>
          <a:stretch/>
        </p:blipFill>
        <p:spPr>
          <a:xfrm>
            <a:off x="1458213" y="97014"/>
            <a:ext cx="6227575" cy="4971400"/>
          </a:xfrm>
          <a:prstGeom prst="rect">
            <a:avLst/>
          </a:prstGeom>
          <a:noFill/>
          <a:ln>
            <a:noFill/>
          </a:ln>
        </p:spPr>
      </p:pic>
      <p:sp>
        <p:nvSpPr>
          <p:cNvPr id="665" name="Google Shape;665;p91"/>
          <p:cNvSpPr txBox="1"/>
          <p:nvPr>
            <p:ph idx="1" type="body"/>
          </p:nvPr>
        </p:nvSpPr>
        <p:spPr>
          <a:xfrm>
            <a:off x="2073824" y="1328925"/>
            <a:ext cx="5131500" cy="2944500"/>
          </a:xfrm>
          <a:prstGeom prst="rect">
            <a:avLst/>
          </a:prstGeom>
        </p:spPr>
        <p:txBody>
          <a:bodyPr anchorCtr="0" anchor="t" bIns="91425" lIns="91425" spcFirstLastPara="1" rIns="91425" wrap="square" tIns="91425">
            <a:noAutofit/>
          </a:bodyPr>
          <a:lstStyle>
            <a:lvl1pPr indent="-355600" lvl="0" marL="457200">
              <a:lnSpc>
                <a:spcPct val="100000"/>
              </a:lnSpc>
              <a:spcBef>
                <a:spcPts val="0"/>
              </a:spcBef>
              <a:spcAft>
                <a:spcPts val="0"/>
              </a:spcAft>
              <a:buSzPts val="2000"/>
              <a:buFont typeface="Roboto"/>
              <a:buChar char="●"/>
              <a:defRPr sz="2000">
                <a:latin typeface="Roboto"/>
                <a:ea typeface="Roboto"/>
                <a:cs typeface="Roboto"/>
                <a:sym typeface="Roboto"/>
              </a:defRPr>
            </a:lvl1pPr>
            <a:lvl2pPr indent="-355600" lvl="1" marL="914400">
              <a:lnSpc>
                <a:spcPct val="100000"/>
              </a:lnSpc>
              <a:spcBef>
                <a:spcPts val="1500"/>
              </a:spcBef>
              <a:spcAft>
                <a:spcPts val="0"/>
              </a:spcAft>
              <a:buSzPts val="2000"/>
              <a:buChar char="○"/>
              <a:defRPr sz="2000"/>
            </a:lvl2pPr>
            <a:lvl3pPr indent="-355600" lvl="2" marL="1371600">
              <a:lnSpc>
                <a:spcPct val="100000"/>
              </a:lnSpc>
              <a:spcBef>
                <a:spcPts val="1500"/>
              </a:spcBef>
              <a:spcAft>
                <a:spcPts val="0"/>
              </a:spcAft>
              <a:buSzPts val="2000"/>
              <a:buChar char="■"/>
              <a:defRPr sz="2000"/>
            </a:lvl3pPr>
            <a:lvl4pPr indent="-355600" lvl="3" marL="1828800">
              <a:lnSpc>
                <a:spcPct val="100000"/>
              </a:lnSpc>
              <a:spcBef>
                <a:spcPts val="1500"/>
              </a:spcBef>
              <a:spcAft>
                <a:spcPts val="0"/>
              </a:spcAft>
              <a:buSzPts val="2000"/>
              <a:buChar char="●"/>
              <a:defRPr sz="2000"/>
            </a:lvl4pPr>
            <a:lvl5pPr indent="-355600" lvl="4" marL="2286000">
              <a:lnSpc>
                <a:spcPct val="100000"/>
              </a:lnSpc>
              <a:spcBef>
                <a:spcPts val="1500"/>
              </a:spcBef>
              <a:spcAft>
                <a:spcPts val="0"/>
              </a:spcAft>
              <a:buSzPts val="2000"/>
              <a:buChar char="○"/>
              <a:defRPr sz="2000"/>
            </a:lvl5pPr>
            <a:lvl6pPr indent="-355600" lvl="5" marL="2743200">
              <a:lnSpc>
                <a:spcPct val="100000"/>
              </a:lnSpc>
              <a:spcBef>
                <a:spcPts val="1500"/>
              </a:spcBef>
              <a:spcAft>
                <a:spcPts val="0"/>
              </a:spcAft>
              <a:buSzPts val="2000"/>
              <a:buChar char="■"/>
              <a:defRPr sz="2000"/>
            </a:lvl6pPr>
            <a:lvl7pPr indent="-355600" lvl="6" marL="3200400">
              <a:lnSpc>
                <a:spcPct val="100000"/>
              </a:lnSpc>
              <a:spcBef>
                <a:spcPts val="1500"/>
              </a:spcBef>
              <a:spcAft>
                <a:spcPts val="0"/>
              </a:spcAft>
              <a:buSzPts val="2000"/>
              <a:buChar char="●"/>
              <a:defRPr sz="2000"/>
            </a:lvl7pPr>
            <a:lvl8pPr indent="-355600" lvl="7" marL="3657600">
              <a:lnSpc>
                <a:spcPct val="100000"/>
              </a:lnSpc>
              <a:spcBef>
                <a:spcPts val="1500"/>
              </a:spcBef>
              <a:spcAft>
                <a:spcPts val="0"/>
              </a:spcAft>
              <a:buSzPts val="2000"/>
              <a:buChar char="○"/>
              <a:defRPr sz="2000"/>
            </a:lvl8pPr>
            <a:lvl9pPr indent="-355600" lvl="8" marL="4114800">
              <a:lnSpc>
                <a:spcPct val="100000"/>
              </a:lnSpc>
              <a:spcBef>
                <a:spcPts val="1500"/>
              </a:spcBef>
              <a:spcAft>
                <a:spcPts val="1500"/>
              </a:spcAft>
              <a:buSzPts val="2000"/>
              <a:buChar char="■"/>
              <a:defRPr sz="2000"/>
            </a:lvl9pPr>
          </a:lstStyle>
          <a:p/>
        </p:txBody>
      </p:sp>
      <p:sp>
        <p:nvSpPr>
          <p:cNvPr id="666" name="Google Shape;666;p91"/>
          <p:cNvSpPr txBox="1"/>
          <p:nvPr>
            <p:ph type="title"/>
          </p:nvPr>
        </p:nvSpPr>
        <p:spPr>
          <a:xfrm>
            <a:off x="2002536" y="649224"/>
            <a:ext cx="5202900" cy="493800"/>
          </a:xfrm>
          <a:prstGeom prst="rect">
            <a:avLst/>
          </a:prstGeom>
        </p:spPr>
        <p:txBody>
          <a:bodyPr anchorCtr="0" anchor="t" bIns="91425" lIns="91425" spcFirstLastPara="1" rIns="91425" wrap="square" tIns="91425">
            <a:noAutofit/>
          </a:bodyPr>
          <a:lstStyle>
            <a:lvl1pPr lvl="0">
              <a:spcBef>
                <a:spcPts val="0"/>
              </a:spcBef>
              <a:spcAft>
                <a:spcPts val="0"/>
              </a:spcAft>
              <a:buNone/>
              <a:defRPr sz="2600">
                <a:solidFill>
                  <a:srgbClr val="000000"/>
                </a:solidFill>
              </a:defRPr>
            </a:lvl1pPr>
            <a:lvl2pPr lvl="1">
              <a:spcBef>
                <a:spcPts val="0"/>
              </a:spcBef>
              <a:spcAft>
                <a:spcPts val="0"/>
              </a:spcAft>
              <a:buNone/>
              <a:defRPr sz="2600">
                <a:solidFill>
                  <a:srgbClr val="000000"/>
                </a:solidFill>
              </a:defRPr>
            </a:lvl2pPr>
            <a:lvl3pPr lvl="2">
              <a:spcBef>
                <a:spcPts val="0"/>
              </a:spcBef>
              <a:spcAft>
                <a:spcPts val="0"/>
              </a:spcAft>
              <a:buNone/>
              <a:defRPr sz="2600">
                <a:solidFill>
                  <a:srgbClr val="000000"/>
                </a:solidFill>
              </a:defRPr>
            </a:lvl3pPr>
            <a:lvl4pPr lvl="3">
              <a:spcBef>
                <a:spcPts val="0"/>
              </a:spcBef>
              <a:spcAft>
                <a:spcPts val="0"/>
              </a:spcAft>
              <a:buNone/>
              <a:defRPr sz="2600">
                <a:solidFill>
                  <a:srgbClr val="000000"/>
                </a:solidFill>
              </a:defRPr>
            </a:lvl4pPr>
            <a:lvl5pPr lvl="4">
              <a:spcBef>
                <a:spcPts val="0"/>
              </a:spcBef>
              <a:spcAft>
                <a:spcPts val="0"/>
              </a:spcAft>
              <a:buNone/>
              <a:defRPr sz="2600">
                <a:solidFill>
                  <a:srgbClr val="000000"/>
                </a:solidFill>
              </a:defRPr>
            </a:lvl5pPr>
            <a:lvl6pPr lvl="5">
              <a:spcBef>
                <a:spcPts val="0"/>
              </a:spcBef>
              <a:spcAft>
                <a:spcPts val="0"/>
              </a:spcAft>
              <a:buNone/>
              <a:defRPr sz="2600">
                <a:solidFill>
                  <a:srgbClr val="000000"/>
                </a:solidFill>
              </a:defRPr>
            </a:lvl6pPr>
            <a:lvl7pPr lvl="6">
              <a:spcBef>
                <a:spcPts val="0"/>
              </a:spcBef>
              <a:spcAft>
                <a:spcPts val="0"/>
              </a:spcAft>
              <a:buNone/>
              <a:defRPr sz="2600">
                <a:solidFill>
                  <a:srgbClr val="000000"/>
                </a:solidFill>
              </a:defRPr>
            </a:lvl7pPr>
            <a:lvl8pPr lvl="7">
              <a:spcBef>
                <a:spcPts val="0"/>
              </a:spcBef>
              <a:spcAft>
                <a:spcPts val="0"/>
              </a:spcAft>
              <a:buNone/>
              <a:defRPr sz="2600">
                <a:solidFill>
                  <a:srgbClr val="000000"/>
                </a:solidFill>
              </a:defRPr>
            </a:lvl8pPr>
            <a:lvl9pPr lvl="8">
              <a:spcBef>
                <a:spcPts val="0"/>
              </a:spcBef>
              <a:spcAft>
                <a:spcPts val="0"/>
              </a:spcAft>
              <a:buNone/>
              <a:defRPr sz="2600">
                <a:solidFill>
                  <a:srgbClr val="000000"/>
                </a:solidFill>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Evidence Card with TT">
  <p:cSld name="SECTION_HEADER_1_1_2_2_8">
    <p:bg>
      <p:bgPr>
        <a:solidFill>
          <a:srgbClr val="FFFFFF"/>
        </a:solidFill>
      </p:bgPr>
    </p:bg>
    <p:spTree>
      <p:nvGrpSpPr>
        <p:cNvPr id="667" name="Shape 667"/>
        <p:cNvGrpSpPr/>
        <p:nvPr/>
      </p:nvGrpSpPr>
      <p:grpSpPr>
        <a:xfrm>
          <a:off x="0" y="0"/>
          <a:ext cx="0" cy="0"/>
          <a:chOff x="0" y="0"/>
          <a:chExt cx="0" cy="0"/>
        </a:xfrm>
      </p:grpSpPr>
      <p:sp>
        <p:nvSpPr>
          <p:cNvPr id="668" name="Google Shape;668;p92"/>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669" name="Google Shape;669;p92"/>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70" name="Google Shape;670;p92"/>
          <p:cNvSpPr txBox="1"/>
          <p:nvPr>
            <p:ph idx="3" type="subTitle"/>
          </p:nvPr>
        </p:nvSpPr>
        <p:spPr>
          <a:xfrm>
            <a:off x="236875" y="164600"/>
            <a:ext cx="43578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71" name="Google Shape;671;p92"/>
          <p:cNvSpPr txBox="1"/>
          <p:nvPr>
            <p:ph idx="4" type="body"/>
          </p:nvPr>
        </p:nvSpPr>
        <p:spPr>
          <a:xfrm>
            <a:off x="4343400" y="941832"/>
            <a:ext cx="4223700" cy="34485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SzPts val="2800"/>
              <a:buFont typeface="Roboto"/>
              <a:buChar char="●"/>
              <a:defRPr sz="2800">
                <a:latin typeface="Roboto"/>
                <a:ea typeface="Roboto"/>
                <a:cs typeface="Roboto"/>
                <a:sym typeface="Roboto"/>
              </a:defRPr>
            </a:lvl1pPr>
            <a:lvl2pPr indent="-406400" lvl="1" marL="914400">
              <a:lnSpc>
                <a:spcPct val="100000"/>
              </a:lnSpc>
              <a:spcBef>
                <a:spcPts val="1600"/>
              </a:spcBef>
              <a:spcAft>
                <a:spcPts val="0"/>
              </a:spcAft>
              <a:buSzPts val="2800"/>
              <a:buChar char="○"/>
              <a:defRPr sz="2800"/>
            </a:lvl2pPr>
            <a:lvl3pPr indent="-406400" lvl="2" marL="1371600">
              <a:lnSpc>
                <a:spcPct val="100000"/>
              </a:lnSpc>
              <a:spcBef>
                <a:spcPts val="1600"/>
              </a:spcBef>
              <a:spcAft>
                <a:spcPts val="0"/>
              </a:spcAft>
              <a:buSzPts val="2800"/>
              <a:buChar char="■"/>
              <a:defRPr sz="2800"/>
            </a:lvl3pPr>
            <a:lvl4pPr indent="-406400" lvl="3" marL="1828800">
              <a:lnSpc>
                <a:spcPct val="100000"/>
              </a:lnSpc>
              <a:spcBef>
                <a:spcPts val="1600"/>
              </a:spcBef>
              <a:spcAft>
                <a:spcPts val="0"/>
              </a:spcAft>
              <a:buSzPts val="2800"/>
              <a:buChar char="●"/>
              <a:defRPr sz="2800"/>
            </a:lvl4pPr>
            <a:lvl5pPr indent="-406400" lvl="4" marL="2286000">
              <a:lnSpc>
                <a:spcPct val="100000"/>
              </a:lnSpc>
              <a:spcBef>
                <a:spcPts val="1600"/>
              </a:spcBef>
              <a:spcAft>
                <a:spcPts val="0"/>
              </a:spcAft>
              <a:buSzPts val="2800"/>
              <a:buChar char="○"/>
              <a:defRPr sz="2800"/>
            </a:lvl5pPr>
            <a:lvl6pPr indent="-406400" lvl="5" marL="2743200">
              <a:lnSpc>
                <a:spcPct val="100000"/>
              </a:lnSpc>
              <a:spcBef>
                <a:spcPts val="1600"/>
              </a:spcBef>
              <a:spcAft>
                <a:spcPts val="0"/>
              </a:spcAft>
              <a:buSzPts val="2800"/>
              <a:buChar char="■"/>
              <a:defRPr sz="2800"/>
            </a:lvl6pPr>
            <a:lvl7pPr indent="-406400" lvl="6" marL="3200400">
              <a:lnSpc>
                <a:spcPct val="100000"/>
              </a:lnSpc>
              <a:spcBef>
                <a:spcPts val="1600"/>
              </a:spcBef>
              <a:spcAft>
                <a:spcPts val="0"/>
              </a:spcAft>
              <a:buSzPts val="2800"/>
              <a:buChar char="●"/>
              <a:defRPr sz="2800"/>
            </a:lvl7pPr>
            <a:lvl8pPr indent="-406400" lvl="7" marL="3657600">
              <a:lnSpc>
                <a:spcPct val="100000"/>
              </a:lnSpc>
              <a:spcBef>
                <a:spcPts val="1600"/>
              </a:spcBef>
              <a:spcAft>
                <a:spcPts val="0"/>
              </a:spcAft>
              <a:buSzPts val="2800"/>
              <a:buChar char="○"/>
              <a:defRPr sz="2800"/>
            </a:lvl8pPr>
            <a:lvl9pPr indent="-406400" lvl="8" marL="4114800">
              <a:lnSpc>
                <a:spcPct val="100000"/>
              </a:lnSpc>
              <a:spcBef>
                <a:spcPts val="1600"/>
              </a:spcBef>
              <a:spcAft>
                <a:spcPts val="1600"/>
              </a:spcAft>
              <a:buSzPts val="2800"/>
              <a:buChar char="■"/>
              <a:defRPr sz="2800"/>
            </a:lvl9pPr>
          </a:lstStyle>
          <a:p/>
        </p:txBody>
      </p:sp>
      <p:pic>
        <p:nvPicPr>
          <p:cNvPr id="672" name="Google Shape;672;p92"/>
          <p:cNvPicPr preferRelativeResize="0"/>
          <p:nvPr/>
        </p:nvPicPr>
        <p:blipFill>
          <a:blip r:embed="rId2">
            <a:alphaModFix/>
          </a:blip>
          <a:stretch>
            <a:fillRect/>
          </a:stretch>
        </p:blipFill>
        <p:spPr>
          <a:xfrm>
            <a:off x="71587" y="1135401"/>
            <a:ext cx="3797923" cy="1769524"/>
          </a:xfrm>
          <a:prstGeom prst="rect">
            <a:avLst/>
          </a:prstGeom>
          <a:noFill/>
          <a:ln>
            <a:noFill/>
          </a:ln>
        </p:spPr>
      </p:pic>
      <p:sp>
        <p:nvSpPr>
          <p:cNvPr id="673" name="Google Shape;673;p92"/>
          <p:cNvSpPr txBox="1"/>
          <p:nvPr>
            <p:ph idx="5" type="subTitle"/>
          </p:nvPr>
        </p:nvSpPr>
        <p:spPr>
          <a:xfrm>
            <a:off x="438912" y="758952"/>
            <a:ext cx="3063300" cy="393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400"/>
            </a:lvl1pPr>
            <a:lvl2pPr lvl="1" algn="ctr">
              <a:spcBef>
                <a:spcPts val="1600"/>
              </a:spcBef>
              <a:spcAft>
                <a:spcPts val="0"/>
              </a:spcAft>
              <a:buNone/>
              <a:defRPr sz="1400"/>
            </a:lvl2pPr>
            <a:lvl3pPr lvl="2" algn="ctr">
              <a:spcBef>
                <a:spcPts val="1600"/>
              </a:spcBef>
              <a:spcAft>
                <a:spcPts val="0"/>
              </a:spcAft>
              <a:buNone/>
              <a:defRPr sz="1400"/>
            </a:lvl3pPr>
            <a:lvl4pPr lvl="3" algn="ctr">
              <a:spcBef>
                <a:spcPts val="1600"/>
              </a:spcBef>
              <a:spcAft>
                <a:spcPts val="0"/>
              </a:spcAft>
              <a:buNone/>
              <a:defRPr sz="1400"/>
            </a:lvl4pPr>
            <a:lvl5pPr lvl="4" algn="ctr">
              <a:spcBef>
                <a:spcPts val="1600"/>
              </a:spcBef>
              <a:spcAft>
                <a:spcPts val="0"/>
              </a:spcAft>
              <a:buNone/>
              <a:defRPr sz="1400"/>
            </a:lvl5pPr>
            <a:lvl6pPr lvl="5" algn="ctr">
              <a:spcBef>
                <a:spcPts val="1600"/>
              </a:spcBef>
              <a:spcAft>
                <a:spcPts val="0"/>
              </a:spcAft>
              <a:buNone/>
              <a:defRPr sz="1400"/>
            </a:lvl6pPr>
            <a:lvl7pPr lvl="6" algn="ctr">
              <a:spcBef>
                <a:spcPts val="1600"/>
              </a:spcBef>
              <a:spcAft>
                <a:spcPts val="0"/>
              </a:spcAft>
              <a:buNone/>
              <a:defRPr sz="1400"/>
            </a:lvl7pPr>
            <a:lvl8pPr lvl="7" algn="ctr">
              <a:spcBef>
                <a:spcPts val="1600"/>
              </a:spcBef>
              <a:spcAft>
                <a:spcPts val="0"/>
              </a:spcAft>
              <a:buNone/>
              <a:defRPr sz="1400"/>
            </a:lvl8pPr>
            <a:lvl9pPr lvl="8" algn="ctr">
              <a:spcBef>
                <a:spcPts val="1600"/>
              </a:spcBef>
              <a:spcAft>
                <a:spcPts val="1600"/>
              </a:spcAft>
              <a:buNone/>
              <a:defRPr sz="1400"/>
            </a:lvl9pPr>
          </a:lstStyle>
          <a:p/>
        </p:txBody>
      </p:sp>
      <p:sp>
        <p:nvSpPr>
          <p:cNvPr id="674" name="Google Shape;674;p92"/>
          <p:cNvSpPr txBox="1"/>
          <p:nvPr>
            <p:ph idx="6" type="body"/>
          </p:nvPr>
        </p:nvSpPr>
        <p:spPr>
          <a:xfrm>
            <a:off x="283464" y="1508760"/>
            <a:ext cx="3365100" cy="1134000"/>
          </a:xfrm>
          <a:prstGeom prst="rect">
            <a:avLst/>
          </a:prstGeom>
        </p:spPr>
        <p:txBody>
          <a:bodyPr anchorCtr="0" anchor="ctr" bIns="0" lIns="91425" spcFirstLastPara="1" rIns="91425" wrap="square" tIns="91425">
            <a:noAutofit/>
          </a:bodyPr>
          <a:lstStyle>
            <a:lvl1pPr indent="-330200" lvl="0" marL="457200">
              <a:spcBef>
                <a:spcPts val="0"/>
              </a:spcBef>
              <a:spcAft>
                <a:spcPts val="0"/>
              </a:spcAft>
              <a:buSzPts val="1600"/>
              <a:buFont typeface="Roboto"/>
              <a:buChar char="●"/>
              <a:defRPr sz="1600">
                <a:latin typeface="Roboto"/>
                <a:ea typeface="Roboto"/>
                <a:cs typeface="Roboto"/>
                <a:sym typeface="Roboto"/>
              </a:defRPr>
            </a:lvl1pPr>
            <a:lvl2pPr indent="-330200" lvl="1" marL="914400">
              <a:spcBef>
                <a:spcPts val="1600"/>
              </a:spcBef>
              <a:spcAft>
                <a:spcPts val="0"/>
              </a:spcAft>
              <a:buSzPts val="1600"/>
              <a:buChar char="○"/>
              <a:defRPr sz="1600"/>
            </a:lvl2pPr>
            <a:lvl3pPr indent="-330200" lvl="2" marL="1371600">
              <a:spcBef>
                <a:spcPts val="1600"/>
              </a:spcBef>
              <a:spcAft>
                <a:spcPts val="0"/>
              </a:spcAft>
              <a:buSzPts val="1600"/>
              <a:buChar char="■"/>
              <a:defRPr sz="1600"/>
            </a:lvl3pPr>
            <a:lvl4pPr indent="-330200" lvl="3" marL="1828800">
              <a:spcBef>
                <a:spcPts val="1600"/>
              </a:spcBef>
              <a:spcAft>
                <a:spcPts val="0"/>
              </a:spcAft>
              <a:buSzPts val="1600"/>
              <a:buChar char="●"/>
              <a:defRPr sz="1600"/>
            </a:lvl4pPr>
            <a:lvl5pPr indent="-330200" lvl="4" marL="2286000">
              <a:spcBef>
                <a:spcPts val="1600"/>
              </a:spcBef>
              <a:spcAft>
                <a:spcPts val="0"/>
              </a:spcAft>
              <a:buSzPts val="1600"/>
              <a:buChar char="○"/>
              <a:defRPr sz="1600"/>
            </a:lvl5pPr>
            <a:lvl6pPr indent="-330200" lvl="5" marL="2743200">
              <a:spcBef>
                <a:spcPts val="1600"/>
              </a:spcBef>
              <a:spcAft>
                <a:spcPts val="0"/>
              </a:spcAft>
              <a:buSzPts val="1600"/>
              <a:buChar char="■"/>
              <a:defRPr sz="1600"/>
            </a:lvl6pPr>
            <a:lvl7pPr indent="-330200" lvl="6" marL="3200400">
              <a:spcBef>
                <a:spcPts val="1600"/>
              </a:spcBef>
              <a:spcAft>
                <a:spcPts val="0"/>
              </a:spcAft>
              <a:buSzPts val="1600"/>
              <a:buChar char="●"/>
              <a:defRPr sz="1600"/>
            </a:lvl7pPr>
            <a:lvl8pPr indent="-330200" lvl="7" marL="3657600">
              <a:spcBef>
                <a:spcPts val="1600"/>
              </a:spcBef>
              <a:spcAft>
                <a:spcPts val="0"/>
              </a:spcAft>
              <a:buSzPts val="1600"/>
              <a:buChar char="○"/>
              <a:defRPr sz="1600"/>
            </a:lvl8pPr>
            <a:lvl9pPr indent="-330200" lvl="8" marL="4114800">
              <a:spcBef>
                <a:spcPts val="1600"/>
              </a:spcBef>
              <a:spcAft>
                <a:spcPts val="1600"/>
              </a:spcAft>
              <a:buSzPts val="1600"/>
              <a:buChar char="■"/>
              <a:defRPr sz="1600"/>
            </a:lvl9pPr>
          </a:lstStyle>
          <a:p/>
        </p:txBody>
      </p:sp>
    </p:spTree>
  </p:cSld>
  <p:clrMapOvr>
    <a:masterClrMapping/>
  </p:clrMapOvr>
  <p:extLst>
    <p:ext uri="{DCECCB84-F9BA-43D5-87BE-67443E8EF086}">
      <p15:sldGuideLst>
        <p15:guide id="1" pos="510">
          <p15:clr>
            <a:srgbClr val="F9AD4C"/>
          </p15:clr>
        </p15:guide>
        <p15:guide id="2" pos="2736">
          <p15:clr>
            <a:srgbClr val="F9AD4C"/>
          </p15:clr>
        </p15:guide>
        <p15:guide id="3" pos="201">
          <p15:clr>
            <a:srgbClr val="F9AD4C"/>
          </p15:clr>
        </p15:guide>
      </p15:sldGuideLst>
    </p:ext>
  </p:extLst>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gumentation - Evidence Card with SA">
  <p:cSld name="SECTION_HEADER_1_1_2_1_2_6">
    <p:bg>
      <p:bgPr>
        <a:solidFill>
          <a:srgbClr val="FFFFFF"/>
        </a:solidFill>
      </p:bgPr>
    </p:bg>
    <p:spTree>
      <p:nvGrpSpPr>
        <p:cNvPr id="675" name="Shape 675"/>
        <p:cNvGrpSpPr/>
        <p:nvPr/>
      </p:nvGrpSpPr>
      <p:grpSpPr>
        <a:xfrm>
          <a:off x="0" y="0"/>
          <a:ext cx="0" cy="0"/>
          <a:chOff x="0" y="0"/>
          <a:chExt cx="0" cy="0"/>
        </a:xfrm>
      </p:grpSpPr>
      <p:sp>
        <p:nvSpPr>
          <p:cNvPr id="676" name="Google Shape;676;p93"/>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
        <p:nvSpPr>
          <p:cNvPr id="677" name="Google Shape;677;p93"/>
          <p:cNvSpPr txBox="1"/>
          <p:nvPr>
            <p:ph idx="2" type="subTitle"/>
          </p:nvPr>
        </p:nvSpPr>
        <p:spPr>
          <a:xfrm>
            <a:off x="7096125" y="164600"/>
            <a:ext cx="1813800" cy="301800"/>
          </a:xfrm>
          <a:prstGeom prst="rect">
            <a:avLst/>
          </a:prstGeom>
        </p:spPr>
        <p:txBody>
          <a:bodyPr anchorCtr="0" anchor="ctr" bIns="91425" lIns="91425" spcFirstLastPara="1" rIns="0" wrap="square" tIns="91425">
            <a:noAutofit/>
          </a:bodyPr>
          <a:lstStyle>
            <a:lvl1pPr lvl="0" algn="r">
              <a:lnSpc>
                <a:spcPct val="114000"/>
              </a:lnSpc>
              <a:spcBef>
                <a:spcPts val="0"/>
              </a:spcBef>
              <a:spcAft>
                <a:spcPts val="0"/>
              </a:spcAft>
              <a:buNone/>
              <a:defRPr b="1" sz="900">
                <a:solidFill>
                  <a:srgbClr val="767676"/>
                </a:solidFill>
                <a:latin typeface="Roboto"/>
                <a:ea typeface="Roboto"/>
                <a:cs typeface="Roboto"/>
                <a:sym typeface="Roboto"/>
              </a:defRPr>
            </a:lvl1pPr>
            <a:lvl2pPr lvl="1">
              <a:spcBef>
                <a:spcPts val="0"/>
              </a:spcBef>
              <a:spcAft>
                <a:spcPts val="0"/>
              </a:spcAft>
              <a:buNone/>
              <a:defRPr b="1">
                <a:latin typeface="Roboto"/>
                <a:ea typeface="Roboto"/>
                <a:cs typeface="Roboto"/>
                <a:sym typeface="Roboto"/>
              </a:defRPr>
            </a:lvl2pPr>
            <a:lvl3pPr lvl="2">
              <a:spcBef>
                <a:spcPts val="1600"/>
              </a:spcBef>
              <a:spcAft>
                <a:spcPts val="0"/>
              </a:spcAft>
              <a:buNone/>
              <a:defRPr b="1">
                <a:latin typeface="Roboto"/>
                <a:ea typeface="Roboto"/>
                <a:cs typeface="Roboto"/>
                <a:sym typeface="Roboto"/>
              </a:defRPr>
            </a:lvl3pPr>
            <a:lvl4pPr lvl="3">
              <a:spcBef>
                <a:spcPts val="1600"/>
              </a:spcBef>
              <a:spcAft>
                <a:spcPts val="0"/>
              </a:spcAft>
              <a:buNone/>
              <a:defRPr b="1">
                <a:latin typeface="Roboto"/>
                <a:ea typeface="Roboto"/>
                <a:cs typeface="Roboto"/>
                <a:sym typeface="Roboto"/>
              </a:defRPr>
            </a:lvl4pPr>
            <a:lvl5pPr lvl="4">
              <a:spcBef>
                <a:spcPts val="1600"/>
              </a:spcBef>
              <a:spcAft>
                <a:spcPts val="0"/>
              </a:spcAft>
              <a:buNone/>
              <a:defRPr b="1">
                <a:latin typeface="Roboto"/>
                <a:ea typeface="Roboto"/>
                <a:cs typeface="Roboto"/>
                <a:sym typeface="Roboto"/>
              </a:defRPr>
            </a:lvl5pPr>
            <a:lvl6pPr lvl="5">
              <a:spcBef>
                <a:spcPts val="1600"/>
              </a:spcBef>
              <a:spcAft>
                <a:spcPts val="0"/>
              </a:spcAft>
              <a:buNone/>
              <a:defRPr b="1">
                <a:latin typeface="Roboto"/>
                <a:ea typeface="Roboto"/>
                <a:cs typeface="Roboto"/>
                <a:sym typeface="Roboto"/>
              </a:defRPr>
            </a:lvl6pPr>
            <a:lvl7pPr lvl="6">
              <a:spcBef>
                <a:spcPts val="1600"/>
              </a:spcBef>
              <a:spcAft>
                <a:spcPts val="0"/>
              </a:spcAft>
              <a:buNone/>
              <a:defRPr b="1">
                <a:latin typeface="Roboto"/>
                <a:ea typeface="Roboto"/>
                <a:cs typeface="Roboto"/>
                <a:sym typeface="Roboto"/>
              </a:defRPr>
            </a:lvl7pPr>
            <a:lvl8pPr lvl="7">
              <a:spcBef>
                <a:spcPts val="1600"/>
              </a:spcBef>
              <a:spcAft>
                <a:spcPts val="0"/>
              </a:spcAft>
              <a:buNone/>
              <a:defRPr b="1">
                <a:latin typeface="Roboto"/>
                <a:ea typeface="Roboto"/>
                <a:cs typeface="Roboto"/>
                <a:sym typeface="Roboto"/>
              </a:defRPr>
            </a:lvl8pPr>
            <a:lvl9pPr lvl="8">
              <a:spcBef>
                <a:spcPts val="1600"/>
              </a:spcBef>
              <a:spcAft>
                <a:spcPts val="1600"/>
              </a:spcAft>
              <a:buNone/>
              <a:defRPr b="1">
                <a:latin typeface="Roboto"/>
                <a:ea typeface="Roboto"/>
                <a:cs typeface="Roboto"/>
                <a:sym typeface="Roboto"/>
              </a:defRPr>
            </a:lvl9pPr>
          </a:lstStyle>
          <a:p/>
        </p:txBody>
      </p:sp>
      <p:sp>
        <p:nvSpPr>
          <p:cNvPr id="678" name="Google Shape;678;p93"/>
          <p:cNvSpPr txBox="1"/>
          <p:nvPr>
            <p:ph idx="3" type="subTitle"/>
          </p:nvPr>
        </p:nvSpPr>
        <p:spPr>
          <a:xfrm>
            <a:off x="236875" y="164600"/>
            <a:ext cx="4314900" cy="301800"/>
          </a:xfrm>
          <a:prstGeom prst="rect">
            <a:avLst/>
          </a:prstGeom>
        </p:spPr>
        <p:txBody>
          <a:bodyPr anchorCtr="0" anchor="ctr" bIns="91425" lIns="0" spcFirstLastPara="1" rIns="0" wrap="square" tIns="91425">
            <a:noAutofit/>
          </a:bodyPr>
          <a:lstStyle>
            <a:lvl1pPr lvl="0">
              <a:lnSpc>
                <a:spcPct val="114000"/>
              </a:lnSpc>
              <a:spcBef>
                <a:spcPts val="0"/>
              </a:spcBef>
              <a:spcAft>
                <a:spcPts val="0"/>
              </a:spcAft>
              <a:buNone/>
              <a:defRPr sz="900">
                <a:solidFill>
                  <a:srgbClr val="767676"/>
                </a:solidFill>
                <a:latin typeface="Roboto"/>
                <a:ea typeface="Roboto"/>
                <a:cs typeface="Roboto"/>
                <a:sym typeface="Roboto"/>
              </a:defRPr>
            </a:lvl1pPr>
            <a:lvl2pPr lvl="1">
              <a:spcBef>
                <a:spcPts val="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p:txBody>
      </p:sp>
      <p:sp>
        <p:nvSpPr>
          <p:cNvPr id="679" name="Google Shape;679;p93"/>
          <p:cNvSpPr txBox="1"/>
          <p:nvPr>
            <p:ph idx="4" type="body"/>
          </p:nvPr>
        </p:nvSpPr>
        <p:spPr>
          <a:xfrm>
            <a:off x="4343400" y="1353312"/>
            <a:ext cx="4188000" cy="2834700"/>
          </a:xfrm>
          <a:prstGeom prst="rect">
            <a:avLst/>
          </a:prstGeom>
        </p:spPr>
        <p:txBody>
          <a:bodyPr anchorCtr="0" anchor="t" bIns="91425" lIns="91425" spcFirstLastPara="1" rIns="91425" wrap="square" tIns="91425">
            <a:noAutofit/>
          </a:bodyPr>
          <a:lstStyle>
            <a:lvl1pPr indent="-406400" lvl="0" marL="457200">
              <a:lnSpc>
                <a:spcPct val="100000"/>
              </a:lnSpc>
              <a:spcBef>
                <a:spcPts val="0"/>
              </a:spcBef>
              <a:spcAft>
                <a:spcPts val="0"/>
              </a:spcAft>
              <a:buClr>
                <a:srgbClr val="333FBF"/>
              </a:buClr>
              <a:buSzPts val="2800"/>
              <a:buFont typeface="Roboto"/>
              <a:buChar char="●"/>
              <a:defRPr sz="2800">
                <a:solidFill>
                  <a:srgbClr val="333FBF"/>
                </a:solidFill>
                <a:latin typeface="Roboto"/>
                <a:ea typeface="Roboto"/>
                <a:cs typeface="Roboto"/>
                <a:sym typeface="Roboto"/>
              </a:defRPr>
            </a:lvl1pPr>
            <a:lvl2pPr indent="-406400" lvl="1" marL="914400">
              <a:lnSpc>
                <a:spcPct val="100000"/>
              </a:lnSpc>
              <a:spcBef>
                <a:spcPts val="1600"/>
              </a:spcBef>
              <a:spcAft>
                <a:spcPts val="0"/>
              </a:spcAft>
              <a:buClr>
                <a:srgbClr val="333FBF"/>
              </a:buClr>
              <a:buSzPts val="2800"/>
              <a:buChar char="○"/>
              <a:defRPr sz="2800">
                <a:solidFill>
                  <a:srgbClr val="333FBF"/>
                </a:solidFill>
              </a:defRPr>
            </a:lvl2pPr>
            <a:lvl3pPr indent="-406400" lvl="2" marL="1371600">
              <a:lnSpc>
                <a:spcPct val="100000"/>
              </a:lnSpc>
              <a:spcBef>
                <a:spcPts val="1600"/>
              </a:spcBef>
              <a:spcAft>
                <a:spcPts val="0"/>
              </a:spcAft>
              <a:buClr>
                <a:srgbClr val="333FBF"/>
              </a:buClr>
              <a:buSzPts val="2800"/>
              <a:buChar char="■"/>
              <a:defRPr sz="2800">
                <a:solidFill>
                  <a:srgbClr val="333FBF"/>
                </a:solidFill>
              </a:defRPr>
            </a:lvl3pPr>
            <a:lvl4pPr indent="-406400" lvl="3" marL="1828800">
              <a:lnSpc>
                <a:spcPct val="100000"/>
              </a:lnSpc>
              <a:spcBef>
                <a:spcPts val="1600"/>
              </a:spcBef>
              <a:spcAft>
                <a:spcPts val="0"/>
              </a:spcAft>
              <a:buClr>
                <a:srgbClr val="333FBF"/>
              </a:buClr>
              <a:buSzPts val="2800"/>
              <a:buChar char="●"/>
              <a:defRPr sz="2800">
                <a:solidFill>
                  <a:srgbClr val="333FBF"/>
                </a:solidFill>
              </a:defRPr>
            </a:lvl4pPr>
            <a:lvl5pPr indent="-406400" lvl="4" marL="2286000">
              <a:lnSpc>
                <a:spcPct val="100000"/>
              </a:lnSpc>
              <a:spcBef>
                <a:spcPts val="1600"/>
              </a:spcBef>
              <a:spcAft>
                <a:spcPts val="0"/>
              </a:spcAft>
              <a:buClr>
                <a:srgbClr val="333FBF"/>
              </a:buClr>
              <a:buSzPts val="2800"/>
              <a:buChar char="○"/>
              <a:defRPr sz="2800">
                <a:solidFill>
                  <a:srgbClr val="333FBF"/>
                </a:solidFill>
              </a:defRPr>
            </a:lvl5pPr>
            <a:lvl6pPr indent="-406400" lvl="5" marL="2743200">
              <a:lnSpc>
                <a:spcPct val="100000"/>
              </a:lnSpc>
              <a:spcBef>
                <a:spcPts val="1600"/>
              </a:spcBef>
              <a:spcAft>
                <a:spcPts val="0"/>
              </a:spcAft>
              <a:buClr>
                <a:srgbClr val="333FBF"/>
              </a:buClr>
              <a:buSzPts val="2800"/>
              <a:buChar char="■"/>
              <a:defRPr sz="2800">
                <a:solidFill>
                  <a:srgbClr val="333FBF"/>
                </a:solidFill>
              </a:defRPr>
            </a:lvl6pPr>
            <a:lvl7pPr indent="-406400" lvl="6" marL="3200400">
              <a:lnSpc>
                <a:spcPct val="100000"/>
              </a:lnSpc>
              <a:spcBef>
                <a:spcPts val="1600"/>
              </a:spcBef>
              <a:spcAft>
                <a:spcPts val="0"/>
              </a:spcAft>
              <a:buClr>
                <a:srgbClr val="333FBF"/>
              </a:buClr>
              <a:buSzPts val="2800"/>
              <a:buChar char="●"/>
              <a:defRPr sz="2800">
                <a:solidFill>
                  <a:srgbClr val="333FBF"/>
                </a:solidFill>
              </a:defRPr>
            </a:lvl7pPr>
            <a:lvl8pPr indent="-406400" lvl="7" marL="3657600">
              <a:lnSpc>
                <a:spcPct val="100000"/>
              </a:lnSpc>
              <a:spcBef>
                <a:spcPts val="1600"/>
              </a:spcBef>
              <a:spcAft>
                <a:spcPts val="0"/>
              </a:spcAft>
              <a:buClr>
                <a:srgbClr val="333FBF"/>
              </a:buClr>
              <a:buSzPts val="2800"/>
              <a:buChar char="○"/>
              <a:defRPr sz="2800">
                <a:solidFill>
                  <a:srgbClr val="333FBF"/>
                </a:solidFill>
              </a:defRPr>
            </a:lvl8pPr>
            <a:lvl9pPr indent="-406400" lvl="8" marL="4114800">
              <a:lnSpc>
                <a:spcPct val="100000"/>
              </a:lnSpc>
              <a:spcBef>
                <a:spcPts val="1600"/>
              </a:spcBef>
              <a:spcAft>
                <a:spcPts val="1600"/>
              </a:spcAft>
              <a:buClr>
                <a:srgbClr val="333FBF"/>
              </a:buClr>
              <a:buSzPts val="2800"/>
              <a:buChar char="■"/>
              <a:defRPr sz="2800">
                <a:solidFill>
                  <a:srgbClr val="333FBF"/>
                </a:solidFill>
              </a:defRPr>
            </a:lvl9pPr>
          </a:lstStyle>
          <a:p/>
        </p:txBody>
      </p:sp>
      <p:pic>
        <p:nvPicPr>
          <p:cNvPr id="680" name="Google Shape;680;p93"/>
          <p:cNvPicPr preferRelativeResize="0"/>
          <p:nvPr/>
        </p:nvPicPr>
        <p:blipFill>
          <a:blip r:embed="rId2">
            <a:alphaModFix/>
          </a:blip>
          <a:stretch>
            <a:fillRect/>
          </a:stretch>
        </p:blipFill>
        <p:spPr>
          <a:xfrm>
            <a:off x="71587" y="1135401"/>
            <a:ext cx="3797923" cy="1769524"/>
          </a:xfrm>
          <a:prstGeom prst="rect">
            <a:avLst/>
          </a:prstGeom>
          <a:noFill/>
          <a:ln>
            <a:noFill/>
          </a:ln>
        </p:spPr>
      </p:pic>
      <p:sp>
        <p:nvSpPr>
          <p:cNvPr id="681" name="Google Shape;681;p93"/>
          <p:cNvSpPr txBox="1"/>
          <p:nvPr>
            <p:ph idx="5" type="subTitle"/>
          </p:nvPr>
        </p:nvSpPr>
        <p:spPr>
          <a:xfrm>
            <a:off x="438912" y="758952"/>
            <a:ext cx="3063300" cy="3933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400"/>
            </a:lvl1pPr>
            <a:lvl2pPr lvl="1" algn="ctr">
              <a:spcBef>
                <a:spcPts val="1600"/>
              </a:spcBef>
              <a:spcAft>
                <a:spcPts val="0"/>
              </a:spcAft>
              <a:buNone/>
              <a:defRPr sz="1400"/>
            </a:lvl2pPr>
            <a:lvl3pPr lvl="2" algn="ctr">
              <a:spcBef>
                <a:spcPts val="1600"/>
              </a:spcBef>
              <a:spcAft>
                <a:spcPts val="0"/>
              </a:spcAft>
              <a:buNone/>
              <a:defRPr sz="1400"/>
            </a:lvl3pPr>
            <a:lvl4pPr lvl="3" algn="ctr">
              <a:spcBef>
                <a:spcPts val="1600"/>
              </a:spcBef>
              <a:spcAft>
                <a:spcPts val="0"/>
              </a:spcAft>
              <a:buNone/>
              <a:defRPr sz="1400"/>
            </a:lvl4pPr>
            <a:lvl5pPr lvl="4" algn="ctr">
              <a:spcBef>
                <a:spcPts val="1600"/>
              </a:spcBef>
              <a:spcAft>
                <a:spcPts val="0"/>
              </a:spcAft>
              <a:buNone/>
              <a:defRPr sz="1400"/>
            </a:lvl5pPr>
            <a:lvl6pPr lvl="5" algn="ctr">
              <a:spcBef>
                <a:spcPts val="1600"/>
              </a:spcBef>
              <a:spcAft>
                <a:spcPts val="0"/>
              </a:spcAft>
              <a:buNone/>
              <a:defRPr sz="1400"/>
            </a:lvl6pPr>
            <a:lvl7pPr lvl="6" algn="ctr">
              <a:spcBef>
                <a:spcPts val="1600"/>
              </a:spcBef>
              <a:spcAft>
                <a:spcPts val="0"/>
              </a:spcAft>
              <a:buNone/>
              <a:defRPr sz="1400"/>
            </a:lvl7pPr>
            <a:lvl8pPr lvl="7" algn="ctr">
              <a:spcBef>
                <a:spcPts val="1600"/>
              </a:spcBef>
              <a:spcAft>
                <a:spcPts val="0"/>
              </a:spcAft>
              <a:buNone/>
              <a:defRPr sz="1400"/>
            </a:lvl8pPr>
            <a:lvl9pPr lvl="8" algn="ctr">
              <a:spcBef>
                <a:spcPts val="1600"/>
              </a:spcBef>
              <a:spcAft>
                <a:spcPts val="1600"/>
              </a:spcAft>
              <a:buNone/>
              <a:defRPr sz="1400"/>
            </a:lvl9pPr>
          </a:lstStyle>
          <a:p/>
        </p:txBody>
      </p:sp>
      <p:sp>
        <p:nvSpPr>
          <p:cNvPr id="682" name="Google Shape;682;p93"/>
          <p:cNvSpPr txBox="1"/>
          <p:nvPr>
            <p:ph idx="6" type="body"/>
          </p:nvPr>
        </p:nvSpPr>
        <p:spPr>
          <a:xfrm>
            <a:off x="283464" y="1508760"/>
            <a:ext cx="3365100" cy="11340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Font typeface="Roboto"/>
              <a:buChar char="●"/>
              <a:defRPr sz="1800">
                <a:latin typeface="Roboto"/>
                <a:ea typeface="Roboto"/>
                <a:cs typeface="Roboto"/>
                <a:sym typeface="Roboto"/>
              </a:defRPr>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42900" lvl="3" marL="1828800">
              <a:spcBef>
                <a:spcPts val="1600"/>
              </a:spcBef>
              <a:spcAft>
                <a:spcPts val="0"/>
              </a:spcAft>
              <a:buSzPts val="1800"/>
              <a:buChar char="●"/>
              <a:defRPr sz="1800"/>
            </a:lvl4pPr>
            <a:lvl5pPr indent="-342900" lvl="4" marL="2286000">
              <a:spcBef>
                <a:spcPts val="1600"/>
              </a:spcBef>
              <a:spcAft>
                <a:spcPts val="0"/>
              </a:spcAft>
              <a:buSzPts val="1800"/>
              <a:buChar char="○"/>
              <a:defRPr sz="1800"/>
            </a:lvl5pPr>
            <a:lvl6pPr indent="-342900" lvl="5" marL="2743200">
              <a:spcBef>
                <a:spcPts val="1600"/>
              </a:spcBef>
              <a:spcAft>
                <a:spcPts val="0"/>
              </a:spcAft>
              <a:buSzPts val="1800"/>
              <a:buChar char="■"/>
              <a:defRPr sz="1800"/>
            </a:lvl6pPr>
            <a:lvl7pPr indent="-342900" lvl="6" marL="3200400">
              <a:spcBef>
                <a:spcPts val="1600"/>
              </a:spcBef>
              <a:spcAft>
                <a:spcPts val="0"/>
              </a:spcAft>
              <a:buSzPts val="1800"/>
              <a:buChar char="●"/>
              <a:defRPr sz="1800"/>
            </a:lvl7pPr>
            <a:lvl8pPr indent="-342900" lvl="7" marL="3657600">
              <a:spcBef>
                <a:spcPts val="1600"/>
              </a:spcBef>
              <a:spcAft>
                <a:spcPts val="0"/>
              </a:spcAft>
              <a:buSzPts val="1800"/>
              <a:buChar char="○"/>
              <a:defRPr sz="1800"/>
            </a:lvl8pPr>
            <a:lvl9pPr indent="-342900" lvl="8" marL="4114800">
              <a:spcBef>
                <a:spcPts val="1600"/>
              </a:spcBef>
              <a:spcAft>
                <a:spcPts val="1600"/>
              </a:spcAft>
              <a:buSzPts val="1800"/>
              <a:buChar char="■"/>
              <a:defRPr sz="1800"/>
            </a:lvl9pPr>
          </a:lstStyle>
          <a:p/>
        </p:txBody>
      </p:sp>
    </p:spTree>
  </p:cSld>
  <p:clrMapOvr>
    <a:masterClrMapping/>
  </p:clrMapOvr>
  <p:extLst>
    <p:ext uri="{DCECCB84-F9BA-43D5-87BE-67443E8EF086}">
      <p15:sldGuideLst>
        <p15:guide id="1" pos="510">
          <p15:clr>
            <a:srgbClr val="F9AD4C"/>
          </p15:clr>
        </p15:guide>
      </p15:sldGuideLst>
    </p:ext>
  </p:extLst>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afety Guidelines">
  <p:cSld name="SECTION_HEADER_1_1_2_1_2_1_1_1_4">
    <p:bg>
      <p:bgPr>
        <a:solidFill>
          <a:srgbClr val="FFFFFF"/>
        </a:solidFill>
      </p:bgPr>
    </p:bg>
    <p:spTree>
      <p:nvGrpSpPr>
        <p:cNvPr id="683" name="Shape 683"/>
        <p:cNvGrpSpPr/>
        <p:nvPr/>
      </p:nvGrpSpPr>
      <p:grpSpPr>
        <a:xfrm>
          <a:off x="0" y="0"/>
          <a:ext cx="0" cy="0"/>
          <a:chOff x="0" y="0"/>
          <a:chExt cx="0" cy="0"/>
        </a:xfrm>
      </p:grpSpPr>
      <p:pic>
        <p:nvPicPr>
          <p:cNvPr id="684" name="Google Shape;684;p94"/>
          <p:cNvPicPr preferRelativeResize="0"/>
          <p:nvPr/>
        </p:nvPicPr>
        <p:blipFill rotWithShape="1">
          <a:blip r:embed="rId2">
            <a:alphaModFix/>
          </a:blip>
          <a:srcRect b="0" l="0" r="0" t="0"/>
          <a:stretch/>
        </p:blipFill>
        <p:spPr>
          <a:xfrm>
            <a:off x="5780575" y="991457"/>
            <a:ext cx="3122150" cy="3678292"/>
          </a:xfrm>
          <a:prstGeom prst="rect">
            <a:avLst/>
          </a:prstGeom>
          <a:noFill/>
          <a:ln>
            <a:noFill/>
          </a:ln>
        </p:spPr>
      </p:pic>
      <p:sp>
        <p:nvSpPr>
          <p:cNvPr id="685" name="Google Shape;685;p94"/>
          <p:cNvSpPr txBox="1"/>
          <p:nvPr/>
        </p:nvSpPr>
        <p:spPr>
          <a:xfrm>
            <a:off x="956975" y="991450"/>
            <a:ext cx="4767000" cy="3624600"/>
          </a:xfrm>
          <a:prstGeom prst="rect">
            <a:avLst/>
          </a:prstGeom>
          <a:noFill/>
          <a:ln>
            <a:noFill/>
          </a:ln>
        </p:spPr>
        <p:txBody>
          <a:bodyPr anchorCtr="0" anchor="t" bIns="91425" lIns="45700" spcFirstLastPara="1" rIns="91425" wrap="square" tIns="91425">
            <a:noAutofit/>
          </a:bodyPr>
          <a:lstStyle/>
          <a:p>
            <a:pPr indent="0" lvl="0" marL="0" rtl="0" algn="l">
              <a:lnSpc>
                <a:spcPct val="150000"/>
              </a:lnSpc>
              <a:spcBef>
                <a:spcPts val="0"/>
              </a:spcBef>
              <a:spcAft>
                <a:spcPts val="2000"/>
              </a:spcAft>
              <a:buNone/>
            </a:pPr>
            <a:r>
              <a:rPr lang="en">
                <a:latin typeface="Roboto"/>
                <a:ea typeface="Roboto"/>
                <a:cs typeface="Roboto"/>
                <a:sym typeface="Roboto"/>
              </a:rPr>
              <a:t>Follow instructions. </a:t>
            </a:r>
            <a:br>
              <a:rPr lang="en">
                <a:latin typeface="Roboto"/>
                <a:ea typeface="Roboto"/>
                <a:cs typeface="Roboto"/>
                <a:sym typeface="Roboto"/>
              </a:rPr>
            </a:br>
            <a:r>
              <a:rPr lang="en">
                <a:latin typeface="Roboto"/>
                <a:ea typeface="Roboto"/>
                <a:cs typeface="Roboto"/>
                <a:sym typeface="Roboto"/>
              </a:rPr>
              <a:t>Don’t taste things. </a:t>
            </a:r>
            <a:br>
              <a:rPr lang="en">
                <a:latin typeface="Roboto"/>
                <a:ea typeface="Roboto"/>
                <a:cs typeface="Roboto"/>
                <a:sym typeface="Roboto"/>
              </a:rPr>
            </a:br>
            <a:r>
              <a:rPr lang="en">
                <a:latin typeface="Roboto"/>
                <a:ea typeface="Roboto"/>
                <a:cs typeface="Roboto"/>
                <a:sym typeface="Roboto"/>
              </a:rPr>
              <a:t>Smell substances like a chemist. </a:t>
            </a:r>
            <a:br>
              <a:rPr lang="en">
                <a:latin typeface="Roboto"/>
                <a:ea typeface="Roboto"/>
                <a:cs typeface="Roboto"/>
                <a:sym typeface="Roboto"/>
              </a:rPr>
            </a:br>
            <a:r>
              <a:rPr lang="en">
                <a:latin typeface="Roboto"/>
                <a:ea typeface="Roboto"/>
                <a:cs typeface="Roboto"/>
                <a:sym typeface="Roboto"/>
              </a:rPr>
              <a:t>Protect your eyes. </a:t>
            </a:r>
            <a:br>
              <a:rPr lang="en">
                <a:latin typeface="Roboto"/>
                <a:ea typeface="Roboto"/>
                <a:cs typeface="Roboto"/>
                <a:sym typeface="Roboto"/>
              </a:rPr>
            </a:br>
            <a:r>
              <a:rPr lang="en">
                <a:latin typeface="Roboto"/>
                <a:ea typeface="Roboto"/>
                <a:cs typeface="Roboto"/>
                <a:sym typeface="Roboto"/>
              </a:rPr>
              <a:t>Protect your hands. </a:t>
            </a:r>
            <a:br>
              <a:rPr lang="en">
                <a:latin typeface="Roboto"/>
                <a:ea typeface="Roboto"/>
                <a:cs typeface="Roboto"/>
                <a:sym typeface="Roboto"/>
              </a:rPr>
            </a:br>
            <a:r>
              <a:rPr lang="en">
                <a:latin typeface="Roboto"/>
                <a:ea typeface="Roboto"/>
                <a:cs typeface="Roboto"/>
                <a:sym typeface="Roboto"/>
              </a:rPr>
              <a:t>Keep your hands away from your face. </a:t>
            </a:r>
            <a:br>
              <a:rPr lang="en">
                <a:latin typeface="Roboto"/>
                <a:ea typeface="Roboto"/>
                <a:cs typeface="Roboto"/>
                <a:sym typeface="Roboto"/>
              </a:rPr>
            </a:br>
            <a:r>
              <a:rPr lang="en">
                <a:latin typeface="Roboto"/>
                <a:ea typeface="Roboto"/>
                <a:cs typeface="Roboto"/>
                <a:sym typeface="Roboto"/>
              </a:rPr>
              <a:t>Tell your teacher if you have allergies. </a:t>
            </a:r>
            <a:br>
              <a:rPr lang="en">
                <a:latin typeface="Roboto"/>
                <a:ea typeface="Roboto"/>
                <a:cs typeface="Roboto"/>
                <a:sym typeface="Roboto"/>
              </a:rPr>
            </a:br>
            <a:r>
              <a:rPr lang="en">
                <a:latin typeface="Roboto"/>
                <a:ea typeface="Roboto"/>
                <a:cs typeface="Roboto"/>
                <a:sym typeface="Roboto"/>
              </a:rPr>
              <a:t>Be calm and careful. </a:t>
            </a:r>
            <a:br>
              <a:rPr lang="en">
                <a:latin typeface="Roboto"/>
                <a:ea typeface="Roboto"/>
                <a:cs typeface="Roboto"/>
                <a:sym typeface="Roboto"/>
              </a:rPr>
            </a:br>
            <a:r>
              <a:rPr lang="en">
                <a:latin typeface="Roboto"/>
                <a:ea typeface="Roboto"/>
                <a:cs typeface="Roboto"/>
                <a:sym typeface="Roboto"/>
              </a:rPr>
              <a:t>Report all spills, accidents, and injuries to your teacher. </a:t>
            </a:r>
            <a:br>
              <a:rPr lang="en">
                <a:latin typeface="Roboto"/>
                <a:ea typeface="Roboto"/>
                <a:cs typeface="Roboto"/>
                <a:sym typeface="Roboto"/>
              </a:rPr>
            </a:br>
            <a:r>
              <a:rPr lang="en">
                <a:latin typeface="Roboto"/>
                <a:ea typeface="Roboto"/>
                <a:cs typeface="Roboto"/>
                <a:sym typeface="Roboto"/>
              </a:rPr>
              <a:t>Avoid anything that could cause a burn. </a:t>
            </a:r>
            <a:br>
              <a:rPr lang="en">
                <a:latin typeface="Roboto"/>
                <a:ea typeface="Roboto"/>
                <a:cs typeface="Roboto"/>
                <a:sym typeface="Roboto"/>
              </a:rPr>
            </a:br>
            <a:r>
              <a:rPr lang="en">
                <a:latin typeface="Roboto"/>
                <a:ea typeface="Roboto"/>
                <a:cs typeface="Roboto"/>
                <a:sym typeface="Roboto"/>
              </a:rPr>
              <a:t>Wash your hands after class.</a:t>
            </a:r>
            <a:endParaRPr sz="1600">
              <a:latin typeface="Roboto"/>
              <a:ea typeface="Roboto"/>
              <a:cs typeface="Roboto"/>
              <a:sym typeface="Roboto"/>
            </a:endParaRPr>
          </a:p>
        </p:txBody>
      </p:sp>
      <p:sp>
        <p:nvSpPr>
          <p:cNvPr id="686" name="Google Shape;686;p94"/>
          <p:cNvSpPr txBox="1"/>
          <p:nvPr/>
        </p:nvSpPr>
        <p:spPr>
          <a:xfrm>
            <a:off x="676656" y="333093"/>
            <a:ext cx="7503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latin typeface="Roboto Medium"/>
                <a:ea typeface="Roboto Medium"/>
                <a:cs typeface="Roboto Medium"/>
                <a:sym typeface="Roboto Medium"/>
              </a:rPr>
              <a:t>Safety Guidelines for Science Investigations</a:t>
            </a:r>
            <a:endParaRPr sz="2400">
              <a:latin typeface="Roboto Medium"/>
              <a:ea typeface="Roboto Medium"/>
              <a:cs typeface="Roboto Medium"/>
              <a:sym typeface="Roboto Medium"/>
            </a:endParaRPr>
          </a:p>
        </p:txBody>
      </p:sp>
      <p:sp>
        <p:nvSpPr>
          <p:cNvPr id="687" name="Google Shape;687;p94"/>
          <p:cNvSpPr txBox="1"/>
          <p:nvPr/>
        </p:nvSpPr>
        <p:spPr>
          <a:xfrm>
            <a:off x="582875" y="991450"/>
            <a:ext cx="374100" cy="3624600"/>
          </a:xfrm>
          <a:prstGeom prst="rect">
            <a:avLst/>
          </a:prstGeom>
          <a:noFill/>
          <a:ln>
            <a:noFill/>
          </a:ln>
        </p:spPr>
        <p:txBody>
          <a:bodyPr anchorCtr="0" anchor="t" bIns="91425" lIns="91425" spcFirstLastPara="1" rIns="18275" wrap="square" tIns="91425">
            <a:noAutofit/>
          </a:bodyPr>
          <a:lstStyle/>
          <a:p>
            <a:pPr indent="0" lvl="0" marL="0" rtl="0" algn="r">
              <a:lnSpc>
                <a:spcPct val="150000"/>
              </a:lnSpc>
              <a:spcBef>
                <a:spcPts val="0"/>
              </a:spcBef>
              <a:spcAft>
                <a:spcPts val="2000"/>
              </a:spcAft>
              <a:buNone/>
            </a:pPr>
            <a:r>
              <a:rPr b="1" lang="en">
                <a:solidFill>
                  <a:srgbClr val="767676"/>
                </a:solidFill>
                <a:latin typeface="Roboto"/>
                <a:ea typeface="Roboto"/>
                <a:cs typeface="Roboto"/>
                <a:sym typeface="Roboto"/>
              </a:rPr>
              <a:t>1.</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2.</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3.</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4.</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5.</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6.</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7.</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8.</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9.</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10.</a:t>
            </a:r>
            <a:br>
              <a:rPr b="1" lang="en">
                <a:solidFill>
                  <a:srgbClr val="767676"/>
                </a:solidFill>
                <a:latin typeface="Roboto"/>
                <a:ea typeface="Roboto"/>
                <a:cs typeface="Roboto"/>
                <a:sym typeface="Roboto"/>
              </a:rPr>
            </a:br>
            <a:r>
              <a:rPr b="1" lang="en">
                <a:solidFill>
                  <a:srgbClr val="767676"/>
                </a:solidFill>
                <a:latin typeface="Roboto"/>
                <a:ea typeface="Roboto"/>
                <a:cs typeface="Roboto"/>
                <a:sym typeface="Roboto"/>
              </a:rPr>
              <a:t>11.</a:t>
            </a:r>
            <a:endParaRPr b="1" sz="1600">
              <a:solidFill>
                <a:srgbClr val="767676"/>
              </a:solidFill>
              <a:latin typeface="Roboto"/>
              <a:ea typeface="Roboto"/>
              <a:cs typeface="Roboto"/>
              <a:sym typeface="Roboto"/>
            </a:endParaRPr>
          </a:p>
        </p:txBody>
      </p:sp>
      <p:sp>
        <p:nvSpPr>
          <p:cNvPr id="688" name="Google Shape;688;p94"/>
          <p:cNvSpPr txBox="1"/>
          <p:nvPr>
            <p:ph idx="1" type="subTitle"/>
          </p:nvPr>
        </p:nvSpPr>
        <p:spPr>
          <a:xfrm>
            <a:off x="5468112" y="4800600"/>
            <a:ext cx="3337500" cy="228600"/>
          </a:xfrm>
          <a:prstGeom prst="rect">
            <a:avLst/>
          </a:prstGeom>
        </p:spPr>
        <p:txBody>
          <a:bodyPr anchorCtr="0" anchor="t" bIns="0" lIns="0" spcFirstLastPara="1" rIns="73150" wrap="square" tIns="27425">
            <a:noAutofit/>
          </a:bodyPr>
          <a:lstStyle>
            <a:lvl1pPr lvl="0" algn="r">
              <a:lnSpc>
                <a:spcPct val="100000"/>
              </a:lnSpc>
              <a:spcBef>
                <a:spcPts val="0"/>
              </a:spcBef>
              <a:spcAft>
                <a:spcPts val="0"/>
              </a:spcAft>
              <a:buNone/>
              <a:defRPr sz="1100">
                <a:solidFill>
                  <a:srgbClr val="767676"/>
                </a:solidFill>
                <a:latin typeface="Roboto"/>
                <a:ea typeface="Roboto"/>
                <a:cs typeface="Roboto"/>
                <a:sym typeface="Roboto"/>
              </a:defRPr>
            </a:lvl1pPr>
            <a:lvl2pPr lvl="1">
              <a:spcBef>
                <a:spcPts val="1600"/>
              </a:spcBef>
              <a:spcAft>
                <a:spcPts val="0"/>
              </a:spcAft>
              <a:buNone/>
              <a:defRPr>
                <a:latin typeface="Roboto"/>
                <a:ea typeface="Roboto"/>
                <a:cs typeface="Roboto"/>
                <a:sym typeface="Roboto"/>
              </a:defRPr>
            </a:lvl2pPr>
            <a:lvl3pPr lvl="2">
              <a:spcBef>
                <a:spcPts val="1600"/>
              </a:spcBef>
              <a:spcAft>
                <a:spcPts val="0"/>
              </a:spcAft>
              <a:buNone/>
              <a:defRPr>
                <a:latin typeface="Roboto"/>
                <a:ea typeface="Roboto"/>
                <a:cs typeface="Roboto"/>
                <a:sym typeface="Roboto"/>
              </a:defRPr>
            </a:lvl3pPr>
            <a:lvl4pPr lvl="3">
              <a:spcBef>
                <a:spcPts val="1600"/>
              </a:spcBef>
              <a:spcAft>
                <a:spcPts val="0"/>
              </a:spcAft>
              <a:buNone/>
              <a:defRPr>
                <a:latin typeface="Roboto"/>
                <a:ea typeface="Roboto"/>
                <a:cs typeface="Roboto"/>
                <a:sym typeface="Roboto"/>
              </a:defRPr>
            </a:lvl4pPr>
            <a:lvl5pPr lvl="4">
              <a:spcBef>
                <a:spcPts val="1600"/>
              </a:spcBef>
              <a:spcAft>
                <a:spcPts val="0"/>
              </a:spcAft>
              <a:buNone/>
              <a:defRPr>
                <a:latin typeface="Roboto"/>
                <a:ea typeface="Roboto"/>
                <a:cs typeface="Roboto"/>
                <a:sym typeface="Roboto"/>
              </a:defRPr>
            </a:lvl5pPr>
            <a:lvl6pPr lvl="5">
              <a:spcBef>
                <a:spcPts val="1600"/>
              </a:spcBef>
              <a:spcAft>
                <a:spcPts val="0"/>
              </a:spcAft>
              <a:buNone/>
              <a:defRPr>
                <a:latin typeface="Roboto"/>
                <a:ea typeface="Roboto"/>
                <a:cs typeface="Roboto"/>
                <a:sym typeface="Roboto"/>
              </a:defRPr>
            </a:lvl6pPr>
            <a:lvl7pPr lvl="6">
              <a:spcBef>
                <a:spcPts val="1600"/>
              </a:spcBef>
              <a:spcAft>
                <a:spcPts val="0"/>
              </a:spcAft>
              <a:buNone/>
              <a:defRPr>
                <a:latin typeface="Roboto"/>
                <a:ea typeface="Roboto"/>
                <a:cs typeface="Roboto"/>
                <a:sym typeface="Roboto"/>
              </a:defRPr>
            </a:lvl7pPr>
            <a:lvl8pPr lvl="7">
              <a:spcBef>
                <a:spcPts val="1600"/>
              </a:spcBef>
              <a:spcAft>
                <a:spcPts val="0"/>
              </a:spcAft>
              <a:buNone/>
              <a:defRPr>
                <a:latin typeface="Roboto"/>
                <a:ea typeface="Roboto"/>
                <a:cs typeface="Roboto"/>
                <a:sym typeface="Roboto"/>
              </a:defRPr>
            </a:lvl8pPr>
            <a:lvl9pPr lvl="8">
              <a:spcBef>
                <a:spcPts val="1600"/>
              </a:spcBef>
              <a:spcAft>
                <a:spcPts val="1600"/>
              </a:spcAft>
              <a:buNone/>
              <a:defRPr>
                <a:latin typeface="Roboto"/>
                <a:ea typeface="Roboto"/>
                <a:cs typeface="Roboto"/>
                <a:sym typeface="Roboto"/>
              </a:defRPr>
            </a:lvl9pPr>
          </a:lstStyle>
          <a:p/>
        </p:txBody>
      </p:sp>
    </p:spTree>
  </p:cSld>
  <p:clrMapOvr>
    <a:masterClrMapping/>
  </p:clrMapOvr>
  <p:extLst>
    <p:ext uri="{DCECCB84-F9BA-43D5-87BE-67443E8EF086}">
      <p15:sldGuideLst>
        <p15:guide id="1" pos="510">
          <p15:clr>
            <a:srgbClr val="F9AD4C"/>
          </p15:clr>
        </p15:guide>
        <p15:guide id="2" orient="horz" pos="1182">
          <p15:clr>
            <a:srgbClr val="F9AD4C"/>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3.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67.xml"/><Relationship Id="rId42" Type="http://schemas.openxmlformats.org/officeDocument/2006/relationships/slideLayout" Target="../slideLayouts/slideLayout69.xml"/><Relationship Id="rId41" Type="http://schemas.openxmlformats.org/officeDocument/2006/relationships/slideLayout" Target="../slideLayouts/slideLayout68.xml"/><Relationship Id="rId44" Type="http://schemas.openxmlformats.org/officeDocument/2006/relationships/slideLayout" Target="../slideLayouts/slideLayout71.xml"/><Relationship Id="rId43" Type="http://schemas.openxmlformats.org/officeDocument/2006/relationships/slideLayout" Target="../slideLayouts/slideLayout70.xml"/><Relationship Id="rId46" Type="http://schemas.openxmlformats.org/officeDocument/2006/relationships/slideLayout" Target="../slideLayouts/slideLayout73.xml"/><Relationship Id="rId45" Type="http://schemas.openxmlformats.org/officeDocument/2006/relationships/slideLayout" Target="../slideLayouts/slideLayout72.xml"/><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48" Type="http://schemas.openxmlformats.org/officeDocument/2006/relationships/slideLayout" Target="../slideLayouts/slideLayout75.xml"/><Relationship Id="rId47" Type="http://schemas.openxmlformats.org/officeDocument/2006/relationships/slideLayout" Target="../slideLayouts/slideLayout74.xml"/><Relationship Id="rId49" Type="http://schemas.openxmlformats.org/officeDocument/2006/relationships/slideLayout" Target="../slideLayouts/slideLayout76.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 Id="rId31" Type="http://schemas.openxmlformats.org/officeDocument/2006/relationships/slideLayout" Target="../slideLayouts/slideLayout58.xml"/><Relationship Id="rId30" Type="http://schemas.openxmlformats.org/officeDocument/2006/relationships/slideLayout" Target="../slideLayouts/slideLayout57.xml"/><Relationship Id="rId33" Type="http://schemas.openxmlformats.org/officeDocument/2006/relationships/slideLayout" Target="../slideLayouts/slideLayout60.xml"/><Relationship Id="rId32" Type="http://schemas.openxmlformats.org/officeDocument/2006/relationships/slideLayout" Target="../slideLayouts/slideLayout59.xml"/><Relationship Id="rId35" Type="http://schemas.openxmlformats.org/officeDocument/2006/relationships/slideLayout" Target="../slideLayouts/slideLayout62.xml"/><Relationship Id="rId34" Type="http://schemas.openxmlformats.org/officeDocument/2006/relationships/slideLayout" Target="../slideLayouts/slideLayout61.xml"/><Relationship Id="rId37" Type="http://schemas.openxmlformats.org/officeDocument/2006/relationships/slideLayout" Target="../slideLayouts/slideLayout64.xml"/><Relationship Id="rId36" Type="http://schemas.openxmlformats.org/officeDocument/2006/relationships/slideLayout" Target="../slideLayouts/slideLayout63.xml"/><Relationship Id="rId39" Type="http://schemas.openxmlformats.org/officeDocument/2006/relationships/slideLayout" Target="../slideLayouts/slideLayout66.xml"/><Relationship Id="rId38" Type="http://schemas.openxmlformats.org/officeDocument/2006/relationships/slideLayout" Target="../slideLayouts/slideLayout65.xml"/><Relationship Id="rId62" Type="http://schemas.openxmlformats.org/officeDocument/2006/relationships/slideLayout" Target="../slideLayouts/slideLayout89.xml"/><Relationship Id="rId61" Type="http://schemas.openxmlformats.org/officeDocument/2006/relationships/slideLayout" Target="../slideLayouts/slideLayout88.xml"/><Relationship Id="rId20" Type="http://schemas.openxmlformats.org/officeDocument/2006/relationships/slideLayout" Target="../slideLayouts/slideLayout47.xml"/><Relationship Id="rId64" Type="http://schemas.openxmlformats.org/officeDocument/2006/relationships/slideLayout" Target="../slideLayouts/slideLayout91.xml"/><Relationship Id="rId63" Type="http://schemas.openxmlformats.org/officeDocument/2006/relationships/slideLayout" Target="../slideLayouts/slideLayout90.xml"/><Relationship Id="rId22" Type="http://schemas.openxmlformats.org/officeDocument/2006/relationships/slideLayout" Target="../slideLayouts/slideLayout49.xml"/><Relationship Id="rId66" Type="http://schemas.openxmlformats.org/officeDocument/2006/relationships/theme" Target="../theme/theme2.xml"/><Relationship Id="rId21" Type="http://schemas.openxmlformats.org/officeDocument/2006/relationships/slideLayout" Target="../slideLayouts/slideLayout48.xml"/><Relationship Id="rId65" Type="http://schemas.openxmlformats.org/officeDocument/2006/relationships/slideLayout" Target="../slideLayouts/slideLayout92.xml"/><Relationship Id="rId24" Type="http://schemas.openxmlformats.org/officeDocument/2006/relationships/slideLayout" Target="../slideLayouts/slideLayout51.xml"/><Relationship Id="rId23" Type="http://schemas.openxmlformats.org/officeDocument/2006/relationships/slideLayout" Target="../slideLayouts/slideLayout50.xml"/><Relationship Id="rId60" Type="http://schemas.openxmlformats.org/officeDocument/2006/relationships/slideLayout" Target="../slideLayouts/slideLayout87.xml"/><Relationship Id="rId26" Type="http://schemas.openxmlformats.org/officeDocument/2006/relationships/slideLayout" Target="../slideLayouts/slideLayout53.xml"/><Relationship Id="rId25" Type="http://schemas.openxmlformats.org/officeDocument/2006/relationships/slideLayout" Target="../slideLayouts/slideLayout52.xml"/><Relationship Id="rId28" Type="http://schemas.openxmlformats.org/officeDocument/2006/relationships/slideLayout" Target="../slideLayouts/slideLayout55.xml"/><Relationship Id="rId27" Type="http://schemas.openxmlformats.org/officeDocument/2006/relationships/slideLayout" Target="../slideLayouts/slideLayout54.xml"/><Relationship Id="rId29" Type="http://schemas.openxmlformats.org/officeDocument/2006/relationships/slideLayout" Target="../slideLayouts/slideLayout56.xml"/><Relationship Id="rId51" Type="http://schemas.openxmlformats.org/officeDocument/2006/relationships/slideLayout" Target="../slideLayouts/slideLayout78.xml"/><Relationship Id="rId50" Type="http://schemas.openxmlformats.org/officeDocument/2006/relationships/slideLayout" Target="../slideLayouts/slideLayout77.xml"/><Relationship Id="rId53" Type="http://schemas.openxmlformats.org/officeDocument/2006/relationships/slideLayout" Target="../slideLayouts/slideLayout80.xml"/><Relationship Id="rId52" Type="http://schemas.openxmlformats.org/officeDocument/2006/relationships/slideLayout" Target="../slideLayouts/slideLayout79.xml"/><Relationship Id="rId11" Type="http://schemas.openxmlformats.org/officeDocument/2006/relationships/slideLayout" Target="../slideLayouts/slideLayout38.xml"/><Relationship Id="rId55" Type="http://schemas.openxmlformats.org/officeDocument/2006/relationships/slideLayout" Target="../slideLayouts/slideLayout82.xml"/><Relationship Id="rId10" Type="http://schemas.openxmlformats.org/officeDocument/2006/relationships/slideLayout" Target="../slideLayouts/slideLayout37.xml"/><Relationship Id="rId54" Type="http://schemas.openxmlformats.org/officeDocument/2006/relationships/slideLayout" Target="../slideLayouts/slideLayout81.xml"/><Relationship Id="rId13" Type="http://schemas.openxmlformats.org/officeDocument/2006/relationships/slideLayout" Target="../slideLayouts/slideLayout40.xml"/><Relationship Id="rId57" Type="http://schemas.openxmlformats.org/officeDocument/2006/relationships/slideLayout" Target="../slideLayouts/slideLayout84.xml"/><Relationship Id="rId12" Type="http://schemas.openxmlformats.org/officeDocument/2006/relationships/slideLayout" Target="../slideLayouts/slideLayout39.xml"/><Relationship Id="rId56" Type="http://schemas.openxmlformats.org/officeDocument/2006/relationships/slideLayout" Target="../slideLayouts/slideLayout83.xml"/><Relationship Id="rId15" Type="http://schemas.openxmlformats.org/officeDocument/2006/relationships/slideLayout" Target="../slideLayouts/slideLayout42.xml"/><Relationship Id="rId59" Type="http://schemas.openxmlformats.org/officeDocument/2006/relationships/slideLayout" Target="../slideLayouts/slideLayout86.xml"/><Relationship Id="rId14" Type="http://schemas.openxmlformats.org/officeDocument/2006/relationships/slideLayout" Target="../slideLayouts/slideLayout41.xml"/><Relationship Id="rId58" Type="http://schemas.openxmlformats.org/officeDocument/2006/relationships/slideLayout" Target="../slideLayouts/slideLayout85.xml"/><Relationship Id="rId17" Type="http://schemas.openxmlformats.org/officeDocument/2006/relationships/slideLayout" Target="../slideLayouts/slideLayout44.xml"/><Relationship Id="rId16" Type="http://schemas.openxmlformats.org/officeDocument/2006/relationships/slideLayout" Target="../slideLayouts/slideLayout43.xml"/><Relationship Id="rId19" Type="http://schemas.openxmlformats.org/officeDocument/2006/relationships/slideLayout" Target="../slideLayouts/slideLayout46.xml"/><Relationship Id="rId18"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66375" y="358385"/>
            <a:ext cx="5626200" cy="857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1pPr>
            <a:lvl2pPr lvl="1">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2pPr>
            <a:lvl3pPr lvl="2">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3pPr>
            <a:lvl4pPr lvl="3">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4pPr>
            <a:lvl5pPr lvl="4">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5pPr>
            <a:lvl6pPr lvl="5">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6pPr>
            <a:lvl7pPr lvl="6">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7pPr>
            <a:lvl8pPr lvl="7">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8pPr>
            <a:lvl9pPr lvl="8">
              <a:spcBef>
                <a:spcPts val="0"/>
              </a:spcBef>
              <a:spcAft>
                <a:spcPts val="0"/>
              </a:spcAft>
              <a:buClr>
                <a:schemeClr val="dk1"/>
              </a:buClr>
              <a:buSzPts val="2800"/>
              <a:buFont typeface="Inconsolata"/>
              <a:buNone/>
              <a:defRPr sz="2800">
                <a:solidFill>
                  <a:schemeClr val="dk1"/>
                </a:solidFill>
                <a:latin typeface="Inconsolata"/>
                <a:ea typeface="Inconsolata"/>
                <a:cs typeface="Inconsolata"/>
                <a:sym typeface="Inconsolata"/>
              </a:defRPr>
            </a:lvl9pPr>
          </a:lstStyle>
          <a:p/>
        </p:txBody>
      </p:sp>
      <p:sp>
        <p:nvSpPr>
          <p:cNvPr id="7" name="Google Shape;7;p1"/>
          <p:cNvSpPr txBox="1"/>
          <p:nvPr>
            <p:ph idx="1" type="body"/>
          </p:nvPr>
        </p:nvSpPr>
        <p:spPr>
          <a:xfrm>
            <a:off x="866375" y="1304543"/>
            <a:ext cx="5626200" cy="3063000"/>
          </a:xfrm>
          <a:prstGeom prst="rect">
            <a:avLst/>
          </a:prstGeom>
          <a:noFill/>
          <a:ln>
            <a:noFill/>
          </a:ln>
        </p:spPr>
        <p:txBody>
          <a:bodyPr anchorCtr="0" anchor="t" bIns="91425" lIns="91425" spcFirstLastPara="1" rIns="91425" wrap="square" tIns="91425">
            <a:noAutofit/>
          </a:bodyPr>
          <a:lstStyle>
            <a:lvl1pPr indent="-317500" lvl="0" marL="4572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1pPr>
            <a:lvl2pPr indent="-317500" lvl="1" marL="9144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2pPr>
            <a:lvl3pPr indent="-317500" lvl="2" marL="13716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3pPr>
            <a:lvl4pPr indent="-317500" lvl="3" marL="1828800">
              <a:lnSpc>
                <a:spcPct val="106000"/>
              </a:lnSpc>
              <a:spcBef>
                <a:spcPts val="0"/>
              </a:spcBef>
              <a:spcAft>
                <a:spcPts val="0"/>
              </a:spcAft>
              <a:buClr>
                <a:schemeClr val="dk2"/>
              </a:buClr>
              <a:buSzPts val="1400"/>
              <a:buFont typeface="Pangolin"/>
              <a:buChar char="✗"/>
              <a:defRPr sz="1800">
                <a:solidFill>
                  <a:schemeClr val="dk2"/>
                </a:solidFill>
                <a:latin typeface="Pangolin"/>
                <a:ea typeface="Pangolin"/>
                <a:cs typeface="Pangolin"/>
                <a:sym typeface="Pangolin"/>
              </a:defRPr>
            </a:lvl4pPr>
            <a:lvl5pPr indent="-342900" lvl="4" marL="22860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5pPr>
            <a:lvl6pPr indent="-342900" lvl="5" marL="27432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6pPr>
            <a:lvl7pPr indent="-342900" lvl="6" marL="32004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7pPr>
            <a:lvl8pPr indent="-342900" lvl="7" marL="36576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8pPr>
            <a:lvl9pPr indent="-342900" lvl="8" marL="4114800">
              <a:lnSpc>
                <a:spcPct val="106000"/>
              </a:lnSpc>
              <a:spcBef>
                <a:spcPts val="0"/>
              </a:spcBef>
              <a:spcAft>
                <a:spcPts val="0"/>
              </a:spcAft>
              <a:buClr>
                <a:schemeClr val="dk2"/>
              </a:buClr>
              <a:buSzPts val="1800"/>
              <a:buFont typeface="Pangolin"/>
              <a:buChar char="✗"/>
              <a:defRPr sz="1800">
                <a:solidFill>
                  <a:schemeClr val="dk2"/>
                </a:solidFill>
                <a:latin typeface="Pangolin"/>
                <a:ea typeface="Pangolin"/>
                <a:cs typeface="Pangolin"/>
                <a:sym typeface="Pangolin"/>
              </a:defRPr>
            </a:lvl9pPr>
          </a:lstStyle>
          <a:p/>
        </p:txBody>
      </p:sp>
      <p:sp>
        <p:nvSpPr>
          <p:cNvPr id="8" name="Google Shape;8;p1"/>
          <p:cNvSpPr txBox="1"/>
          <p:nvPr>
            <p:ph idx="12" type="sldNum"/>
          </p:nvPr>
        </p:nvSpPr>
        <p:spPr>
          <a:xfrm>
            <a:off x="8716025" y="4676375"/>
            <a:ext cx="428100" cy="467100"/>
          </a:xfrm>
          <a:prstGeom prst="rect">
            <a:avLst/>
          </a:prstGeom>
          <a:noFill/>
          <a:ln>
            <a:noFill/>
          </a:ln>
        </p:spPr>
        <p:txBody>
          <a:bodyPr anchorCtr="0" anchor="ctr" bIns="91425" lIns="91425" spcFirstLastPara="1" rIns="91425" wrap="square" tIns="91425">
            <a:noAutofit/>
          </a:bodyPr>
          <a:lstStyle>
            <a:lvl1pPr lvl="0" algn="ctr">
              <a:buNone/>
              <a:defRPr sz="1300">
                <a:solidFill>
                  <a:srgbClr val="7F6000"/>
                </a:solidFill>
                <a:latin typeface="Inconsolata"/>
                <a:ea typeface="Inconsolata"/>
                <a:cs typeface="Inconsolata"/>
                <a:sym typeface="Inconsolata"/>
              </a:defRPr>
            </a:lvl1pPr>
            <a:lvl2pPr lvl="1" algn="ctr">
              <a:buNone/>
              <a:defRPr sz="1300">
                <a:solidFill>
                  <a:srgbClr val="7F6000"/>
                </a:solidFill>
                <a:latin typeface="Inconsolata"/>
                <a:ea typeface="Inconsolata"/>
                <a:cs typeface="Inconsolata"/>
                <a:sym typeface="Inconsolata"/>
              </a:defRPr>
            </a:lvl2pPr>
            <a:lvl3pPr lvl="2" algn="ctr">
              <a:buNone/>
              <a:defRPr sz="1300">
                <a:solidFill>
                  <a:srgbClr val="7F6000"/>
                </a:solidFill>
                <a:latin typeface="Inconsolata"/>
                <a:ea typeface="Inconsolata"/>
                <a:cs typeface="Inconsolata"/>
                <a:sym typeface="Inconsolata"/>
              </a:defRPr>
            </a:lvl3pPr>
            <a:lvl4pPr lvl="3" algn="ctr">
              <a:buNone/>
              <a:defRPr sz="1300">
                <a:solidFill>
                  <a:srgbClr val="7F6000"/>
                </a:solidFill>
                <a:latin typeface="Inconsolata"/>
                <a:ea typeface="Inconsolata"/>
                <a:cs typeface="Inconsolata"/>
                <a:sym typeface="Inconsolata"/>
              </a:defRPr>
            </a:lvl4pPr>
            <a:lvl5pPr lvl="4" algn="ctr">
              <a:buNone/>
              <a:defRPr sz="1300">
                <a:solidFill>
                  <a:srgbClr val="7F6000"/>
                </a:solidFill>
                <a:latin typeface="Inconsolata"/>
                <a:ea typeface="Inconsolata"/>
                <a:cs typeface="Inconsolata"/>
                <a:sym typeface="Inconsolata"/>
              </a:defRPr>
            </a:lvl5pPr>
            <a:lvl6pPr lvl="5" algn="ctr">
              <a:buNone/>
              <a:defRPr sz="1300">
                <a:solidFill>
                  <a:srgbClr val="7F6000"/>
                </a:solidFill>
                <a:latin typeface="Inconsolata"/>
                <a:ea typeface="Inconsolata"/>
                <a:cs typeface="Inconsolata"/>
                <a:sym typeface="Inconsolata"/>
              </a:defRPr>
            </a:lvl6pPr>
            <a:lvl7pPr lvl="6" algn="ctr">
              <a:buNone/>
              <a:defRPr sz="1300">
                <a:solidFill>
                  <a:srgbClr val="7F6000"/>
                </a:solidFill>
                <a:latin typeface="Inconsolata"/>
                <a:ea typeface="Inconsolata"/>
                <a:cs typeface="Inconsolata"/>
                <a:sym typeface="Inconsolata"/>
              </a:defRPr>
            </a:lvl7pPr>
            <a:lvl8pPr lvl="7" algn="ctr">
              <a:buNone/>
              <a:defRPr sz="1300">
                <a:solidFill>
                  <a:srgbClr val="7F6000"/>
                </a:solidFill>
                <a:latin typeface="Inconsolata"/>
                <a:ea typeface="Inconsolata"/>
                <a:cs typeface="Inconsolata"/>
                <a:sym typeface="Inconsolata"/>
              </a:defRPr>
            </a:lvl8pPr>
            <a:lvl9pPr lvl="8" algn="ctr">
              <a:buNone/>
              <a:defRPr sz="1300">
                <a:solidFill>
                  <a:srgbClr val="7F6000"/>
                </a:solidFill>
                <a:latin typeface="Inconsolata"/>
                <a:ea typeface="Inconsolata"/>
                <a:cs typeface="Inconsolata"/>
                <a:sym typeface="Inconsolata"/>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6" name="Shape 146"/>
        <p:cNvGrpSpPr/>
        <p:nvPr/>
      </p:nvGrpSpPr>
      <p:grpSpPr>
        <a:xfrm>
          <a:off x="0" y="0"/>
          <a:ext cx="0" cy="0"/>
          <a:chOff x="0" y="0"/>
          <a:chExt cx="0" cy="0"/>
        </a:xfrm>
      </p:grpSpPr>
      <p:sp>
        <p:nvSpPr>
          <p:cNvPr id="147" name="Google Shape;147;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333FBF"/>
              </a:buClr>
              <a:buSzPts val="3000"/>
              <a:buFont typeface="Roboto"/>
              <a:buNone/>
              <a:defRPr sz="3000">
                <a:solidFill>
                  <a:srgbClr val="333FBF"/>
                </a:solidFill>
                <a:latin typeface="Roboto"/>
                <a:ea typeface="Roboto"/>
                <a:cs typeface="Roboto"/>
                <a:sym typeface="Roboto"/>
              </a:defRPr>
            </a:lvl1pPr>
            <a:lvl2pPr lvl="1">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2pPr>
            <a:lvl3pPr lvl="2">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3pPr>
            <a:lvl4pPr lvl="3">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4pPr>
            <a:lvl5pPr lvl="4">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5pPr>
            <a:lvl6pPr lvl="5">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6pPr>
            <a:lvl7pPr lvl="6">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7pPr>
            <a:lvl8pPr lvl="7">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8pPr>
            <a:lvl9pPr lvl="8">
              <a:spcBef>
                <a:spcPts val="0"/>
              </a:spcBef>
              <a:spcAft>
                <a:spcPts val="0"/>
              </a:spcAft>
              <a:buClr>
                <a:srgbClr val="333FBF"/>
              </a:buClr>
              <a:buSzPts val="2800"/>
              <a:buFont typeface="Roboto"/>
              <a:buNone/>
              <a:defRPr sz="2800">
                <a:solidFill>
                  <a:srgbClr val="333FBF"/>
                </a:solidFill>
                <a:latin typeface="Roboto"/>
                <a:ea typeface="Roboto"/>
                <a:cs typeface="Roboto"/>
                <a:sym typeface="Roboto"/>
              </a:defRPr>
            </a:lvl9pPr>
          </a:lstStyle>
          <a:p/>
        </p:txBody>
      </p:sp>
      <p:sp>
        <p:nvSpPr>
          <p:cNvPr id="148" name="Google Shape;148;p29"/>
          <p:cNvSpPr txBox="1"/>
          <p:nvPr>
            <p:ph idx="1" type="body"/>
          </p:nvPr>
        </p:nvSpPr>
        <p:spPr>
          <a:xfrm>
            <a:off x="311700" y="1152475"/>
            <a:ext cx="8520600" cy="572700"/>
          </a:xfrm>
          <a:prstGeom prst="rect">
            <a:avLst/>
          </a:prstGeom>
          <a:noFill/>
          <a:ln>
            <a:noFill/>
          </a:ln>
        </p:spPr>
        <p:txBody>
          <a:bodyPr anchorCtr="0" anchor="t" bIns="91425" lIns="91425" spcFirstLastPara="1" rIns="91425" wrap="square" tIns="91425">
            <a:noAutofit/>
          </a:bodyPr>
          <a:lstStyle>
            <a:lvl1pPr indent="-381000" lvl="0" marL="457200">
              <a:lnSpc>
                <a:spcPct val="100000"/>
              </a:lnSpc>
              <a:spcBef>
                <a:spcPts val="0"/>
              </a:spcBef>
              <a:spcAft>
                <a:spcPts val="0"/>
              </a:spcAft>
              <a:buSzPts val="2400"/>
              <a:buFont typeface="Roboto"/>
              <a:buChar char="●"/>
              <a:defRPr sz="2400">
                <a:latin typeface="Roboto"/>
                <a:ea typeface="Roboto"/>
                <a:cs typeface="Roboto"/>
                <a:sym typeface="Roboto"/>
              </a:defRPr>
            </a:lvl1pPr>
            <a:lvl2pPr indent="-317500" lvl="1" marL="914400">
              <a:lnSpc>
                <a:spcPct val="100000"/>
              </a:lnSpc>
              <a:spcBef>
                <a:spcPts val="1600"/>
              </a:spcBef>
              <a:spcAft>
                <a:spcPts val="0"/>
              </a:spcAft>
              <a:buSzPts val="1400"/>
              <a:buFont typeface="Roboto"/>
              <a:buChar char="○"/>
              <a:defRPr>
                <a:latin typeface="Roboto"/>
                <a:ea typeface="Roboto"/>
                <a:cs typeface="Roboto"/>
                <a:sym typeface="Roboto"/>
              </a:defRPr>
            </a:lvl2pPr>
            <a:lvl3pPr indent="-317500" lvl="2" marL="1371600">
              <a:lnSpc>
                <a:spcPct val="100000"/>
              </a:lnSpc>
              <a:spcBef>
                <a:spcPts val="1600"/>
              </a:spcBef>
              <a:spcAft>
                <a:spcPts val="0"/>
              </a:spcAft>
              <a:buSzPts val="1400"/>
              <a:buFont typeface="Roboto"/>
              <a:buChar char="■"/>
              <a:defRPr>
                <a:latin typeface="Roboto"/>
                <a:ea typeface="Roboto"/>
                <a:cs typeface="Roboto"/>
                <a:sym typeface="Roboto"/>
              </a:defRPr>
            </a:lvl3pPr>
            <a:lvl4pPr indent="-317500" lvl="3" marL="1828800">
              <a:lnSpc>
                <a:spcPct val="100000"/>
              </a:lnSpc>
              <a:spcBef>
                <a:spcPts val="1600"/>
              </a:spcBef>
              <a:spcAft>
                <a:spcPts val="0"/>
              </a:spcAft>
              <a:buSzPts val="1400"/>
              <a:buFont typeface="Roboto"/>
              <a:buChar char="●"/>
              <a:defRPr>
                <a:latin typeface="Roboto"/>
                <a:ea typeface="Roboto"/>
                <a:cs typeface="Roboto"/>
                <a:sym typeface="Roboto"/>
              </a:defRPr>
            </a:lvl4pPr>
            <a:lvl5pPr indent="-317500" lvl="4" marL="2286000">
              <a:lnSpc>
                <a:spcPct val="100000"/>
              </a:lnSpc>
              <a:spcBef>
                <a:spcPts val="1600"/>
              </a:spcBef>
              <a:spcAft>
                <a:spcPts val="0"/>
              </a:spcAft>
              <a:buSzPts val="1400"/>
              <a:buFont typeface="Roboto"/>
              <a:buChar char="○"/>
              <a:defRPr>
                <a:latin typeface="Roboto"/>
                <a:ea typeface="Roboto"/>
                <a:cs typeface="Roboto"/>
                <a:sym typeface="Roboto"/>
              </a:defRPr>
            </a:lvl5pPr>
            <a:lvl6pPr indent="-317500" lvl="5" marL="2743200">
              <a:lnSpc>
                <a:spcPct val="100000"/>
              </a:lnSpc>
              <a:spcBef>
                <a:spcPts val="1600"/>
              </a:spcBef>
              <a:spcAft>
                <a:spcPts val="0"/>
              </a:spcAft>
              <a:buSzPts val="1400"/>
              <a:buFont typeface="Roboto"/>
              <a:buChar char="■"/>
              <a:defRPr>
                <a:latin typeface="Roboto"/>
                <a:ea typeface="Roboto"/>
                <a:cs typeface="Roboto"/>
                <a:sym typeface="Roboto"/>
              </a:defRPr>
            </a:lvl6pPr>
            <a:lvl7pPr indent="-317500" lvl="6" marL="3200400">
              <a:lnSpc>
                <a:spcPct val="100000"/>
              </a:lnSpc>
              <a:spcBef>
                <a:spcPts val="1600"/>
              </a:spcBef>
              <a:spcAft>
                <a:spcPts val="0"/>
              </a:spcAft>
              <a:buSzPts val="1400"/>
              <a:buFont typeface="Roboto"/>
              <a:buChar char="●"/>
              <a:defRPr>
                <a:latin typeface="Roboto"/>
                <a:ea typeface="Roboto"/>
                <a:cs typeface="Roboto"/>
                <a:sym typeface="Roboto"/>
              </a:defRPr>
            </a:lvl7pPr>
            <a:lvl8pPr indent="-317500" lvl="7" marL="3657600">
              <a:lnSpc>
                <a:spcPct val="100000"/>
              </a:lnSpc>
              <a:spcBef>
                <a:spcPts val="1600"/>
              </a:spcBef>
              <a:spcAft>
                <a:spcPts val="0"/>
              </a:spcAft>
              <a:buSzPts val="1400"/>
              <a:buFont typeface="Roboto"/>
              <a:buChar char="○"/>
              <a:defRPr>
                <a:latin typeface="Roboto"/>
                <a:ea typeface="Roboto"/>
                <a:cs typeface="Roboto"/>
                <a:sym typeface="Roboto"/>
              </a:defRPr>
            </a:lvl8pPr>
            <a:lvl9pPr indent="-317500" lvl="8" marL="4114800">
              <a:lnSpc>
                <a:spcPct val="100000"/>
              </a:lnSpc>
              <a:spcBef>
                <a:spcPts val="1600"/>
              </a:spcBef>
              <a:spcAft>
                <a:spcPts val="1600"/>
              </a:spcAft>
              <a:buSzPts val="1400"/>
              <a:buFont typeface="Roboto"/>
              <a:buChar char="■"/>
              <a:defRPr>
                <a:latin typeface="Roboto"/>
                <a:ea typeface="Roboto"/>
                <a:cs typeface="Roboto"/>
                <a:sym typeface="Roboto"/>
              </a:defRPr>
            </a:lvl9pPr>
          </a:lstStyle>
          <a:p/>
        </p:txBody>
      </p:sp>
      <p:sp>
        <p:nvSpPr>
          <p:cNvPr id="149" name="Google Shape;149;p29"/>
          <p:cNvSpPr txBox="1"/>
          <p:nvPr/>
        </p:nvSpPr>
        <p:spPr>
          <a:xfrm>
            <a:off x="237744" y="4846320"/>
            <a:ext cx="4012200" cy="301800"/>
          </a:xfrm>
          <a:prstGeom prst="rect">
            <a:avLst/>
          </a:prstGeom>
          <a:noFill/>
          <a:ln>
            <a:noFill/>
          </a:ln>
        </p:spPr>
        <p:txBody>
          <a:bodyPr anchorCtr="0" anchor="ctr" bIns="91425" lIns="0" spcFirstLastPara="1" rIns="91425" wrap="square" tIns="91425">
            <a:noAutofit/>
          </a:bodyPr>
          <a:lstStyle/>
          <a:p>
            <a:pPr indent="0" lvl="0" marL="0" rtl="0" algn="l">
              <a:spcBef>
                <a:spcPts val="0"/>
              </a:spcBef>
              <a:spcAft>
                <a:spcPts val="0"/>
              </a:spcAft>
              <a:buClr>
                <a:srgbClr val="000000"/>
              </a:buClr>
              <a:buSzPts val="1100"/>
              <a:buFont typeface="Arial"/>
              <a:buNone/>
            </a:pPr>
            <a:r>
              <a:rPr lang="en" sz="400">
                <a:solidFill>
                  <a:srgbClr val="767676"/>
                </a:solidFill>
                <a:latin typeface="Roboto"/>
                <a:ea typeface="Roboto"/>
                <a:cs typeface="Roboto"/>
                <a:sym typeface="Roboto"/>
              </a:rPr>
              <a:t>© The Regents of the University of California. All rights reserved.</a:t>
            </a:r>
            <a:endParaRPr i="1" sz="400">
              <a:solidFill>
                <a:srgbClr val="767676"/>
              </a:solidFill>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 id="2147483707" r:id="rId33"/>
    <p:sldLayoutId id="2147483708" r:id="rId34"/>
    <p:sldLayoutId id="2147483709" r:id="rId35"/>
    <p:sldLayoutId id="2147483710" r:id="rId36"/>
    <p:sldLayoutId id="2147483711" r:id="rId37"/>
    <p:sldLayoutId id="2147483712" r:id="rId38"/>
    <p:sldLayoutId id="2147483713" r:id="rId39"/>
    <p:sldLayoutId id="2147483714" r:id="rId40"/>
    <p:sldLayoutId id="2147483715" r:id="rId41"/>
    <p:sldLayoutId id="2147483716" r:id="rId42"/>
    <p:sldLayoutId id="2147483717" r:id="rId43"/>
    <p:sldLayoutId id="2147483718" r:id="rId44"/>
    <p:sldLayoutId id="2147483719" r:id="rId45"/>
    <p:sldLayoutId id="2147483720" r:id="rId46"/>
    <p:sldLayoutId id="2147483721" r:id="rId47"/>
    <p:sldLayoutId id="2147483722" r:id="rId48"/>
    <p:sldLayoutId id="2147483723" r:id="rId49"/>
    <p:sldLayoutId id="2147483724" r:id="rId50"/>
    <p:sldLayoutId id="2147483725" r:id="rId51"/>
    <p:sldLayoutId id="2147483726" r:id="rId52"/>
    <p:sldLayoutId id="2147483727" r:id="rId53"/>
    <p:sldLayoutId id="2147483728" r:id="rId54"/>
    <p:sldLayoutId id="2147483729" r:id="rId55"/>
    <p:sldLayoutId id="2147483730" r:id="rId56"/>
    <p:sldLayoutId id="2147483731" r:id="rId57"/>
    <p:sldLayoutId id="2147483732" r:id="rId58"/>
    <p:sldLayoutId id="2147483733" r:id="rId59"/>
    <p:sldLayoutId id="2147483734" r:id="rId60"/>
    <p:sldLayoutId id="2147483735" r:id="rId61"/>
    <p:sldLayoutId id="2147483736" r:id="rId62"/>
    <p:sldLayoutId id="2147483737" r:id="rId63"/>
    <p:sldLayoutId id="2147483738" r:id="rId64"/>
    <p:sldLayoutId id="2147483739" r:id="rId6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
          <p15:clr>
            <a:srgbClr val="F06B4A"/>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1.xml"/><Relationship Id="rId3" Type="http://schemas.openxmlformats.org/officeDocument/2006/relationships/image" Target="../media/image3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hyperlink" Target="http://drive.google.com/file/d/1f47yHqc4AQs7synARvfDwc8XCulrAOt7/view" TargetMode="External"/><Relationship Id="rId4" Type="http://schemas.openxmlformats.org/officeDocument/2006/relationships/image" Target="../media/image2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4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4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1.jpg"/><Relationship Id="rId4" Type="http://schemas.openxmlformats.org/officeDocument/2006/relationships/image" Target="../media/image30.jpg"/><Relationship Id="rId5" Type="http://schemas.openxmlformats.org/officeDocument/2006/relationships/image" Target="../media/image33.jpg"/><Relationship Id="rId6" Type="http://schemas.openxmlformats.org/officeDocument/2006/relationships/image" Target="../media/image3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p95"/>
          <p:cNvPicPr preferRelativeResize="0"/>
          <p:nvPr/>
        </p:nvPicPr>
        <p:blipFill>
          <a:blip r:embed="rId3">
            <a:alphaModFix/>
          </a:blip>
          <a:stretch>
            <a:fillRect/>
          </a:stretch>
        </p:blipFill>
        <p:spPr>
          <a:xfrm>
            <a:off x="0" y="0"/>
            <a:ext cx="9144000" cy="5157625"/>
          </a:xfrm>
          <a:prstGeom prst="rect">
            <a:avLst/>
          </a:prstGeom>
          <a:noFill/>
          <a:ln>
            <a:noFill/>
          </a:ln>
        </p:spPr>
      </p:pic>
      <p:sp>
        <p:nvSpPr>
          <p:cNvPr id="694" name="Google Shape;694;p95"/>
          <p:cNvSpPr txBox="1"/>
          <p:nvPr>
            <p:ph idx="2" type="title"/>
          </p:nvPr>
        </p:nvSpPr>
        <p:spPr>
          <a:xfrm>
            <a:off x="808850" y="3109821"/>
            <a:ext cx="7439700" cy="86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latin typeface="McLaren"/>
                <a:ea typeface="McLaren"/>
                <a:cs typeface="McLaren"/>
                <a:sym typeface="McLaren"/>
              </a:rPr>
              <a:t>Lesson 2.2:</a:t>
            </a:r>
            <a:r>
              <a:rPr lang="en">
                <a:latin typeface="McLaren"/>
                <a:ea typeface="McLaren"/>
                <a:cs typeface="McLaren"/>
                <a:sym typeface="McLaren"/>
              </a:rPr>
              <a:t> Patient Stories: Problems with Body Systems</a:t>
            </a:r>
            <a:endParaRPr>
              <a:latin typeface="McLaren"/>
              <a:ea typeface="McLaren"/>
              <a:cs typeface="McLaren"/>
              <a:sym typeface="McLaren"/>
            </a:endParaRPr>
          </a:p>
          <a:p>
            <a:pPr indent="0" lvl="0" marL="0" rtl="0" algn="l">
              <a:spcBef>
                <a:spcPts val="1000"/>
              </a:spcBef>
              <a:spcAft>
                <a:spcPts val="1000"/>
              </a:spcAft>
              <a:buNone/>
            </a:pPr>
            <a:r>
              <a:t/>
            </a:r>
            <a:endParaRPr>
              <a:latin typeface="McLaren"/>
              <a:ea typeface="McLaren"/>
              <a:cs typeface="McLaren"/>
              <a:sym typeface="McLaren"/>
            </a:endParaRPr>
          </a:p>
        </p:txBody>
      </p:sp>
      <p:sp>
        <p:nvSpPr>
          <p:cNvPr id="695" name="Google Shape;695;p95"/>
          <p:cNvSpPr txBox="1"/>
          <p:nvPr>
            <p:ph type="title"/>
          </p:nvPr>
        </p:nvSpPr>
        <p:spPr>
          <a:xfrm>
            <a:off x="808850" y="2596896"/>
            <a:ext cx="7439700" cy="5535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latin typeface="McLaren"/>
                <a:ea typeface="McLaren"/>
                <a:cs typeface="McLaren"/>
                <a:sym typeface="McLaren"/>
              </a:rPr>
              <a:t>Metabolism</a:t>
            </a:r>
            <a:endParaRPr>
              <a:latin typeface="McLaren"/>
              <a:ea typeface="McLaren"/>
              <a:cs typeface="McLaren"/>
              <a:sym typeface="McLare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96"/>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01" name="Google Shape;701;p96"/>
          <p:cNvSpPr txBox="1"/>
          <p:nvPr/>
        </p:nvSpPr>
        <p:spPr>
          <a:xfrm>
            <a:off x="6881525" y="953175"/>
            <a:ext cx="1718100" cy="15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2000">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500">
              <a:solidFill>
                <a:srgbClr val="434343"/>
              </a:solidFill>
              <a:latin typeface="Give You Glory"/>
              <a:ea typeface="Give You Glory"/>
              <a:cs typeface="Give You Glory"/>
              <a:sym typeface="Give You Glory"/>
            </a:endParaRPr>
          </a:p>
        </p:txBody>
      </p:sp>
      <p:pic>
        <p:nvPicPr>
          <p:cNvPr descr="Video showing how to use the Modeling Tool" id="702" name="Google Shape;702;p96" title="MSSCI_MET_NA_CS_20146.mp4">
            <a:hlinkClick r:id="rId3"/>
          </p:cNvPr>
          <p:cNvPicPr preferRelativeResize="0"/>
          <p:nvPr/>
        </p:nvPicPr>
        <p:blipFill>
          <a:blip r:embed="rId4">
            <a:alphaModFix/>
          </a:blip>
          <a:stretch>
            <a:fillRect/>
          </a:stretch>
        </p:blipFill>
        <p:spPr>
          <a:xfrm>
            <a:off x="913242" y="451743"/>
            <a:ext cx="7456901" cy="41944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97"/>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08" name="Google Shape;708;p97"/>
          <p:cNvSpPr txBox="1"/>
          <p:nvPr/>
        </p:nvSpPr>
        <p:spPr>
          <a:xfrm>
            <a:off x="5502838" y="1054950"/>
            <a:ext cx="3011100" cy="1343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1700">
                <a:highlight>
                  <a:srgbClr val="F6F6F6"/>
                </a:highlight>
                <a:latin typeface="McLaren"/>
                <a:ea typeface="McLaren"/>
                <a:cs typeface="McLaren"/>
                <a:sym typeface="McLaren"/>
              </a:rPr>
              <a:t>Goal:</a:t>
            </a:r>
            <a:r>
              <a:rPr lang="en" sz="1700">
                <a:highlight>
                  <a:srgbClr val="F6F6F6"/>
                </a:highlight>
                <a:latin typeface="McLaren"/>
                <a:ea typeface="McLaren"/>
                <a:cs typeface="McLaren"/>
                <a:sym typeface="McLaren"/>
              </a:rPr>
              <a:t> Model your ideas about how molecules from food and the air get to the cells in the body.</a:t>
            </a:r>
            <a:endParaRPr sz="2000">
              <a:latin typeface="McLaren"/>
              <a:ea typeface="McLaren"/>
              <a:cs typeface="McLaren"/>
              <a:sym typeface="McLaren"/>
            </a:endParaRPr>
          </a:p>
        </p:txBody>
      </p:sp>
      <p:pic>
        <p:nvPicPr>
          <p:cNvPr id="709" name="Google Shape;709;p97"/>
          <p:cNvPicPr preferRelativeResize="0"/>
          <p:nvPr/>
        </p:nvPicPr>
        <p:blipFill rotWithShape="1">
          <a:blip r:embed="rId3">
            <a:alphaModFix/>
          </a:blip>
          <a:srcRect b="0" l="0" r="31526" t="0"/>
          <a:stretch/>
        </p:blipFill>
        <p:spPr>
          <a:xfrm>
            <a:off x="5489802" y="2278148"/>
            <a:ext cx="3153574" cy="2232053"/>
          </a:xfrm>
          <a:prstGeom prst="rect">
            <a:avLst/>
          </a:prstGeom>
          <a:noFill/>
          <a:ln>
            <a:noFill/>
          </a:ln>
        </p:spPr>
      </p:pic>
      <p:sp>
        <p:nvSpPr>
          <p:cNvPr id="710" name="Google Shape;710;p97"/>
          <p:cNvSpPr txBox="1"/>
          <p:nvPr/>
        </p:nvSpPr>
        <p:spPr>
          <a:xfrm>
            <a:off x="725350" y="342864"/>
            <a:ext cx="5452500" cy="857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300">
                <a:latin typeface="McLaren"/>
                <a:ea typeface="McLaren"/>
                <a:cs typeface="McLaren"/>
                <a:sym typeface="McLaren"/>
              </a:rPr>
              <a:t>Warmup</a:t>
            </a:r>
            <a:endParaRPr b="1" sz="3300">
              <a:latin typeface="McLaren"/>
              <a:ea typeface="McLaren"/>
              <a:cs typeface="McLaren"/>
              <a:sym typeface="McLaren"/>
            </a:endParaRPr>
          </a:p>
        </p:txBody>
      </p:sp>
      <p:sp>
        <p:nvSpPr>
          <p:cNvPr id="711" name="Google Shape;711;p97"/>
          <p:cNvSpPr txBox="1"/>
          <p:nvPr/>
        </p:nvSpPr>
        <p:spPr>
          <a:xfrm>
            <a:off x="771125" y="1054950"/>
            <a:ext cx="4731600" cy="3558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250">
                <a:latin typeface="McLaren"/>
                <a:ea typeface="McLaren"/>
                <a:cs typeface="McLaren"/>
                <a:sym typeface="McLaren"/>
              </a:rPr>
              <a:t>Add molecules along the path they take in the body until they reach the cell. Use only as many molecules as you need to show the path.</a:t>
            </a:r>
            <a:endParaRPr sz="1250">
              <a:latin typeface="McLaren"/>
              <a:ea typeface="McLaren"/>
              <a:cs typeface="McLaren"/>
              <a:sym typeface="McLaren"/>
            </a:endParaRPr>
          </a:p>
          <a:p>
            <a:pPr indent="0" lvl="0" marL="0" rtl="0" algn="l">
              <a:lnSpc>
                <a:spcPct val="100000"/>
              </a:lnSpc>
              <a:spcBef>
                <a:spcPts val="1500"/>
              </a:spcBef>
              <a:spcAft>
                <a:spcPts val="0"/>
              </a:spcAft>
              <a:buNone/>
            </a:pPr>
            <a:r>
              <a:rPr lang="en" sz="1250">
                <a:latin typeface="McLaren"/>
                <a:ea typeface="McLaren"/>
                <a:cs typeface="McLaren"/>
                <a:sym typeface="McLaren"/>
              </a:rPr>
              <a:t>A number 1 has been added to the starch molecule to show where this molecule starts its path through the body. Add a number 2 where you think the molecule goes next. Continue to add numbers until the molecules reach the cell.</a:t>
            </a:r>
            <a:endParaRPr sz="1250">
              <a:latin typeface="McLaren"/>
              <a:ea typeface="McLaren"/>
              <a:cs typeface="McLaren"/>
              <a:sym typeface="McLaren"/>
            </a:endParaRPr>
          </a:p>
          <a:p>
            <a:pPr indent="0" lvl="0" marL="0" rtl="0" algn="l">
              <a:lnSpc>
                <a:spcPct val="100000"/>
              </a:lnSpc>
              <a:spcBef>
                <a:spcPts val="1500"/>
              </a:spcBef>
              <a:spcAft>
                <a:spcPts val="0"/>
              </a:spcAft>
              <a:buNone/>
            </a:pPr>
            <a:r>
              <a:rPr lang="en" sz="1250">
                <a:latin typeface="McLaren"/>
                <a:ea typeface="McLaren"/>
                <a:cs typeface="McLaren"/>
                <a:sym typeface="McLaren"/>
              </a:rPr>
              <a:t>If a molecule breaks down into smaller molecules, use an arrow to represent this process.</a:t>
            </a:r>
            <a:endParaRPr sz="1250">
              <a:latin typeface="McLaren"/>
              <a:ea typeface="McLaren"/>
              <a:cs typeface="McLaren"/>
              <a:sym typeface="McLaren"/>
            </a:endParaRPr>
          </a:p>
          <a:p>
            <a:pPr indent="0" lvl="0" marL="0" rtl="0" algn="l">
              <a:lnSpc>
                <a:spcPct val="100000"/>
              </a:lnSpc>
              <a:spcBef>
                <a:spcPts val="1500"/>
              </a:spcBef>
              <a:spcAft>
                <a:spcPts val="0"/>
              </a:spcAft>
              <a:buNone/>
            </a:pPr>
            <a:r>
              <a:rPr lang="en" sz="1250">
                <a:latin typeface="McLaren"/>
                <a:ea typeface="McLaren"/>
                <a:cs typeface="McLaren"/>
                <a:sym typeface="McLaren"/>
              </a:rPr>
              <a:t>If you have time, show the path molecules from air take through the body to reach the cell.</a:t>
            </a:r>
            <a:endParaRPr sz="1250">
              <a:latin typeface="McLaren"/>
              <a:ea typeface="McLaren"/>
              <a:cs typeface="McLaren"/>
              <a:sym typeface="McLaren"/>
            </a:endParaRPr>
          </a:p>
          <a:p>
            <a:pPr indent="0" lvl="0" marL="0" rtl="0" algn="l">
              <a:lnSpc>
                <a:spcPct val="100000"/>
              </a:lnSpc>
              <a:spcBef>
                <a:spcPts val="800"/>
              </a:spcBef>
              <a:spcAft>
                <a:spcPts val="1500"/>
              </a:spcAft>
              <a:buNone/>
            </a:pPr>
            <a:r>
              <a:rPr lang="en" sz="1250">
                <a:latin typeface="McLaren"/>
                <a:ea typeface="McLaren"/>
                <a:cs typeface="McLaren"/>
                <a:sym typeface="McLaren"/>
              </a:rPr>
              <a:t>Tip: A starch molecule has been placed in the mouth because starch is in food.</a:t>
            </a:r>
            <a:endParaRPr sz="1250">
              <a:latin typeface="McLaren"/>
              <a:ea typeface="McLaren"/>
              <a:cs typeface="McLaren"/>
              <a:sym typeface="McLare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98"/>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17" name="Google Shape;717;p98"/>
          <p:cNvSpPr txBox="1"/>
          <p:nvPr/>
        </p:nvSpPr>
        <p:spPr>
          <a:xfrm>
            <a:off x="725350" y="342864"/>
            <a:ext cx="5452500" cy="857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300">
                <a:latin typeface="McLaren"/>
                <a:ea typeface="McLaren"/>
                <a:cs typeface="McLaren"/>
                <a:sym typeface="McLaren"/>
              </a:rPr>
              <a:t>Warmup</a:t>
            </a:r>
            <a:endParaRPr b="1" sz="3300">
              <a:latin typeface="McLaren"/>
              <a:ea typeface="McLaren"/>
              <a:cs typeface="McLaren"/>
              <a:sym typeface="McLaren"/>
            </a:endParaRPr>
          </a:p>
        </p:txBody>
      </p:sp>
      <p:pic>
        <p:nvPicPr>
          <p:cNvPr id="718" name="Google Shape;718;p98"/>
          <p:cNvPicPr preferRelativeResize="0"/>
          <p:nvPr/>
        </p:nvPicPr>
        <p:blipFill rotWithShape="1">
          <a:blip r:embed="rId3">
            <a:alphaModFix/>
          </a:blip>
          <a:srcRect b="0" l="8265" r="0" t="6716"/>
          <a:stretch/>
        </p:blipFill>
        <p:spPr>
          <a:xfrm>
            <a:off x="1845750" y="1134350"/>
            <a:ext cx="5452500" cy="3278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99"/>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24" name="Google Shape;724;p99"/>
          <p:cNvSpPr txBox="1"/>
          <p:nvPr/>
        </p:nvSpPr>
        <p:spPr>
          <a:xfrm>
            <a:off x="725350" y="342864"/>
            <a:ext cx="5452500" cy="857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300">
                <a:latin typeface="McLaren"/>
                <a:ea typeface="McLaren"/>
                <a:cs typeface="McLaren"/>
                <a:sym typeface="McLaren"/>
              </a:rPr>
              <a:t>Warmup</a:t>
            </a:r>
            <a:endParaRPr b="1" sz="3300">
              <a:latin typeface="McLaren"/>
              <a:ea typeface="McLaren"/>
              <a:cs typeface="McLaren"/>
              <a:sym typeface="McLaren"/>
            </a:endParaRPr>
          </a:p>
        </p:txBody>
      </p:sp>
      <p:pic>
        <p:nvPicPr>
          <p:cNvPr id="725" name="Google Shape;725;p99"/>
          <p:cNvPicPr preferRelativeResize="0"/>
          <p:nvPr/>
        </p:nvPicPr>
        <p:blipFill rotWithShape="1">
          <a:blip r:embed="rId3">
            <a:alphaModFix/>
          </a:blip>
          <a:srcRect b="0" l="8265" r="0" t="7382"/>
          <a:stretch/>
        </p:blipFill>
        <p:spPr>
          <a:xfrm>
            <a:off x="1676875" y="1099275"/>
            <a:ext cx="5688751" cy="3396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100"/>
          <p:cNvSpPr txBox="1"/>
          <p:nvPr>
            <p:ph idx="4294967295" type="body"/>
          </p:nvPr>
        </p:nvSpPr>
        <p:spPr>
          <a:xfrm>
            <a:off x="3011400" y="1252175"/>
            <a:ext cx="2978700" cy="23526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dk1"/>
              </a:buClr>
              <a:buSzPts val="1100"/>
              <a:buFont typeface="Arial"/>
              <a:buNone/>
            </a:pPr>
            <a:r>
              <a:rPr b="1" lang="en" sz="2000">
                <a:solidFill>
                  <a:srgbClr val="000000"/>
                </a:solidFill>
                <a:latin typeface="McLaren"/>
                <a:ea typeface="McLaren"/>
                <a:cs typeface="McLaren"/>
                <a:sym typeface="McLaren"/>
              </a:rPr>
              <a:t>Key Concept #6:</a:t>
            </a:r>
            <a:endParaRPr b="1" sz="2000">
              <a:solidFill>
                <a:srgbClr val="000000"/>
              </a:solidFill>
              <a:latin typeface="McLaren"/>
              <a:ea typeface="McLaren"/>
              <a:cs typeface="McLaren"/>
              <a:sym typeface="McLaren"/>
            </a:endParaRPr>
          </a:p>
          <a:p>
            <a:pPr indent="0" lvl="0" marL="0" rtl="0" algn="ctr">
              <a:lnSpc>
                <a:spcPct val="100000"/>
              </a:lnSpc>
              <a:spcBef>
                <a:spcPts val="0"/>
              </a:spcBef>
              <a:spcAft>
                <a:spcPts val="0"/>
              </a:spcAft>
              <a:buNone/>
            </a:pPr>
            <a:r>
              <a:rPr lang="en" sz="2400">
                <a:solidFill>
                  <a:srgbClr val="000000"/>
                </a:solidFill>
                <a:latin typeface="Loved by the King"/>
                <a:ea typeface="Loved by the King"/>
                <a:cs typeface="Loved by the King"/>
                <a:sym typeface="Loved by the King"/>
              </a:rPr>
              <a:t>In a functioning human body, body systems work together to deliver glucose, oxygen, and amino acid molecules to the cells in the body.</a:t>
            </a:r>
            <a:endParaRPr sz="2800">
              <a:solidFill>
                <a:srgbClr val="000000"/>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600">
              <a:solidFill>
                <a:srgbClr val="000000"/>
              </a:solidFill>
              <a:latin typeface="Loved by the King"/>
              <a:ea typeface="Loved by the King"/>
              <a:cs typeface="Loved by the King"/>
              <a:sym typeface="Loved by the King"/>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01"/>
          <p:cNvSpPr txBox="1"/>
          <p:nvPr>
            <p:ph idx="4294967295" type="body"/>
          </p:nvPr>
        </p:nvSpPr>
        <p:spPr>
          <a:xfrm>
            <a:off x="3011400" y="1252175"/>
            <a:ext cx="2978700" cy="23526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Clr>
                <a:schemeClr val="dk1"/>
              </a:buClr>
              <a:buSzPts val="1100"/>
              <a:buFont typeface="Arial"/>
              <a:buNone/>
            </a:pPr>
            <a:r>
              <a:rPr b="1" lang="en" sz="2300">
                <a:solidFill>
                  <a:srgbClr val="000000"/>
                </a:solidFill>
                <a:latin typeface="McLaren"/>
                <a:ea typeface="McLaren"/>
                <a:cs typeface="McLaren"/>
                <a:sym typeface="McLaren"/>
              </a:rPr>
              <a:t>Key Concept #5a:</a:t>
            </a:r>
            <a:endParaRPr b="1" sz="2300">
              <a:solidFill>
                <a:srgbClr val="000000"/>
              </a:solidFill>
              <a:latin typeface="McLaren"/>
              <a:ea typeface="McLaren"/>
              <a:cs typeface="McLaren"/>
              <a:sym typeface="McLaren"/>
            </a:endParaRPr>
          </a:p>
          <a:p>
            <a:pPr indent="0" lvl="0" marL="0" rtl="0" algn="ctr">
              <a:lnSpc>
                <a:spcPct val="100000"/>
              </a:lnSpc>
              <a:spcBef>
                <a:spcPts val="0"/>
              </a:spcBef>
              <a:spcAft>
                <a:spcPts val="0"/>
              </a:spcAft>
              <a:buNone/>
            </a:pPr>
            <a:r>
              <a:rPr lang="en" sz="2900">
                <a:solidFill>
                  <a:srgbClr val="000000"/>
                </a:solidFill>
                <a:latin typeface="Loved by the King"/>
                <a:ea typeface="Loved by the King"/>
                <a:cs typeface="Loved by the King"/>
                <a:sym typeface="Loved by the King"/>
              </a:rPr>
              <a:t>Systems can work together to form a larger more complex system.</a:t>
            </a:r>
            <a:endParaRPr sz="2900">
              <a:solidFill>
                <a:srgbClr val="000000"/>
              </a:solidFill>
              <a:latin typeface="Loved by the King"/>
              <a:ea typeface="Loved by the King"/>
              <a:cs typeface="Loved by the King"/>
              <a:sym typeface="Loved by the King"/>
            </a:endParaRPr>
          </a:p>
          <a:p>
            <a:pPr indent="0" lvl="0" marL="0" rtl="0" algn="ctr">
              <a:lnSpc>
                <a:spcPct val="100000"/>
              </a:lnSpc>
              <a:spcBef>
                <a:spcPts val="1600"/>
              </a:spcBef>
              <a:spcAft>
                <a:spcPts val="0"/>
              </a:spcAft>
              <a:buNone/>
            </a:pPr>
            <a:r>
              <a:t/>
            </a:r>
            <a:endParaRPr sz="2700">
              <a:solidFill>
                <a:srgbClr val="000000"/>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900">
              <a:solidFill>
                <a:srgbClr val="000000"/>
              </a:solidFill>
              <a:latin typeface="Loved by the King"/>
              <a:ea typeface="Loved by the King"/>
              <a:cs typeface="Loved by the King"/>
              <a:sym typeface="Loved by the King"/>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102"/>
          <p:cNvSpPr txBox="1"/>
          <p:nvPr>
            <p:ph idx="4294967295" type="body"/>
          </p:nvPr>
        </p:nvSpPr>
        <p:spPr>
          <a:xfrm>
            <a:off x="3011400" y="1252175"/>
            <a:ext cx="2978700" cy="23526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4000">
                <a:solidFill>
                  <a:srgbClr val="000000"/>
                </a:solidFill>
                <a:latin typeface="McLaren"/>
                <a:ea typeface="McLaren"/>
                <a:cs typeface="McLaren"/>
                <a:sym typeface="McLaren"/>
              </a:rPr>
              <a:t>system</a:t>
            </a:r>
            <a:endParaRPr b="1" sz="2300">
              <a:solidFill>
                <a:srgbClr val="000000"/>
              </a:solidFill>
              <a:latin typeface="McLaren"/>
              <a:ea typeface="McLaren"/>
              <a:cs typeface="McLaren"/>
              <a:sym typeface="McLaren"/>
            </a:endParaRPr>
          </a:p>
          <a:p>
            <a:pPr indent="0" lvl="0" marL="0" rtl="0" algn="ctr">
              <a:lnSpc>
                <a:spcPct val="100000"/>
              </a:lnSpc>
              <a:spcBef>
                <a:spcPts val="1600"/>
              </a:spcBef>
              <a:spcAft>
                <a:spcPts val="0"/>
              </a:spcAft>
              <a:buNone/>
            </a:pPr>
            <a:r>
              <a:rPr lang="en" sz="3000">
                <a:solidFill>
                  <a:srgbClr val="000000"/>
                </a:solidFill>
                <a:latin typeface="Loved by the King"/>
                <a:ea typeface="Loved by the King"/>
                <a:cs typeface="Loved by the King"/>
                <a:sym typeface="Loved by the King"/>
              </a:rPr>
              <a:t>a set of interacting parts forming a complex whole</a:t>
            </a:r>
            <a:endParaRPr sz="3900">
              <a:solidFill>
                <a:srgbClr val="000000"/>
              </a:solidFill>
              <a:latin typeface="Loved by the King"/>
              <a:ea typeface="Loved by the King"/>
              <a:cs typeface="Loved by the King"/>
              <a:sym typeface="Loved by the King"/>
            </a:endParaRPr>
          </a:p>
          <a:p>
            <a:pPr indent="0" lvl="0" marL="0" rtl="0" algn="ctr">
              <a:lnSpc>
                <a:spcPct val="100000"/>
              </a:lnSpc>
              <a:spcBef>
                <a:spcPts val="1600"/>
              </a:spcBef>
              <a:spcAft>
                <a:spcPts val="0"/>
              </a:spcAft>
              <a:buNone/>
            </a:pPr>
            <a:r>
              <a:t/>
            </a:r>
            <a:endParaRPr sz="2700">
              <a:solidFill>
                <a:srgbClr val="000000"/>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900">
              <a:solidFill>
                <a:srgbClr val="000000"/>
              </a:solidFill>
              <a:latin typeface="Loved by the King"/>
              <a:ea typeface="Loved by the King"/>
              <a:cs typeface="Loved by the King"/>
              <a:sym typeface="Loved by the King"/>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103"/>
          <p:cNvSpPr txBox="1"/>
          <p:nvPr>
            <p:ph idx="4294967295" type="body"/>
          </p:nvPr>
        </p:nvSpPr>
        <p:spPr>
          <a:xfrm>
            <a:off x="2851574" y="1252175"/>
            <a:ext cx="3208500" cy="23526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2900">
                <a:solidFill>
                  <a:srgbClr val="000000"/>
                </a:solidFill>
                <a:latin typeface="McLaren"/>
                <a:ea typeface="McLaren"/>
                <a:cs typeface="McLaren"/>
                <a:sym typeface="McLaren"/>
              </a:rPr>
              <a:t>digestive system</a:t>
            </a:r>
            <a:br>
              <a:rPr b="1" lang="en" sz="2800">
                <a:solidFill>
                  <a:srgbClr val="000000"/>
                </a:solidFill>
                <a:latin typeface="Loved by the King"/>
                <a:ea typeface="Loved by the King"/>
                <a:cs typeface="Loved by the King"/>
                <a:sym typeface="Loved by the King"/>
              </a:rPr>
            </a:br>
            <a:r>
              <a:rPr lang="en" sz="2700">
                <a:solidFill>
                  <a:srgbClr val="000000"/>
                </a:solidFill>
                <a:latin typeface="Loved by the King"/>
                <a:ea typeface="Loved by the King"/>
                <a:cs typeface="Loved by the King"/>
                <a:sym typeface="Loved by the King"/>
              </a:rPr>
              <a:t>the body system that takes in food and breaks it down</a:t>
            </a:r>
            <a:endParaRPr sz="3500">
              <a:solidFill>
                <a:srgbClr val="000000"/>
              </a:solidFill>
              <a:latin typeface="Loved by the King"/>
              <a:ea typeface="Loved by the King"/>
              <a:cs typeface="Loved by the King"/>
              <a:sym typeface="Loved by the King"/>
            </a:endParaRPr>
          </a:p>
          <a:p>
            <a:pPr indent="0" lvl="0" marL="0" rtl="0" algn="ctr">
              <a:lnSpc>
                <a:spcPct val="100000"/>
              </a:lnSpc>
              <a:spcBef>
                <a:spcPts val="1600"/>
              </a:spcBef>
              <a:spcAft>
                <a:spcPts val="0"/>
              </a:spcAft>
              <a:buNone/>
            </a:pPr>
            <a:r>
              <a:t/>
            </a:r>
            <a:endParaRPr b="1" sz="4800">
              <a:solidFill>
                <a:srgbClr val="000000"/>
              </a:solidFill>
              <a:latin typeface="Loved by the King"/>
              <a:ea typeface="Loved by the King"/>
              <a:cs typeface="Loved by the King"/>
              <a:sym typeface="Loved by the King"/>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104"/>
          <p:cNvSpPr txBox="1"/>
          <p:nvPr>
            <p:ph idx="4294967295" type="body"/>
          </p:nvPr>
        </p:nvSpPr>
        <p:spPr>
          <a:xfrm>
            <a:off x="2851574" y="1252175"/>
            <a:ext cx="3208500" cy="23526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b="1" lang="en" sz="2800">
                <a:solidFill>
                  <a:srgbClr val="000000"/>
                </a:solidFill>
                <a:latin typeface="McLaren"/>
                <a:ea typeface="McLaren"/>
                <a:cs typeface="McLaren"/>
                <a:sym typeface="McLaren"/>
              </a:rPr>
              <a:t>respiratory system</a:t>
            </a:r>
            <a:br>
              <a:rPr b="1" lang="en" sz="1600">
                <a:solidFill>
                  <a:srgbClr val="000000"/>
                </a:solidFill>
                <a:latin typeface="McLaren"/>
                <a:ea typeface="McLaren"/>
                <a:cs typeface="McLaren"/>
                <a:sym typeface="McLaren"/>
              </a:rPr>
            </a:br>
            <a:r>
              <a:rPr lang="en" sz="2600">
                <a:solidFill>
                  <a:srgbClr val="000000"/>
                </a:solidFill>
                <a:latin typeface="Loved by the King"/>
                <a:ea typeface="Loved by the King"/>
                <a:cs typeface="Loved by the King"/>
                <a:sym typeface="Loved by the King"/>
              </a:rPr>
              <a:t>the body system that takes in oxygen and releases carbon dioxide</a:t>
            </a:r>
            <a:endParaRPr b="1" sz="5100">
              <a:solidFill>
                <a:srgbClr val="000000"/>
              </a:solidFill>
              <a:latin typeface="Loved by the King"/>
              <a:ea typeface="Loved by the King"/>
              <a:cs typeface="Loved by the King"/>
              <a:sym typeface="Loved by the King"/>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105"/>
          <p:cNvSpPr txBox="1"/>
          <p:nvPr>
            <p:ph idx="4294967295" type="body"/>
          </p:nvPr>
        </p:nvSpPr>
        <p:spPr>
          <a:xfrm>
            <a:off x="2851574" y="1252175"/>
            <a:ext cx="3208500" cy="23526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b="1" lang="en" sz="2900">
                <a:solidFill>
                  <a:srgbClr val="000000"/>
                </a:solidFill>
                <a:latin typeface="McLaren"/>
                <a:ea typeface="McLaren"/>
                <a:cs typeface="McLaren"/>
                <a:sym typeface="McLaren"/>
              </a:rPr>
              <a:t>circulatory system</a:t>
            </a:r>
            <a:br>
              <a:rPr b="1" lang="en" sz="1600">
                <a:solidFill>
                  <a:srgbClr val="000000"/>
                </a:solidFill>
                <a:latin typeface="McLaren"/>
                <a:ea typeface="McLaren"/>
                <a:cs typeface="McLaren"/>
                <a:sym typeface="McLaren"/>
              </a:rPr>
            </a:br>
            <a:r>
              <a:rPr lang="en" sz="2600">
                <a:solidFill>
                  <a:srgbClr val="000000"/>
                </a:solidFill>
                <a:latin typeface="Loved by the King"/>
                <a:ea typeface="Loved by the King"/>
                <a:cs typeface="Loved by the King"/>
                <a:sym typeface="Loved by the King"/>
              </a:rPr>
              <a:t>the body system that transports molecules to and from all cells of the body</a:t>
            </a:r>
            <a:endParaRPr sz="3200">
              <a:solidFill>
                <a:srgbClr val="000000"/>
              </a:solidFill>
              <a:latin typeface="Loved by the King"/>
              <a:ea typeface="Loved by the King"/>
              <a:cs typeface="Loved by the King"/>
              <a:sym typeface="Loved by the King"/>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106"/>
          <p:cNvSpPr txBox="1"/>
          <p:nvPr>
            <p:ph idx="4294967295" type="body"/>
          </p:nvPr>
        </p:nvSpPr>
        <p:spPr>
          <a:xfrm>
            <a:off x="2851574" y="1252175"/>
            <a:ext cx="3208500" cy="23526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 sz="2100">
                <a:solidFill>
                  <a:srgbClr val="000000"/>
                </a:solidFill>
                <a:latin typeface="McLaren"/>
                <a:ea typeface="McLaren"/>
                <a:cs typeface="McLaren"/>
                <a:sym typeface="McLaren"/>
              </a:rPr>
              <a:t>Investigation Question:</a:t>
            </a:r>
            <a:r>
              <a:rPr b="1" lang="en" sz="2800">
                <a:solidFill>
                  <a:srgbClr val="000000"/>
                </a:solidFill>
                <a:latin typeface="Loved by the King"/>
                <a:ea typeface="Loved by the King"/>
                <a:cs typeface="Loved by the King"/>
                <a:sym typeface="Loved by the King"/>
              </a:rPr>
              <a:t> </a:t>
            </a:r>
            <a:br>
              <a:rPr b="1" lang="en" sz="2800">
                <a:solidFill>
                  <a:srgbClr val="000000"/>
                </a:solidFill>
                <a:latin typeface="Loved by the King"/>
                <a:ea typeface="Loved by the King"/>
                <a:cs typeface="Loved by the King"/>
                <a:sym typeface="Loved by the King"/>
              </a:rPr>
            </a:br>
            <a:r>
              <a:rPr lang="en" sz="2800">
                <a:solidFill>
                  <a:srgbClr val="000000"/>
                </a:solidFill>
                <a:latin typeface="Loved by the King"/>
                <a:ea typeface="Loved by the King"/>
                <a:cs typeface="Loved by the King"/>
                <a:sym typeface="Loved by the King"/>
              </a:rPr>
              <a:t>How can having a medical condition affect the delivery of molecules to cells in the body?</a:t>
            </a:r>
            <a:endParaRPr sz="2800">
              <a:solidFill>
                <a:srgbClr val="000000"/>
              </a:solidFill>
              <a:latin typeface="Loved by the King"/>
              <a:ea typeface="Loved by the King"/>
              <a:cs typeface="Loved by the King"/>
              <a:sym typeface="Loved by the King"/>
            </a:endParaRPr>
          </a:p>
          <a:p>
            <a:pPr indent="0" lvl="0" marL="0" rtl="0" algn="ctr">
              <a:lnSpc>
                <a:spcPct val="100000"/>
              </a:lnSpc>
              <a:spcBef>
                <a:spcPts val="1600"/>
              </a:spcBef>
              <a:spcAft>
                <a:spcPts val="0"/>
              </a:spcAft>
              <a:buNone/>
            </a:pPr>
            <a:r>
              <a:t/>
            </a:r>
            <a:endParaRPr b="1" sz="4800">
              <a:solidFill>
                <a:srgbClr val="000000"/>
              </a:solidFill>
              <a:latin typeface="Loved by the King"/>
              <a:ea typeface="Loved by the King"/>
              <a:cs typeface="Loved by the King"/>
              <a:sym typeface="Loved by the King"/>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107"/>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66" name="Google Shape;766;p107"/>
          <p:cNvSpPr txBox="1"/>
          <p:nvPr/>
        </p:nvSpPr>
        <p:spPr>
          <a:xfrm>
            <a:off x="842725" y="583439"/>
            <a:ext cx="76581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700">
                <a:latin typeface="McLaren"/>
                <a:ea typeface="McLaren"/>
                <a:cs typeface="McLaren"/>
                <a:sym typeface="McLaren"/>
              </a:rPr>
              <a:t>Active Reading: Patient Stories Article Set</a:t>
            </a:r>
            <a:endParaRPr b="1" sz="2700">
              <a:latin typeface="McLaren"/>
              <a:ea typeface="McLaren"/>
              <a:cs typeface="McLaren"/>
              <a:sym typeface="McLaren"/>
            </a:endParaRPr>
          </a:p>
        </p:txBody>
      </p:sp>
      <p:pic>
        <p:nvPicPr>
          <p:cNvPr descr="Screenshot of email.&#10;To: Medical Students&#10;From: Dr. Walker, MD&#10;Subject: Elisa Rodriguez Update&#10;The hospital medical team has gone over Elisa's data, and we agree that she is getting enough sleep and eating the right kinds of food.&#10;We think that she might have a medical condition that is causing her symptoms, and we are going to run some tests on her. In the meantime, we want you to learn about several conditions that could cause the symptoms Elisa is experiencing. This will prepare you to analyze Elisa's test results. " id="767" name="Google Shape;767;p107"/>
          <p:cNvPicPr preferRelativeResize="0"/>
          <p:nvPr/>
        </p:nvPicPr>
        <p:blipFill rotWithShape="1">
          <a:blip r:embed="rId3">
            <a:alphaModFix/>
          </a:blip>
          <a:srcRect b="6616" l="0" r="0" t="6668"/>
          <a:stretch/>
        </p:blipFill>
        <p:spPr>
          <a:xfrm>
            <a:off x="904891" y="1166857"/>
            <a:ext cx="7566869" cy="335449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1" name="Shape 771"/>
        <p:cNvGrpSpPr/>
        <p:nvPr/>
      </p:nvGrpSpPr>
      <p:grpSpPr>
        <a:xfrm>
          <a:off x="0" y="0"/>
          <a:ext cx="0" cy="0"/>
          <a:chOff x="0" y="0"/>
          <a:chExt cx="0" cy="0"/>
        </a:xfrm>
      </p:grpSpPr>
      <p:sp>
        <p:nvSpPr>
          <p:cNvPr id="772" name="Google Shape;772;p108"/>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73" name="Google Shape;773;p108"/>
          <p:cNvSpPr txBox="1"/>
          <p:nvPr/>
        </p:nvSpPr>
        <p:spPr>
          <a:xfrm>
            <a:off x="5217225" y="918961"/>
            <a:ext cx="3254400" cy="264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latin typeface="McLaren"/>
                <a:ea typeface="McLaren"/>
                <a:cs typeface="McLaren"/>
                <a:sym typeface="McLaren"/>
              </a:rPr>
              <a:t>Claims About Elisa's Condition</a:t>
            </a:r>
            <a:endParaRPr b="1" sz="1700">
              <a:latin typeface="McLaren"/>
              <a:ea typeface="McLaren"/>
              <a:cs typeface="McLaren"/>
              <a:sym typeface="McLaren"/>
            </a:endParaRPr>
          </a:p>
          <a:p>
            <a:pPr indent="-330200" lvl="0" marL="457200" rtl="0" algn="l">
              <a:spcBef>
                <a:spcPts val="1600"/>
              </a:spcBef>
              <a:spcAft>
                <a:spcPts val="0"/>
              </a:spcAft>
              <a:buSzPts val="1600"/>
              <a:buFont typeface="Roboto"/>
              <a:buChar char="●"/>
            </a:pPr>
            <a:r>
              <a:rPr lang="en" sz="1600">
                <a:latin typeface="Loved by the King"/>
                <a:ea typeface="Loved by the King"/>
                <a:cs typeface="Loved by the King"/>
                <a:sym typeface="Loved by the King"/>
              </a:rPr>
              <a:t>Elisa is feeling tired because she has </a:t>
            </a:r>
            <a:r>
              <a:rPr b="1" lang="en" sz="1600">
                <a:latin typeface="Loved by the King"/>
                <a:ea typeface="Loved by the King"/>
                <a:cs typeface="Loved by the King"/>
                <a:sym typeface="Loved by the King"/>
              </a:rPr>
              <a:t>diabetes.</a:t>
            </a:r>
            <a:endParaRPr b="1" sz="1600">
              <a:latin typeface="Loved by the King"/>
              <a:ea typeface="Loved by the King"/>
              <a:cs typeface="Loved by the King"/>
              <a:sym typeface="Loved by the King"/>
            </a:endParaRPr>
          </a:p>
          <a:p>
            <a:pPr indent="-330200" lvl="0" marL="457200" rtl="0" algn="l">
              <a:spcBef>
                <a:spcPts val="0"/>
              </a:spcBef>
              <a:spcAft>
                <a:spcPts val="0"/>
              </a:spcAft>
              <a:buSzPts val="1600"/>
              <a:buFont typeface="Roboto"/>
              <a:buChar char="●"/>
            </a:pPr>
            <a:r>
              <a:rPr lang="en" sz="1600">
                <a:latin typeface="Loved by the King"/>
                <a:ea typeface="Loved by the King"/>
                <a:cs typeface="Loved by the King"/>
                <a:sym typeface="Loved by the King"/>
              </a:rPr>
              <a:t>Elisa is feeling tired because she has </a:t>
            </a:r>
            <a:r>
              <a:rPr b="1" lang="en" sz="1600">
                <a:latin typeface="Loved by the King"/>
                <a:ea typeface="Loved by the King"/>
                <a:cs typeface="Loved by the King"/>
                <a:sym typeface="Loved by the King"/>
              </a:rPr>
              <a:t>anemia. </a:t>
            </a:r>
            <a:endParaRPr b="1" sz="1600">
              <a:latin typeface="Loved by the King"/>
              <a:ea typeface="Loved by the King"/>
              <a:cs typeface="Loved by the King"/>
              <a:sym typeface="Loved by the King"/>
            </a:endParaRPr>
          </a:p>
          <a:p>
            <a:pPr indent="-330200" lvl="0" marL="457200" rtl="0" algn="l">
              <a:spcBef>
                <a:spcPts val="0"/>
              </a:spcBef>
              <a:spcAft>
                <a:spcPts val="0"/>
              </a:spcAft>
              <a:buSzPts val="1600"/>
              <a:buFont typeface="Roboto"/>
              <a:buChar char="●"/>
            </a:pPr>
            <a:r>
              <a:rPr lang="en" sz="1600">
                <a:latin typeface="Loved by the King"/>
                <a:ea typeface="Loved by the King"/>
                <a:cs typeface="Loved by the King"/>
                <a:sym typeface="Loved by the King"/>
              </a:rPr>
              <a:t>Elisa is feeling tired because she has an </a:t>
            </a:r>
            <a:r>
              <a:rPr b="1" lang="en" sz="1600">
                <a:latin typeface="Loved by the King"/>
                <a:ea typeface="Loved by the King"/>
                <a:cs typeface="Loved by the King"/>
                <a:sym typeface="Loved by the King"/>
              </a:rPr>
              <a:t>injury to her pancreas.</a:t>
            </a:r>
            <a:endParaRPr sz="1600">
              <a:latin typeface="Loved by the King"/>
              <a:ea typeface="Loved by the King"/>
              <a:cs typeface="Loved by the King"/>
              <a:sym typeface="Loved by the King"/>
            </a:endParaRPr>
          </a:p>
          <a:p>
            <a:pPr indent="-330200" lvl="0" marL="457200" rtl="0" algn="l">
              <a:spcBef>
                <a:spcPts val="0"/>
              </a:spcBef>
              <a:spcAft>
                <a:spcPts val="0"/>
              </a:spcAft>
              <a:buSzPts val="1600"/>
              <a:buFont typeface="Roboto"/>
              <a:buChar char="●"/>
            </a:pPr>
            <a:r>
              <a:rPr lang="en" sz="1600">
                <a:latin typeface="Loved by the King"/>
                <a:ea typeface="Loved by the King"/>
                <a:cs typeface="Loved by the King"/>
                <a:sym typeface="Loved by the King"/>
              </a:rPr>
              <a:t>Elisa is feeling tired because she has </a:t>
            </a:r>
            <a:r>
              <a:rPr b="1" lang="en" sz="1600">
                <a:latin typeface="Loved by the King"/>
                <a:ea typeface="Loved by the King"/>
                <a:cs typeface="Loved by the King"/>
                <a:sym typeface="Loved by the King"/>
              </a:rPr>
              <a:t>asthma.</a:t>
            </a:r>
            <a:endParaRPr b="1" sz="1600">
              <a:latin typeface="Loved by the King"/>
              <a:ea typeface="Loved by the King"/>
              <a:cs typeface="Loved by the King"/>
              <a:sym typeface="Loved by the King"/>
            </a:endParaRPr>
          </a:p>
          <a:p>
            <a:pPr indent="0" lvl="0" marL="0" rtl="0" algn="ctr">
              <a:lnSpc>
                <a:spcPct val="100000"/>
              </a:lnSpc>
              <a:spcBef>
                <a:spcPts val="1600"/>
              </a:spcBef>
              <a:spcAft>
                <a:spcPts val="0"/>
              </a:spcAft>
              <a:buNone/>
            </a:pPr>
            <a:r>
              <a:t/>
            </a:r>
            <a:endParaRPr sz="3400">
              <a:solidFill>
                <a:srgbClr val="434343"/>
              </a:solidFill>
              <a:latin typeface="Loved by the King"/>
              <a:ea typeface="Loved by the King"/>
              <a:cs typeface="Loved by the King"/>
              <a:sym typeface="Loved by the King"/>
            </a:endParaRPr>
          </a:p>
        </p:txBody>
      </p:sp>
      <p:sp>
        <p:nvSpPr>
          <p:cNvPr id="774" name="Google Shape;774;p108"/>
          <p:cNvSpPr txBox="1"/>
          <p:nvPr/>
        </p:nvSpPr>
        <p:spPr>
          <a:xfrm>
            <a:off x="710820" y="517220"/>
            <a:ext cx="5452500" cy="857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1600"/>
              </a:spcAft>
              <a:buNone/>
            </a:pPr>
            <a:r>
              <a:rPr b="1" lang="en" sz="2100">
                <a:latin typeface="McLaren"/>
                <a:ea typeface="McLaren"/>
                <a:cs typeface="McLaren"/>
                <a:sym typeface="McLaren"/>
              </a:rPr>
              <a:t>Claims About Elisa's Condition:</a:t>
            </a:r>
            <a:endParaRPr b="1" sz="1800">
              <a:solidFill>
                <a:srgbClr val="434343"/>
              </a:solidFill>
              <a:latin typeface="McLaren"/>
              <a:ea typeface="McLaren"/>
              <a:cs typeface="McLaren"/>
              <a:sym typeface="McLaren"/>
            </a:endParaRPr>
          </a:p>
        </p:txBody>
      </p:sp>
      <p:sp>
        <p:nvSpPr>
          <p:cNvPr id="775" name="Google Shape;775;p108"/>
          <p:cNvSpPr txBox="1"/>
          <p:nvPr/>
        </p:nvSpPr>
        <p:spPr>
          <a:xfrm>
            <a:off x="582241" y="1025908"/>
            <a:ext cx="4605900" cy="33219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Font typeface="McLaren"/>
              <a:buChar char="➔"/>
            </a:pPr>
            <a:r>
              <a:rPr lang="en" sz="2000">
                <a:latin typeface="McLaren"/>
                <a:ea typeface="McLaren"/>
                <a:cs typeface="McLaren"/>
                <a:sym typeface="McLaren"/>
              </a:rPr>
              <a:t>You will work in groups. Each </a:t>
            </a:r>
            <a:r>
              <a:rPr lang="en" sz="2000">
                <a:latin typeface="McLaren"/>
                <a:ea typeface="McLaren"/>
                <a:cs typeface="McLaren"/>
                <a:sym typeface="McLaren"/>
              </a:rPr>
              <a:t>member will be responsible for learning about one of the four conditions so that we can diagnose Elisa.</a:t>
            </a:r>
            <a:endParaRPr sz="2000">
              <a:latin typeface="McLaren"/>
              <a:ea typeface="McLaren"/>
              <a:cs typeface="McLaren"/>
              <a:sym typeface="McLaren"/>
            </a:endParaRPr>
          </a:p>
          <a:p>
            <a:pPr indent="-336550" lvl="1" marL="914400" rtl="0" algn="l">
              <a:spcBef>
                <a:spcPts val="1600"/>
              </a:spcBef>
              <a:spcAft>
                <a:spcPts val="0"/>
              </a:spcAft>
              <a:buSzPts val="1700"/>
              <a:buFont typeface="McLaren"/>
              <a:buChar char="◆"/>
            </a:pPr>
            <a:r>
              <a:rPr lang="en" sz="1700">
                <a:latin typeface="McLaren"/>
                <a:ea typeface="McLaren"/>
                <a:cs typeface="McLaren"/>
                <a:sym typeface="McLaren"/>
              </a:rPr>
              <a:t>Diabetes</a:t>
            </a:r>
            <a:endParaRPr sz="1700">
              <a:latin typeface="McLaren"/>
              <a:ea typeface="McLaren"/>
              <a:cs typeface="McLaren"/>
              <a:sym typeface="McLaren"/>
            </a:endParaRPr>
          </a:p>
          <a:p>
            <a:pPr indent="-336550" lvl="1" marL="914400" rtl="0" algn="l">
              <a:spcBef>
                <a:spcPts val="1600"/>
              </a:spcBef>
              <a:spcAft>
                <a:spcPts val="0"/>
              </a:spcAft>
              <a:buSzPts val="1700"/>
              <a:buFont typeface="McLaren"/>
              <a:buChar char="◆"/>
            </a:pPr>
            <a:r>
              <a:rPr lang="en" sz="1700">
                <a:latin typeface="McLaren"/>
                <a:ea typeface="McLaren"/>
                <a:cs typeface="McLaren"/>
                <a:sym typeface="McLaren"/>
              </a:rPr>
              <a:t>Anemia</a:t>
            </a:r>
            <a:endParaRPr sz="1700">
              <a:latin typeface="McLaren"/>
              <a:ea typeface="McLaren"/>
              <a:cs typeface="McLaren"/>
              <a:sym typeface="McLaren"/>
            </a:endParaRPr>
          </a:p>
          <a:p>
            <a:pPr indent="-336550" lvl="1" marL="914400" rtl="0" algn="l">
              <a:spcBef>
                <a:spcPts val="1600"/>
              </a:spcBef>
              <a:spcAft>
                <a:spcPts val="0"/>
              </a:spcAft>
              <a:buSzPts val="1700"/>
              <a:buFont typeface="McLaren"/>
              <a:buChar char="◆"/>
            </a:pPr>
            <a:r>
              <a:rPr lang="en" sz="1700">
                <a:latin typeface="McLaren"/>
                <a:ea typeface="McLaren"/>
                <a:cs typeface="McLaren"/>
                <a:sym typeface="McLaren"/>
              </a:rPr>
              <a:t>Pancreas</a:t>
            </a:r>
            <a:endParaRPr sz="1700">
              <a:latin typeface="McLaren"/>
              <a:ea typeface="McLaren"/>
              <a:cs typeface="McLaren"/>
              <a:sym typeface="McLaren"/>
            </a:endParaRPr>
          </a:p>
          <a:p>
            <a:pPr indent="-336550" lvl="1" marL="914400" rtl="0" algn="l">
              <a:spcBef>
                <a:spcPts val="1600"/>
              </a:spcBef>
              <a:spcAft>
                <a:spcPts val="0"/>
              </a:spcAft>
              <a:buSzPts val="1700"/>
              <a:buFont typeface="McLaren"/>
              <a:buChar char="◆"/>
            </a:pPr>
            <a:r>
              <a:rPr lang="en" sz="1700">
                <a:latin typeface="McLaren"/>
                <a:ea typeface="McLaren"/>
                <a:cs typeface="McLaren"/>
                <a:sym typeface="McLaren"/>
              </a:rPr>
              <a:t>Asthma</a:t>
            </a:r>
            <a:endParaRPr sz="1700">
              <a:latin typeface="McLaren"/>
              <a:ea typeface="McLaren"/>
              <a:cs typeface="McLaren"/>
              <a:sym typeface="McLaren"/>
            </a:endParaRPr>
          </a:p>
          <a:p>
            <a:pPr indent="0" lvl="0" marL="0" rtl="0" algn="l">
              <a:spcBef>
                <a:spcPts val="1600"/>
              </a:spcBef>
              <a:spcAft>
                <a:spcPts val="0"/>
              </a:spcAft>
              <a:buNone/>
            </a:pPr>
            <a:r>
              <a:t/>
            </a:r>
            <a:endParaRPr sz="1700">
              <a:latin typeface="McLaren"/>
              <a:ea typeface="McLaren"/>
              <a:cs typeface="McLaren"/>
              <a:sym typeface="McLaren"/>
            </a:endParaRPr>
          </a:p>
          <a:p>
            <a:pPr indent="0" lvl="0" marL="0" rtl="0" algn="l">
              <a:spcBef>
                <a:spcPts val="0"/>
              </a:spcBef>
              <a:spcAft>
                <a:spcPts val="0"/>
              </a:spcAft>
              <a:buNone/>
            </a:pPr>
            <a:r>
              <a:t/>
            </a:r>
            <a:endParaRPr sz="1700">
              <a:latin typeface="McLaren"/>
              <a:ea typeface="McLaren"/>
              <a:cs typeface="McLaren"/>
              <a:sym typeface="McLaren"/>
            </a:endParaRPr>
          </a:p>
          <a:p>
            <a:pPr indent="0" lvl="0" marL="457200" rtl="0" algn="l">
              <a:spcBef>
                <a:spcPts val="0"/>
              </a:spcBef>
              <a:spcAft>
                <a:spcPts val="0"/>
              </a:spcAft>
              <a:buNone/>
            </a:pPr>
            <a:r>
              <a:t/>
            </a:r>
            <a:endParaRPr sz="1700">
              <a:latin typeface="McLaren"/>
              <a:ea typeface="McLaren"/>
              <a:cs typeface="McLaren"/>
              <a:sym typeface="McLare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9" name="Shape 779"/>
        <p:cNvGrpSpPr/>
        <p:nvPr/>
      </p:nvGrpSpPr>
      <p:grpSpPr>
        <a:xfrm>
          <a:off x="0" y="0"/>
          <a:ext cx="0" cy="0"/>
          <a:chOff x="0" y="0"/>
          <a:chExt cx="0" cy="0"/>
        </a:xfrm>
      </p:grpSpPr>
      <p:sp>
        <p:nvSpPr>
          <p:cNvPr id="780" name="Google Shape;780;p109"/>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81" name="Google Shape;781;p109"/>
          <p:cNvSpPr txBox="1"/>
          <p:nvPr/>
        </p:nvSpPr>
        <p:spPr>
          <a:xfrm>
            <a:off x="5406775" y="1031577"/>
            <a:ext cx="2896200" cy="2506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3400">
                <a:solidFill>
                  <a:srgbClr val="434343"/>
                </a:solidFill>
                <a:latin typeface="Loved by the King"/>
                <a:ea typeface="Loved by the King"/>
                <a:cs typeface="Loved by the King"/>
                <a:sym typeface="Loved by the King"/>
              </a:rPr>
              <a:t>Think about these question starters  while reading your article and how you would answer them.</a:t>
            </a:r>
            <a:endParaRPr sz="3400">
              <a:solidFill>
                <a:srgbClr val="434343"/>
              </a:solidFill>
              <a:latin typeface="Loved by the King"/>
              <a:ea typeface="Loved by the King"/>
              <a:cs typeface="Loved by the King"/>
              <a:sym typeface="Loved by the King"/>
            </a:endParaRPr>
          </a:p>
        </p:txBody>
      </p:sp>
      <p:sp>
        <p:nvSpPr>
          <p:cNvPr id="782" name="Google Shape;782;p109"/>
          <p:cNvSpPr txBox="1"/>
          <p:nvPr/>
        </p:nvSpPr>
        <p:spPr>
          <a:xfrm>
            <a:off x="725350" y="517220"/>
            <a:ext cx="5452500" cy="857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1600"/>
              </a:spcAft>
              <a:buNone/>
            </a:pPr>
            <a:r>
              <a:rPr b="1" lang="en" sz="2800">
                <a:latin typeface="McLaren"/>
                <a:ea typeface="McLaren"/>
                <a:cs typeface="McLaren"/>
                <a:sym typeface="McLaren"/>
              </a:rPr>
              <a:t>Question Starters</a:t>
            </a:r>
            <a:endParaRPr b="1" sz="2500">
              <a:solidFill>
                <a:srgbClr val="434343"/>
              </a:solidFill>
              <a:latin typeface="McLaren"/>
              <a:ea typeface="McLaren"/>
              <a:cs typeface="McLaren"/>
              <a:sym typeface="McLaren"/>
            </a:endParaRPr>
          </a:p>
        </p:txBody>
      </p:sp>
      <p:sp>
        <p:nvSpPr>
          <p:cNvPr id="783" name="Google Shape;783;p109"/>
          <p:cNvSpPr txBox="1"/>
          <p:nvPr/>
        </p:nvSpPr>
        <p:spPr>
          <a:xfrm>
            <a:off x="611300" y="1156675"/>
            <a:ext cx="4635000" cy="33219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Font typeface="Loved by the King"/>
              <a:buChar char="●"/>
            </a:pPr>
            <a:r>
              <a:rPr lang="en" sz="2000">
                <a:latin typeface="Loved by the King"/>
                <a:ea typeface="Loved by the King"/>
                <a:cs typeface="Loved by the King"/>
                <a:sym typeface="Loved by the King"/>
              </a:rPr>
              <a:t>What causes . . . ?</a:t>
            </a:r>
            <a:endParaRPr sz="2000">
              <a:latin typeface="Loved by the King"/>
              <a:ea typeface="Loved by the King"/>
              <a:cs typeface="Loved by the King"/>
              <a:sym typeface="Loved by the King"/>
            </a:endParaRPr>
          </a:p>
          <a:p>
            <a:pPr indent="-355600" lvl="0" marL="457200" rtl="0" algn="l">
              <a:spcBef>
                <a:spcPts val="0"/>
              </a:spcBef>
              <a:spcAft>
                <a:spcPts val="0"/>
              </a:spcAft>
              <a:buSzPts val="2000"/>
              <a:buFont typeface="Loved by the King"/>
              <a:buChar char="●"/>
            </a:pPr>
            <a:r>
              <a:rPr lang="en" sz="2000">
                <a:latin typeface="Loved by the King"/>
                <a:ea typeface="Loved by the King"/>
                <a:cs typeface="Loved by the King"/>
                <a:sym typeface="Loved by the King"/>
              </a:rPr>
              <a:t>Is this evidence of . . . ? </a:t>
            </a:r>
            <a:endParaRPr sz="2000">
              <a:latin typeface="Loved by the King"/>
              <a:ea typeface="Loved by the King"/>
              <a:cs typeface="Loved by the King"/>
              <a:sym typeface="Loved by the King"/>
            </a:endParaRPr>
          </a:p>
          <a:p>
            <a:pPr indent="-355600" lvl="0" marL="457200" rtl="0" algn="l">
              <a:spcBef>
                <a:spcPts val="0"/>
              </a:spcBef>
              <a:spcAft>
                <a:spcPts val="0"/>
              </a:spcAft>
              <a:buSzPts val="2000"/>
              <a:buFont typeface="Loved by the King"/>
              <a:buChar char="●"/>
            </a:pPr>
            <a:r>
              <a:rPr lang="en" sz="2000">
                <a:latin typeface="Loved by the King"/>
                <a:ea typeface="Loved by the King"/>
                <a:cs typeface="Loved by the King"/>
                <a:sym typeface="Loved by the King"/>
              </a:rPr>
              <a:t>Does this support the claim that . . . ?</a:t>
            </a:r>
            <a:endParaRPr sz="2000">
              <a:latin typeface="Loved by the King"/>
              <a:ea typeface="Loved by the King"/>
              <a:cs typeface="Loved by the King"/>
              <a:sym typeface="Loved by the King"/>
            </a:endParaRPr>
          </a:p>
          <a:p>
            <a:pPr indent="-355600" lvl="0" marL="457200" rtl="0" algn="l">
              <a:spcBef>
                <a:spcPts val="0"/>
              </a:spcBef>
              <a:spcAft>
                <a:spcPts val="0"/>
              </a:spcAft>
              <a:buSzPts val="2000"/>
              <a:buFont typeface="Loved by the King"/>
              <a:buChar char="●"/>
            </a:pPr>
            <a:r>
              <a:rPr lang="en" sz="2000">
                <a:latin typeface="Loved by the King"/>
                <a:ea typeface="Loved by the King"/>
                <a:cs typeface="Loved by the King"/>
                <a:sym typeface="Loved by the King"/>
              </a:rPr>
              <a:t>Is this like (another idea or activity from class)?</a:t>
            </a:r>
            <a:endParaRPr sz="2000">
              <a:latin typeface="Loved by the King"/>
              <a:ea typeface="Loved by the King"/>
              <a:cs typeface="Loved by the King"/>
              <a:sym typeface="Loved by the King"/>
            </a:endParaRPr>
          </a:p>
          <a:p>
            <a:pPr indent="-355600" lvl="0" marL="457200" rtl="0" algn="l">
              <a:spcBef>
                <a:spcPts val="0"/>
              </a:spcBef>
              <a:spcAft>
                <a:spcPts val="0"/>
              </a:spcAft>
              <a:buSzPts val="2000"/>
              <a:buFont typeface="Loved by the King"/>
              <a:buChar char="●"/>
            </a:pPr>
            <a:r>
              <a:rPr lang="en" sz="2000">
                <a:latin typeface="Loved by the King"/>
                <a:ea typeface="Loved by the King"/>
                <a:cs typeface="Loved by the King"/>
                <a:sym typeface="Loved by the King"/>
              </a:rPr>
              <a:t>Why did . . . ? Why didn't . . . ? </a:t>
            </a:r>
            <a:endParaRPr sz="2000">
              <a:latin typeface="Loved by the King"/>
              <a:ea typeface="Loved by the King"/>
              <a:cs typeface="Loved by the King"/>
              <a:sym typeface="Loved by the King"/>
            </a:endParaRPr>
          </a:p>
          <a:p>
            <a:pPr indent="-355600" lvl="0" marL="457200" rtl="0" algn="l">
              <a:spcBef>
                <a:spcPts val="0"/>
              </a:spcBef>
              <a:spcAft>
                <a:spcPts val="0"/>
              </a:spcAft>
              <a:buSzPts val="2000"/>
              <a:buFont typeface="Loved by the King"/>
              <a:buChar char="●"/>
            </a:pPr>
            <a:r>
              <a:rPr lang="en" sz="2000">
                <a:latin typeface="Loved by the King"/>
                <a:ea typeface="Loved by the King"/>
                <a:cs typeface="Loved by the King"/>
                <a:sym typeface="Loved by the King"/>
              </a:rPr>
              <a:t>Would it be better if . . . ? </a:t>
            </a:r>
            <a:endParaRPr sz="2000">
              <a:latin typeface="Loved by the King"/>
              <a:ea typeface="Loved by the King"/>
              <a:cs typeface="Loved by the King"/>
              <a:sym typeface="Loved by the King"/>
            </a:endParaRPr>
          </a:p>
          <a:p>
            <a:pPr indent="-355600" lvl="0" marL="457200" rtl="0" algn="l">
              <a:spcBef>
                <a:spcPts val="0"/>
              </a:spcBef>
              <a:spcAft>
                <a:spcPts val="0"/>
              </a:spcAft>
              <a:buSzPts val="2000"/>
              <a:buFont typeface="Loved by the King"/>
              <a:buChar char="●"/>
            </a:pPr>
            <a:r>
              <a:rPr lang="en" sz="2000">
                <a:latin typeface="Loved by the King"/>
                <a:ea typeface="Loved by the King"/>
                <a:cs typeface="Loved by the King"/>
                <a:sym typeface="Loved by the King"/>
              </a:rPr>
              <a:t>Who . . . ? What . . . ? When . . . ? Where . . . ? Why . . . ? </a:t>
            </a:r>
            <a:endParaRPr sz="2000">
              <a:latin typeface="Loved by the King"/>
              <a:ea typeface="Loved by the King"/>
              <a:cs typeface="Loved by the King"/>
              <a:sym typeface="Loved by the King"/>
            </a:endParaRPr>
          </a:p>
          <a:p>
            <a:pPr indent="-355600" lvl="0" marL="457200" rtl="0" algn="l">
              <a:spcBef>
                <a:spcPts val="0"/>
              </a:spcBef>
              <a:spcAft>
                <a:spcPts val="0"/>
              </a:spcAft>
              <a:buSzPts val="2000"/>
              <a:buFont typeface="Loved by the King"/>
              <a:buChar char="●"/>
            </a:pPr>
            <a:r>
              <a:rPr lang="en" sz="2000">
                <a:latin typeface="Loved by the King"/>
                <a:ea typeface="Loved by the King"/>
                <a:cs typeface="Loved by the King"/>
                <a:sym typeface="Loved by the King"/>
              </a:rPr>
              <a:t>How . . . ? Can . . . ? </a:t>
            </a:r>
            <a:endParaRPr sz="1700">
              <a:solidFill>
                <a:schemeClr val="dk1"/>
              </a:solidFill>
              <a:latin typeface="Loved by the King"/>
              <a:ea typeface="Loved by the King"/>
              <a:cs typeface="Loved by the King"/>
              <a:sym typeface="Loved by the King"/>
            </a:endParaRPr>
          </a:p>
          <a:p>
            <a:pPr indent="0" lvl="0" marL="0" rtl="0" algn="l">
              <a:spcBef>
                <a:spcPts val="1600"/>
              </a:spcBef>
              <a:spcAft>
                <a:spcPts val="0"/>
              </a:spcAft>
              <a:buNone/>
            </a:pPr>
            <a:r>
              <a:t/>
            </a:r>
            <a:endParaRPr sz="1700">
              <a:solidFill>
                <a:schemeClr val="dk1"/>
              </a:solidFill>
              <a:latin typeface="Loved by the King"/>
              <a:ea typeface="Loved by the King"/>
              <a:cs typeface="Loved by the King"/>
              <a:sym typeface="Loved by the King"/>
            </a:endParaRPr>
          </a:p>
          <a:p>
            <a:pPr indent="0" lvl="0" marL="0" rtl="0" algn="l">
              <a:spcBef>
                <a:spcPts val="0"/>
              </a:spcBef>
              <a:spcAft>
                <a:spcPts val="0"/>
              </a:spcAft>
              <a:buNone/>
            </a:pPr>
            <a:r>
              <a:t/>
            </a:r>
            <a:endParaRPr sz="1700">
              <a:solidFill>
                <a:schemeClr val="dk1"/>
              </a:solidFill>
              <a:latin typeface="Loved by the King"/>
              <a:ea typeface="Loved by the King"/>
              <a:cs typeface="Loved by the King"/>
              <a:sym typeface="Loved by the King"/>
            </a:endParaRPr>
          </a:p>
          <a:p>
            <a:pPr indent="0" lvl="0" marL="457200" rtl="0" algn="l">
              <a:spcBef>
                <a:spcPts val="0"/>
              </a:spcBef>
              <a:spcAft>
                <a:spcPts val="0"/>
              </a:spcAft>
              <a:buNone/>
            </a:pPr>
            <a:r>
              <a:t/>
            </a:r>
            <a:endParaRPr sz="1700">
              <a:solidFill>
                <a:schemeClr val="dk1"/>
              </a:solidFill>
              <a:latin typeface="Loved by the King"/>
              <a:ea typeface="Loved by the King"/>
              <a:cs typeface="Loved by the King"/>
              <a:sym typeface="Loved by the King"/>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7" name="Shape 787"/>
        <p:cNvGrpSpPr/>
        <p:nvPr/>
      </p:nvGrpSpPr>
      <p:grpSpPr>
        <a:xfrm>
          <a:off x="0" y="0"/>
          <a:ext cx="0" cy="0"/>
          <a:chOff x="0" y="0"/>
          <a:chExt cx="0" cy="0"/>
        </a:xfrm>
      </p:grpSpPr>
      <p:sp>
        <p:nvSpPr>
          <p:cNvPr id="788" name="Google Shape;788;p110"/>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89" name="Google Shape;789;p110"/>
          <p:cNvSpPr txBox="1"/>
          <p:nvPr/>
        </p:nvSpPr>
        <p:spPr>
          <a:xfrm>
            <a:off x="697409" y="595716"/>
            <a:ext cx="45054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700">
                <a:latin typeface="McLaren"/>
                <a:ea typeface="McLaren"/>
                <a:cs typeface="McLaren"/>
                <a:sym typeface="McLaren"/>
              </a:rPr>
              <a:t>Discussing Annotations</a:t>
            </a:r>
            <a:endParaRPr b="1" sz="2700">
              <a:latin typeface="McLaren"/>
              <a:ea typeface="McLaren"/>
              <a:cs typeface="McLaren"/>
              <a:sym typeface="McLaren"/>
            </a:endParaRPr>
          </a:p>
        </p:txBody>
      </p:sp>
      <p:pic>
        <p:nvPicPr>
          <p:cNvPr descr="A quadrant of 4 images.&#10;Image 1: A student looking at a computer. Above is the text Anemia: Red Blood Cell Shortage.&#10;Image 2: A student looking at the camera. Above is the text Asthma: Struggling to Breathe.&#10;Image 3: A student outside and looking at camera. Above is the text Diabetes: Glucose Locked Out.&#10;Image 4: A student smiling at the camera. Above is the text Injury to Pancreas: Trouble Digesting." id="790" name="Google Shape;790;p110"/>
          <p:cNvPicPr preferRelativeResize="0"/>
          <p:nvPr/>
        </p:nvPicPr>
        <p:blipFill>
          <a:blip r:embed="rId3">
            <a:alphaModFix/>
          </a:blip>
          <a:stretch>
            <a:fillRect/>
          </a:stretch>
        </p:blipFill>
        <p:spPr>
          <a:xfrm>
            <a:off x="5250444" y="432054"/>
            <a:ext cx="3465579" cy="4279394"/>
          </a:xfrm>
          <a:prstGeom prst="rect">
            <a:avLst/>
          </a:prstGeom>
          <a:noFill/>
          <a:ln>
            <a:noFill/>
          </a:ln>
        </p:spPr>
      </p:pic>
      <p:sp>
        <p:nvSpPr>
          <p:cNvPr id="791" name="Google Shape;791;p110"/>
          <p:cNvSpPr txBox="1"/>
          <p:nvPr/>
        </p:nvSpPr>
        <p:spPr>
          <a:xfrm>
            <a:off x="697231" y="1054841"/>
            <a:ext cx="4578300" cy="364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cLaren"/>
                <a:ea typeface="McLaren"/>
                <a:cs typeface="McLaren"/>
                <a:sym typeface="McLaren"/>
              </a:rPr>
              <a:t>Raise your hand if the condition you read about involved </a:t>
            </a:r>
            <a:r>
              <a:rPr b="1" lang="en">
                <a:latin typeface="McLaren"/>
                <a:ea typeface="McLaren"/>
                <a:cs typeface="McLaren"/>
                <a:sym typeface="McLaren"/>
              </a:rPr>
              <a:t>oxygen</a:t>
            </a:r>
            <a:r>
              <a:rPr lang="en">
                <a:latin typeface="McLaren"/>
                <a:ea typeface="McLaren"/>
                <a:cs typeface="McLaren"/>
                <a:sym typeface="McLaren"/>
              </a:rPr>
              <a:t>.</a:t>
            </a:r>
            <a:endParaRPr>
              <a:latin typeface="McLaren"/>
              <a:ea typeface="McLaren"/>
              <a:cs typeface="McLaren"/>
              <a:sym typeface="McLaren"/>
            </a:endParaRPr>
          </a:p>
          <a:p>
            <a:pPr indent="0" lvl="0" marL="0" rtl="0" algn="l">
              <a:spcBef>
                <a:spcPts val="1600"/>
              </a:spcBef>
              <a:spcAft>
                <a:spcPts val="0"/>
              </a:spcAft>
              <a:buNone/>
            </a:pPr>
            <a:r>
              <a:rPr lang="en">
                <a:latin typeface="McLaren"/>
                <a:ea typeface="McLaren"/>
                <a:cs typeface="McLaren"/>
                <a:sym typeface="McLaren"/>
              </a:rPr>
              <a:t>What about </a:t>
            </a:r>
            <a:r>
              <a:rPr b="1" lang="en">
                <a:latin typeface="McLaren"/>
                <a:ea typeface="McLaren"/>
                <a:cs typeface="McLaren"/>
                <a:sym typeface="McLaren"/>
              </a:rPr>
              <a:t>glucose</a:t>
            </a:r>
            <a:r>
              <a:rPr lang="en">
                <a:latin typeface="McLaren"/>
                <a:ea typeface="McLaren"/>
                <a:cs typeface="McLaren"/>
                <a:sym typeface="McLaren"/>
              </a:rPr>
              <a:t>?</a:t>
            </a:r>
            <a:endParaRPr>
              <a:latin typeface="McLaren"/>
              <a:ea typeface="McLaren"/>
              <a:cs typeface="McLaren"/>
              <a:sym typeface="McLaren"/>
            </a:endParaRPr>
          </a:p>
          <a:p>
            <a:pPr indent="0" lvl="0" marL="0" rtl="0" algn="l">
              <a:spcBef>
                <a:spcPts val="1600"/>
              </a:spcBef>
              <a:spcAft>
                <a:spcPts val="0"/>
              </a:spcAft>
              <a:buNone/>
            </a:pPr>
            <a:r>
              <a:rPr b="1" lang="en">
                <a:latin typeface="McLaren"/>
                <a:ea typeface="McLaren"/>
                <a:cs typeface="McLaren"/>
                <a:sym typeface="McLaren"/>
              </a:rPr>
              <a:t>Pair up</a:t>
            </a:r>
            <a:r>
              <a:rPr lang="en">
                <a:latin typeface="McLaren"/>
                <a:ea typeface="McLaren"/>
                <a:cs typeface="McLaren"/>
                <a:sym typeface="McLaren"/>
              </a:rPr>
              <a:t> with someone who read an article involving problems with the </a:t>
            </a:r>
            <a:r>
              <a:rPr b="1" lang="en">
                <a:latin typeface="McLaren"/>
                <a:ea typeface="McLaren"/>
                <a:cs typeface="McLaren"/>
                <a:sym typeface="McLaren"/>
              </a:rPr>
              <a:t>same molecule</a:t>
            </a:r>
            <a:r>
              <a:rPr lang="en">
                <a:latin typeface="McLaren"/>
                <a:ea typeface="McLaren"/>
                <a:cs typeface="McLaren"/>
                <a:sym typeface="McLaren"/>
              </a:rPr>
              <a:t>.</a:t>
            </a:r>
            <a:endParaRPr>
              <a:latin typeface="McLaren"/>
              <a:ea typeface="McLaren"/>
              <a:cs typeface="McLaren"/>
              <a:sym typeface="McLaren"/>
            </a:endParaRPr>
          </a:p>
          <a:p>
            <a:pPr indent="0" lvl="0" marL="0" rtl="0" algn="l">
              <a:spcBef>
                <a:spcPts val="2000"/>
              </a:spcBef>
              <a:spcAft>
                <a:spcPts val="0"/>
              </a:spcAft>
              <a:buNone/>
            </a:pPr>
            <a:r>
              <a:rPr lang="en">
                <a:latin typeface="McLaren"/>
                <a:ea typeface="McLaren"/>
                <a:cs typeface="McLaren"/>
                <a:sym typeface="McLaren"/>
              </a:rPr>
              <a:t>Since you each read different articles, this discussion will be slightly different. You’ll need to make sure your partner understands the condition you read about. </a:t>
            </a:r>
            <a:endParaRPr>
              <a:latin typeface="McLaren"/>
              <a:ea typeface="McLaren"/>
              <a:cs typeface="McLaren"/>
              <a:sym typeface="McLaren"/>
            </a:endParaRPr>
          </a:p>
          <a:p>
            <a:pPr indent="0" lvl="0" marL="0" rtl="0" algn="l">
              <a:spcBef>
                <a:spcPts val="1600"/>
              </a:spcBef>
              <a:spcAft>
                <a:spcPts val="1600"/>
              </a:spcAft>
              <a:buNone/>
            </a:pPr>
            <a:r>
              <a:rPr lang="en">
                <a:latin typeface="McLaren"/>
                <a:ea typeface="McLaren"/>
                <a:cs typeface="McLaren"/>
                <a:sym typeface="McLaren"/>
              </a:rPr>
              <a:t>You will start by </a:t>
            </a:r>
            <a:r>
              <a:rPr b="1" lang="en">
                <a:latin typeface="McLaren"/>
                <a:ea typeface="McLaren"/>
                <a:cs typeface="McLaren"/>
                <a:sym typeface="McLaren"/>
              </a:rPr>
              <a:t>explaining</a:t>
            </a:r>
            <a:r>
              <a:rPr lang="en">
                <a:latin typeface="McLaren"/>
                <a:ea typeface="McLaren"/>
                <a:cs typeface="McLaren"/>
                <a:sym typeface="McLaren"/>
              </a:rPr>
              <a:t> what your condition is and </a:t>
            </a:r>
            <a:r>
              <a:rPr b="1" lang="en">
                <a:latin typeface="McLaren"/>
                <a:ea typeface="McLaren"/>
                <a:cs typeface="McLaren"/>
                <a:sym typeface="McLaren"/>
              </a:rPr>
              <a:t>how it affects the body</a:t>
            </a:r>
            <a:r>
              <a:rPr lang="en">
                <a:latin typeface="McLaren"/>
                <a:ea typeface="McLaren"/>
                <a:cs typeface="McLaren"/>
                <a:sym typeface="McLaren"/>
              </a:rPr>
              <a:t>, using illustrations and visuals from the article.</a:t>
            </a:r>
            <a:endParaRPr>
              <a:latin typeface="McLaren"/>
              <a:ea typeface="McLaren"/>
              <a:cs typeface="McLaren"/>
              <a:sym typeface="McLare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5" name="Shape 795"/>
        <p:cNvGrpSpPr/>
        <p:nvPr/>
      </p:nvGrpSpPr>
      <p:grpSpPr>
        <a:xfrm>
          <a:off x="0" y="0"/>
          <a:ext cx="0" cy="0"/>
          <a:chOff x="0" y="0"/>
          <a:chExt cx="0" cy="0"/>
        </a:xfrm>
      </p:grpSpPr>
      <p:sp>
        <p:nvSpPr>
          <p:cNvPr id="796" name="Google Shape;796;p111"/>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97" name="Google Shape;797;p111"/>
          <p:cNvSpPr txBox="1"/>
          <p:nvPr/>
        </p:nvSpPr>
        <p:spPr>
          <a:xfrm>
            <a:off x="6881525" y="953175"/>
            <a:ext cx="1718100" cy="15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t/>
            </a:r>
            <a:endParaRPr sz="2000">
              <a:solidFill>
                <a:srgbClr val="434343"/>
              </a:solidFill>
              <a:latin typeface="Loved by the King"/>
              <a:ea typeface="Loved by the King"/>
              <a:cs typeface="Loved by the King"/>
              <a:sym typeface="Loved by the King"/>
            </a:endParaRPr>
          </a:p>
          <a:p>
            <a:pPr indent="0" lvl="0" marL="0" rtl="0" algn="ctr">
              <a:lnSpc>
                <a:spcPct val="100000"/>
              </a:lnSpc>
              <a:spcBef>
                <a:spcPts val="0"/>
              </a:spcBef>
              <a:spcAft>
                <a:spcPts val="0"/>
              </a:spcAft>
              <a:buNone/>
            </a:pPr>
            <a:r>
              <a:t/>
            </a:r>
            <a:endParaRPr sz="1500">
              <a:solidFill>
                <a:srgbClr val="434343"/>
              </a:solidFill>
              <a:latin typeface="Give You Glory"/>
              <a:ea typeface="Give You Glory"/>
              <a:cs typeface="Give You Glory"/>
              <a:sym typeface="Give You Glory"/>
            </a:endParaRPr>
          </a:p>
        </p:txBody>
      </p:sp>
      <p:sp>
        <p:nvSpPr>
          <p:cNvPr id="798" name="Google Shape;798;p111"/>
          <p:cNvSpPr txBox="1"/>
          <p:nvPr/>
        </p:nvSpPr>
        <p:spPr>
          <a:xfrm>
            <a:off x="770075" y="537600"/>
            <a:ext cx="54060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300">
                <a:latin typeface="McLaren"/>
                <a:ea typeface="McLaren"/>
                <a:cs typeface="McLaren"/>
                <a:sym typeface="McLaren"/>
              </a:rPr>
              <a:t>Discussing Annotations</a:t>
            </a:r>
            <a:endParaRPr b="1" sz="3300">
              <a:latin typeface="McLaren"/>
              <a:ea typeface="McLaren"/>
              <a:cs typeface="McLaren"/>
              <a:sym typeface="McLaren"/>
            </a:endParaRPr>
          </a:p>
        </p:txBody>
      </p:sp>
      <p:pic>
        <p:nvPicPr>
          <p:cNvPr id="799" name="Google Shape;799;p111"/>
          <p:cNvPicPr preferRelativeResize="0"/>
          <p:nvPr/>
        </p:nvPicPr>
        <p:blipFill rotWithShape="1">
          <a:blip r:embed="rId3">
            <a:alphaModFix/>
          </a:blip>
          <a:srcRect b="0" l="0" r="0" t="0"/>
          <a:stretch/>
        </p:blipFill>
        <p:spPr>
          <a:xfrm>
            <a:off x="618034" y="1353312"/>
            <a:ext cx="1874520" cy="1170432"/>
          </a:xfrm>
          <a:prstGeom prst="rect">
            <a:avLst/>
          </a:prstGeom>
          <a:noFill/>
          <a:ln>
            <a:noFill/>
          </a:ln>
        </p:spPr>
      </p:pic>
      <p:pic>
        <p:nvPicPr>
          <p:cNvPr id="800" name="Google Shape;800;p111"/>
          <p:cNvPicPr preferRelativeResize="0"/>
          <p:nvPr/>
        </p:nvPicPr>
        <p:blipFill rotWithShape="1">
          <a:blip r:embed="rId4">
            <a:alphaModFix/>
          </a:blip>
          <a:srcRect b="0" l="0" r="0" t="0"/>
          <a:stretch/>
        </p:blipFill>
        <p:spPr>
          <a:xfrm>
            <a:off x="2675434" y="1353312"/>
            <a:ext cx="1874520" cy="1170432"/>
          </a:xfrm>
          <a:prstGeom prst="rect">
            <a:avLst/>
          </a:prstGeom>
          <a:noFill/>
          <a:ln>
            <a:noFill/>
          </a:ln>
        </p:spPr>
      </p:pic>
      <p:pic>
        <p:nvPicPr>
          <p:cNvPr id="801" name="Google Shape;801;p111"/>
          <p:cNvPicPr preferRelativeResize="0"/>
          <p:nvPr/>
        </p:nvPicPr>
        <p:blipFill rotWithShape="1">
          <a:blip r:embed="rId5">
            <a:alphaModFix/>
          </a:blip>
          <a:srcRect b="0" l="0" r="0" t="0"/>
          <a:stretch/>
        </p:blipFill>
        <p:spPr>
          <a:xfrm>
            <a:off x="4732834" y="1353312"/>
            <a:ext cx="1874520" cy="1170432"/>
          </a:xfrm>
          <a:prstGeom prst="rect">
            <a:avLst/>
          </a:prstGeom>
          <a:noFill/>
          <a:ln>
            <a:noFill/>
          </a:ln>
        </p:spPr>
      </p:pic>
      <p:pic>
        <p:nvPicPr>
          <p:cNvPr id="802" name="Google Shape;802;p111"/>
          <p:cNvPicPr preferRelativeResize="0"/>
          <p:nvPr/>
        </p:nvPicPr>
        <p:blipFill rotWithShape="1">
          <a:blip r:embed="rId6">
            <a:alphaModFix/>
          </a:blip>
          <a:srcRect b="0" l="0" r="0" t="0"/>
          <a:stretch/>
        </p:blipFill>
        <p:spPr>
          <a:xfrm>
            <a:off x="6799378" y="1353312"/>
            <a:ext cx="1874520" cy="1170432"/>
          </a:xfrm>
          <a:prstGeom prst="rect">
            <a:avLst/>
          </a:prstGeom>
          <a:noFill/>
          <a:ln>
            <a:noFill/>
          </a:ln>
        </p:spPr>
      </p:pic>
      <p:sp>
        <p:nvSpPr>
          <p:cNvPr id="803" name="Google Shape;803;p111"/>
          <p:cNvSpPr txBox="1"/>
          <p:nvPr/>
        </p:nvSpPr>
        <p:spPr>
          <a:xfrm>
            <a:off x="682610" y="2642625"/>
            <a:ext cx="1788600" cy="3933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1600"/>
              </a:spcAft>
              <a:buNone/>
            </a:pPr>
            <a:r>
              <a:rPr b="1" lang="en">
                <a:latin typeface="McLaren"/>
                <a:ea typeface="McLaren"/>
                <a:cs typeface="McLaren"/>
                <a:sym typeface="McLaren"/>
              </a:rPr>
              <a:t>1: Explain</a:t>
            </a:r>
            <a:endParaRPr b="1">
              <a:latin typeface="McLaren"/>
              <a:ea typeface="McLaren"/>
              <a:cs typeface="McLaren"/>
              <a:sym typeface="McLaren"/>
            </a:endParaRPr>
          </a:p>
        </p:txBody>
      </p:sp>
      <p:sp>
        <p:nvSpPr>
          <p:cNvPr id="804" name="Google Shape;804;p111"/>
          <p:cNvSpPr txBox="1"/>
          <p:nvPr/>
        </p:nvSpPr>
        <p:spPr>
          <a:xfrm>
            <a:off x="682606" y="2926133"/>
            <a:ext cx="1788600" cy="15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n" sz="1300">
                <a:latin typeface="McLaren"/>
                <a:ea typeface="McLaren"/>
                <a:cs typeface="McLaren"/>
                <a:sym typeface="McLaren"/>
              </a:rPr>
              <a:t>Explain what your condition is and how it affects the body, using illustrations and visuals from the article.</a:t>
            </a:r>
            <a:endParaRPr sz="1300">
              <a:latin typeface="McLaren"/>
              <a:ea typeface="McLaren"/>
              <a:cs typeface="McLaren"/>
              <a:sym typeface="McLaren"/>
            </a:endParaRPr>
          </a:p>
        </p:txBody>
      </p:sp>
      <p:sp>
        <p:nvSpPr>
          <p:cNvPr id="805" name="Google Shape;805;p111"/>
          <p:cNvSpPr txBox="1"/>
          <p:nvPr/>
        </p:nvSpPr>
        <p:spPr>
          <a:xfrm>
            <a:off x="2562608" y="2642616"/>
            <a:ext cx="1975200" cy="3933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None/>
            </a:pPr>
            <a:r>
              <a:rPr b="1" lang="en">
                <a:latin typeface="McLaren"/>
                <a:ea typeface="McLaren"/>
                <a:cs typeface="McLaren"/>
                <a:sym typeface="McLaren"/>
              </a:rPr>
              <a:t>2: Prepare to Share	</a:t>
            </a:r>
            <a:endParaRPr b="1">
              <a:latin typeface="McLaren"/>
              <a:ea typeface="McLaren"/>
              <a:cs typeface="McLaren"/>
              <a:sym typeface="McLaren"/>
            </a:endParaRPr>
          </a:p>
          <a:p>
            <a:pPr indent="0" lvl="0" marL="0" rtl="0" algn="l">
              <a:spcBef>
                <a:spcPts val="1600"/>
              </a:spcBef>
              <a:spcAft>
                <a:spcPts val="1600"/>
              </a:spcAft>
              <a:buNone/>
            </a:pPr>
            <a:r>
              <a:t/>
            </a:r>
            <a:endParaRPr b="1">
              <a:latin typeface="McLaren"/>
              <a:ea typeface="McLaren"/>
              <a:cs typeface="McLaren"/>
              <a:sym typeface="McLaren"/>
            </a:endParaRPr>
          </a:p>
        </p:txBody>
      </p:sp>
      <p:sp>
        <p:nvSpPr>
          <p:cNvPr id="806" name="Google Shape;806;p111"/>
          <p:cNvSpPr txBox="1"/>
          <p:nvPr/>
        </p:nvSpPr>
        <p:spPr>
          <a:xfrm>
            <a:off x="2562605" y="2926126"/>
            <a:ext cx="1975200" cy="15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McLaren"/>
                <a:ea typeface="McLaren"/>
                <a:cs typeface="McLaren"/>
                <a:sym typeface="McLaren"/>
              </a:rPr>
              <a:t>Choose an interesting question or connection to share with a partner. </a:t>
            </a:r>
            <a:endParaRPr sz="1300">
              <a:latin typeface="McLaren"/>
              <a:ea typeface="McLaren"/>
              <a:cs typeface="McLaren"/>
              <a:sym typeface="McLaren"/>
            </a:endParaRPr>
          </a:p>
          <a:p>
            <a:pPr indent="0" lvl="0" marL="0" rtl="0" algn="l">
              <a:spcBef>
                <a:spcPts val="1600"/>
              </a:spcBef>
              <a:spcAft>
                <a:spcPts val="1600"/>
              </a:spcAft>
              <a:buNone/>
            </a:pPr>
            <a:r>
              <a:rPr lang="en" sz="1300">
                <a:latin typeface="McLaren"/>
                <a:ea typeface="McLaren"/>
                <a:cs typeface="McLaren"/>
                <a:sym typeface="McLaren"/>
              </a:rPr>
              <a:t>Tag it with </a:t>
            </a:r>
            <a:r>
              <a:rPr b="1" lang="en" sz="1300">
                <a:latin typeface="McLaren"/>
                <a:ea typeface="McLaren"/>
                <a:cs typeface="McLaren"/>
                <a:sym typeface="McLaren"/>
              </a:rPr>
              <a:t>#share.</a:t>
            </a:r>
            <a:r>
              <a:rPr lang="en" sz="1300">
                <a:latin typeface="McLaren"/>
                <a:ea typeface="McLaren"/>
                <a:cs typeface="McLaren"/>
                <a:sym typeface="McLaren"/>
              </a:rPr>
              <a:t> </a:t>
            </a:r>
            <a:endParaRPr sz="1300">
              <a:latin typeface="McLaren"/>
              <a:ea typeface="McLaren"/>
              <a:cs typeface="McLaren"/>
              <a:sym typeface="McLaren"/>
            </a:endParaRPr>
          </a:p>
        </p:txBody>
      </p:sp>
      <p:sp>
        <p:nvSpPr>
          <p:cNvPr id="807" name="Google Shape;807;p111"/>
          <p:cNvSpPr txBox="1"/>
          <p:nvPr/>
        </p:nvSpPr>
        <p:spPr>
          <a:xfrm>
            <a:off x="4616958" y="2642616"/>
            <a:ext cx="1975200" cy="3933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None/>
            </a:pPr>
            <a:r>
              <a:rPr b="1" lang="en">
                <a:latin typeface="McLaren"/>
                <a:ea typeface="McLaren"/>
                <a:cs typeface="McLaren"/>
                <a:sym typeface="McLaren"/>
              </a:rPr>
              <a:t>3: Discuss</a:t>
            </a:r>
            <a:endParaRPr b="1">
              <a:latin typeface="McLaren"/>
              <a:ea typeface="McLaren"/>
              <a:cs typeface="McLaren"/>
              <a:sym typeface="McLaren"/>
            </a:endParaRPr>
          </a:p>
          <a:p>
            <a:pPr indent="0" lvl="0" marL="0" rtl="0" algn="l">
              <a:spcBef>
                <a:spcPts val="1600"/>
              </a:spcBef>
              <a:spcAft>
                <a:spcPts val="1600"/>
              </a:spcAft>
              <a:buNone/>
            </a:pPr>
            <a:r>
              <a:t/>
            </a:r>
            <a:endParaRPr b="1">
              <a:latin typeface="McLaren"/>
              <a:ea typeface="McLaren"/>
              <a:cs typeface="McLaren"/>
              <a:sym typeface="McLaren"/>
            </a:endParaRPr>
          </a:p>
        </p:txBody>
      </p:sp>
      <p:sp>
        <p:nvSpPr>
          <p:cNvPr id="808" name="Google Shape;808;p111"/>
          <p:cNvSpPr txBox="1"/>
          <p:nvPr/>
        </p:nvSpPr>
        <p:spPr>
          <a:xfrm>
            <a:off x="4616950" y="2926125"/>
            <a:ext cx="2054400" cy="15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McLaren"/>
                <a:ea typeface="McLaren"/>
                <a:cs typeface="McLaren"/>
                <a:sym typeface="McLaren"/>
              </a:rPr>
              <a:t>Talk about your chosen annotation with a partner.        </a:t>
            </a:r>
            <a:endParaRPr sz="1300">
              <a:latin typeface="McLaren"/>
              <a:ea typeface="McLaren"/>
              <a:cs typeface="McLaren"/>
              <a:sym typeface="McLaren"/>
            </a:endParaRPr>
          </a:p>
          <a:p>
            <a:pPr indent="0" lvl="0" marL="0" rtl="0" algn="l">
              <a:spcBef>
                <a:spcPts val="1600"/>
              </a:spcBef>
              <a:spcAft>
                <a:spcPts val="1600"/>
              </a:spcAft>
              <a:buNone/>
            </a:pPr>
            <a:r>
              <a:rPr lang="en" sz="1300">
                <a:latin typeface="McLaren"/>
                <a:ea typeface="McLaren"/>
                <a:cs typeface="McLaren"/>
                <a:sym typeface="McLaren"/>
              </a:rPr>
              <a:t>Tag it with </a:t>
            </a:r>
            <a:r>
              <a:rPr b="1" lang="en" sz="1300">
                <a:latin typeface="McLaren"/>
                <a:ea typeface="McLaren"/>
                <a:cs typeface="McLaren"/>
                <a:sym typeface="McLaren"/>
              </a:rPr>
              <a:t>#discussed </a:t>
            </a:r>
            <a:r>
              <a:rPr lang="en" sz="1300">
                <a:latin typeface="McLaren"/>
                <a:ea typeface="McLaren"/>
                <a:cs typeface="McLaren"/>
                <a:sym typeface="McLaren"/>
              </a:rPr>
              <a:t>if you resolved your questions.</a:t>
            </a:r>
            <a:endParaRPr sz="1300">
              <a:latin typeface="McLaren"/>
              <a:ea typeface="McLaren"/>
              <a:cs typeface="McLaren"/>
              <a:sym typeface="McLaren"/>
            </a:endParaRPr>
          </a:p>
        </p:txBody>
      </p:sp>
      <p:sp>
        <p:nvSpPr>
          <p:cNvPr id="809" name="Google Shape;809;p111"/>
          <p:cNvSpPr txBox="1"/>
          <p:nvPr/>
        </p:nvSpPr>
        <p:spPr>
          <a:xfrm>
            <a:off x="6671308" y="2671675"/>
            <a:ext cx="1975200" cy="3933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None/>
            </a:pPr>
            <a:r>
              <a:rPr b="1" lang="en" sz="1300">
                <a:latin typeface="McLaren"/>
                <a:ea typeface="McLaren"/>
                <a:cs typeface="McLaren"/>
                <a:sym typeface="McLaren"/>
              </a:rPr>
              <a:t>4: Prepare to Present </a:t>
            </a:r>
            <a:endParaRPr b="1" sz="1300">
              <a:latin typeface="McLaren"/>
              <a:ea typeface="McLaren"/>
              <a:cs typeface="McLaren"/>
              <a:sym typeface="McLaren"/>
            </a:endParaRPr>
          </a:p>
          <a:p>
            <a:pPr indent="0" lvl="0" marL="0" rtl="0" algn="l">
              <a:spcBef>
                <a:spcPts val="1600"/>
              </a:spcBef>
              <a:spcAft>
                <a:spcPts val="1600"/>
              </a:spcAft>
              <a:buNone/>
            </a:pPr>
            <a:r>
              <a:t/>
            </a:r>
            <a:endParaRPr b="1">
              <a:latin typeface="McLaren"/>
              <a:ea typeface="McLaren"/>
              <a:cs typeface="McLaren"/>
              <a:sym typeface="McLaren"/>
            </a:endParaRPr>
          </a:p>
        </p:txBody>
      </p:sp>
      <p:sp>
        <p:nvSpPr>
          <p:cNvPr id="810" name="Google Shape;810;p111"/>
          <p:cNvSpPr txBox="1"/>
          <p:nvPr/>
        </p:nvSpPr>
        <p:spPr>
          <a:xfrm>
            <a:off x="6671305" y="2926126"/>
            <a:ext cx="1975200" cy="154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McLaren"/>
                <a:ea typeface="McLaren"/>
                <a:cs typeface="McLaren"/>
                <a:sym typeface="McLaren"/>
              </a:rPr>
              <a:t>Choose an interesting or unanswered question to present to the class.</a:t>
            </a:r>
            <a:endParaRPr sz="1300">
              <a:latin typeface="McLaren"/>
              <a:ea typeface="McLaren"/>
              <a:cs typeface="McLaren"/>
              <a:sym typeface="McLaren"/>
            </a:endParaRPr>
          </a:p>
          <a:p>
            <a:pPr indent="0" lvl="0" marL="0" rtl="0" algn="l">
              <a:spcBef>
                <a:spcPts val="1600"/>
              </a:spcBef>
              <a:spcAft>
                <a:spcPts val="1600"/>
              </a:spcAft>
              <a:buNone/>
            </a:pPr>
            <a:r>
              <a:rPr lang="en" sz="1300">
                <a:latin typeface="McLaren"/>
                <a:ea typeface="McLaren"/>
                <a:cs typeface="McLaren"/>
                <a:sym typeface="McLaren"/>
              </a:rPr>
              <a:t>Tag it with </a:t>
            </a:r>
            <a:r>
              <a:rPr b="1" lang="en" sz="1300">
                <a:latin typeface="McLaren"/>
                <a:ea typeface="McLaren"/>
                <a:cs typeface="McLaren"/>
                <a:sym typeface="McLaren"/>
              </a:rPr>
              <a:t>#present.</a:t>
            </a:r>
            <a:endParaRPr sz="1300">
              <a:latin typeface="McLaren"/>
              <a:ea typeface="McLaren"/>
              <a:cs typeface="McLaren"/>
              <a:sym typeface="McLaren"/>
            </a:endParaRPr>
          </a:p>
        </p:txBody>
      </p:sp>
      <p:sp>
        <p:nvSpPr>
          <p:cNvPr id="811" name="Google Shape;811;p111"/>
          <p:cNvSpPr txBox="1"/>
          <p:nvPr/>
        </p:nvSpPr>
        <p:spPr>
          <a:xfrm>
            <a:off x="2701208" y="1588627"/>
            <a:ext cx="852300" cy="9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Roboto Medium"/>
                <a:ea typeface="Roboto Medium"/>
                <a:cs typeface="Roboto Medium"/>
                <a:sym typeface="Roboto Medium"/>
              </a:rPr>
              <a:t>#share</a:t>
            </a:r>
            <a:endParaRPr sz="1000">
              <a:latin typeface="Roboto Medium"/>
              <a:ea typeface="Roboto Medium"/>
              <a:cs typeface="Roboto Medium"/>
              <a:sym typeface="Roboto Medium"/>
            </a:endParaRPr>
          </a:p>
        </p:txBody>
      </p:sp>
      <p:sp>
        <p:nvSpPr>
          <p:cNvPr id="812" name="Google Shape;812;p111"/>
          <p:cNvSpPr txBox="1"/>
          <p:nvPr/>
        </p:nvSpPr>
        <p:spPr>
          <a:xfrm>
            <a:off x="4749524" y="1588627"/>
            <a:ext cx="1234200" cy="9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Roboto Medium"/>
                <a:ea typeface="Roboto Medium"/>
                <a:cs typeface="Roboto Medium"/>
                <a:sym typeface="Roboto Medium"/>
              </a:rPr>
              <a:t>#discussed</a:t>
            </a:r>
            <a:endParaRPr sz="1000">
              <a:latin typeface="Roboto Medium"/>
              <a:ea typeface="Roboto Medium"/>
              <a:cs typeface="Roboto Medium"/>
              <a:sym typeface="Roboto Medium"/>
            </a:endParaRPr>
          </a:p>
        </p:txBody>
      </p:sp>
      <p:sp>
        <p:nvSpPr>
          <p:cNvPr id="813" name="Google Shape;813;p111"/>
          <p:cNvSpPr txBox="1"/>
          <p:nvPr/>
        </p:nvSpPr>
        <p:spPr>
          <a:xfrm>
            <a:off x="6828205" y="1588614"/>
            <a:ext cx="1234200" cy="9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Roboto Medium"/>
                <a:ea typeface="Roboto Medium"/>
                <a:cs typeface="Roboto Medium"/>
                <a:sym typeface="Roboto Medium"/>
              </a:rPr>
              <a:t>#present</a:t>
            </a:r>
            <a:endParaRPr sz="1000">
              <a:latin typeface="Roboto Medium"/>
              <a:ea typeface="Roboto Medium"/>
              <a:cs typeface="Roboto Medium"/>
              <a:sym typeface="Roboto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112"/>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819" name="Google Shape;819;p112"/>
          <p:cNvPicPr preferRelativeResize="0"/>
          <p:nvPr/>
        </p:nvPicPr>
        <p:blipFill>
          <a:blip r:embed="rId3">
            <a:alphaModFix/>
          </a:blip>
          <a:stretch>
            <a:fillRect/>
          </a:stretch>
        </p:blipFill>
        <p:spPr>
          <a:xfrm>
            <a:off x="5428750" y="493900"/>
            <a:ext cx="3170875" cy="4027450"/>
          </a:xfrm>
          <a:prstGeom prst="rect">
            <a:avLst/>
          </a:prstGeom>
          <a:noFill/>
          <a:ln>
            <a:noFill/>
          </a:ln>
        </p:spPr>
      </p:pic>
      <p:sp>
        <p:nvSpPr>
          <p:cNvPr id="820" name="Google Shape;820;p112"/>
          <p:cNvSpPr txBox="1"/>
          <p:nvPr/>
        </p:nvSpPr>
        <p:spPr>
          <a:xfrm>
            <a:off x="900848" y="1194042"/>
            <a:ext cx="4229100" cy="1538100"/>
          </a:xfrm>
          <a:prstGeom prst="rect">
            <a:avLst/>
          </a:prstGeom>
          <a:noFill/>
          <a:ln>
            <a:noFill/>
          </a:ln>
        </p:spPr>
        <p:txBody>
          <a:bodyPr anchorCtr="0" anchor="t" bIns="91425" lIns="91425" spcFirstLastPara="1" rIns="91425" wrap="square" tIns="91425">
            <a:noAutofit/>
          </a:bodyPr>
          <a:lstStyle/>
          <a:p>
            <a:pPr indent="-387350" lvl="0" marL="457200" rtl="0" algn="l">
              <a:spcBef>
                <a:spcPts val="0"/>
              </a:spcBef>
              <a:spcAft>
                <a:spcPts val="0"/>
              </a:spcAft>
              <a:buSzPts val="2500"/>
              <a:buFont typeface="Loved by the King"/>
              <a:buChar char="●"/>
            </a:pPr>
            <a:r>
              <a:rPr lang="en" sz="2500">
                <a:latin typeface="McLaren"/>
                <a:ea typeface="McLaren"/>
                <a:cs typeface="McLaren"/>
                <a:sym typeface="McLaren"/>
              </a:rPr>
              <a:t>Take notes as each of the students present their patient story. T</a:t>
            </a:r>
            <a:r>
              <a:rPr lang="en" sz="2500">
                <a:latin typeface="McLaren"/>
                <a:ea typeface="McLaren"/>
                <a:cs typeface="McLaren"/>
                <a:sym typeface="McLaren"/>
              </a:rPr>
              <a:t>hen answer the reflection question on each of the given article pages </a:t>
            </a:r>
            <a:endParaRPr sz="2400">
              <a:latin typeface="McLaren"/>
              <a:ea typeface="McLaren"/>
              <a:cs typeface="McLaren"/>
              <a:sym typeface="McLaren"/>
            </a:endParaRPr>
          </a:p>
        </p:txBody>
      </p:sp>
      <p:sp>
        <p:nvSpPr>
          <p:cNvPr id="821" name="Google Shape;821;p112"/>
          <p:cNvSpPr txBox="1"/>
          <p:nvPr/>
        </p:nvSpPr>
        <p:spPr>
          <a:xfrm>
            <a:off x="668367" y="581189"/>
            <a:ext cx="5406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latin typeface="McLaren"/>
                <a:ea typeface="McLaren"/>
                <a:cs typeface="McLaren"/>
                <a:sym typeface="McLaren"/>
              </a:rPr>
              <a:t>Discussing Annotations</a:t>
            </a:r>
            <a:endParaRPr b="1" sz="3000">
              <a:latin typeface="McLaren"/>
              <a:ea typeface="McLaren"/>
              <a:cs typeface="McLaren"/>
              <a:sym typeface="McLare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113"/>
          <p:cNvSpPr txBox="1"/>
          <p:nvPr>
            <p:ph idx="12" type="sldNum"/>
          </p:nvPr>
        </p:nvSpPr>
        <p:spPr>
          <a:xfrm>
            <a:off x="8716025" y="4676375"/>
            <a:ext cx="428100" cy="46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827" name="Google Shape;827;p113"/>
          <p:cNvSpPr txBox="1"/>
          <p:nvPr/>
        </p:nvSpPr>
        <p:spPr>
          <a:xfrm>
            <a:off x="829800" y="1275701"/>
            <a:ext cx="5705700" cy="14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2000"/>
              </a:spcAft>
              <a:buNone/>
            </a:pPr>
            <a:r>
              <a:rPr lang="en" sz="1900">
                <a:solidFill>
                  <a:srgbClr val="2F2F2F"/>
                </a:solidFill>
                <a:latin typeface="McLaren"/>
                <a:ea typeface="McLaren"/>
                <a:cs typeface="McLaren"/>
                <a:sym typeface="McLaren"/>
              </a:rPr>
              <a:t>For this activity, you will use the Sim to </a:t>
            </a:r>
            <a:r>
              <a:rPr b="1" lang="en" sz="1900">
                <a:solidFill>
                  <a:srgbClr val="2F2F2F"/>
                </a:solidFill>
                <a:latin typeface="McLaren"/>
                <a:ea typeface="McLaren"/>
                <a:cs typeface="McLaren"/>
                <a:sym typeface="McLaren"/>
              </a:rPr>
              <a:t>select the condition </a:t>
            </a:r>
            <a:r>
              <a:rPr lang="en" sz="1900">
                <a:solidFill>
                  <a:srgbClr val="2F2F2F"/>
                </a:solidFill>
                <a:latin typeface="McLaren"/>
                <a:ea typeface="McLaren"/>
                <a:cs typeface="McLaren"/>
                <a:sym typeface="McLaren"/>
              </a:rPr>
              <a:t>you read about (anemia, asthma, diabetes, or pancreas injury) and </a:t>
            </a:r>
            <a:r>
              <a:rPr b="1" lang="en" sz="1900">
                <a:solidFill>
                  <a:srgbClr val="2F2F2F"/>
                </a:solidFill>
                <a:latin typeface="McLaren"/>
                <a:ea typeface="McLaren"/>
                <a:cs typeface="McLaren"/>
                <a:sym typeface="McLaren"/>
              </a:rPr>
              <a:t>observe</a:t>
            </a:r>
            <a:r>
              <a:rPr lang="en" sz="1900">
                <a:solidFill>
                  <a:srgbClr val="2F2F2F"/>
                </a:solidFill>
                <a:latin typeface="McLaren"/>
                <a:ea typeface="McLaren"/>
                <a:cs typeface="McLaren"/>
                <a:sym typeface="McLaren"/>
              </a:rPr>
              <a:t> what happens to the body.</a:t>
            </a:r>
            <a:endParaRPr>
              <a:solidFill>
                <a:schemeClr val="dk1"/>
              </a:solidFill>
              <a:latin typeface="McLaren"/>
              <a:ea typeface="McLaren"/>
              <a:cs typeface="McLaren"/>
              <a:sym typeface="McLaren"/>
            </a:endParaRPr>
          </a:p>
        </p:txBody>
      </p:sp>
      <p:sp>
        <p:nvSpPr>
          <p:cNvPr id="828" name="Google Shape;828;p113"/>
          <p:cNvSpPr txBox="1"/>
          <p:nvPr/>
        </p:nvSpPr>
        <p:spPr>
          <a:xfrm>
            <a:off x="829800" y="501469"/>
            <a:ext cx="6080700" cy="85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4000">
                <a:latin typeface="McLaren"/>
                <a:ea typeface="McLaren"/>
                <a:cs typeface="McLaren"/>
                <a:sym typeface="McLaren"/>
              </a:rPr>
              <a:t>Homework</a:t>
            </a:r>
            <a:endParaRPr b="1" sz="4000">
              <a:latin typeface="McLaren"/>
              <a:ea typeface="McLaren"/>
              <a:cs typeface="McLaren"/>
              <a:sym typeface="McLaren"/>
            </a:endParaRPr>
          </a:p>
        </p:txBody>
      </p:sp>
      <p:pic>
        <p:nvPicPr>
          <p:cNvPr descr="Screenshot of Metabolism Sim in Healthy Body Mode" id="829" name="Google Shape;829;p113"/>
          <p:cNvPicPr preferRelativeResize="0"/>
          <p:nvPr/>
        </p:nvPicPr>
        <p:blipFill rotWithShape="1">
          <a:blip r:embed="rId3">
            <a:alphaModFix/>
          </a:blip>
          <a:srcRect b="0" l="25183" r="0" t="0"/>
          <a:stretch/>
        </p:blipFill>
        <p:spPr>
          <a:xfrm>
            <a:off x="6757375" y="723575"/>
            <a:ext cx="1958651" cy="1961718"/>
          </a:xfrm>
          <a:prstGeom prst="rect">
            <a:avLst/>
          </a:prstGeom>
          <a:noFill/>
          <a:ln>
            <a:noFill/>
          </a:ln>
        </p:spPr>
      </p:pic>
      <p:sp>
        <p:nvSpPr>
          <p:cNvPr id="830" name="Google Shape;830;p113"/>
          <p:cNvSpPr txBox="1"/>
          <p:nvPr/>
        </p:nvSpPr>
        <p:spPr>
          <a:xfrm>
            <a:off x="437499" y="2862341"/>
            <a:ext cx="7454700" cy="1623900"/>
          </a:xfrm>
          <a:prstGeom prst="rect">
            <a:avLst/>
          </a:prstGeom>
          <a:noFill/>
          <a:ln>
            <a:noFill/>
          </a:ln>
        </p:spPr>
        <p:txBody>
          <a:bodyPr anchorCtr="0" anchor="t" bIns="91425" lIns="91425" spcFirstLastPara="1" rIns="91425" wrap="square" tIns="91425">
            <a:spAutoFit/>
          </a:bodyPr>
          <a:lstStyle/>
          <a:p>
            <a:pPr indent="-336550" lvl="0" marL="762000" rtl="0" algn="l">
              <a:lnSpc>
                <a:spcPct val="150000"/>
              </a:lnSpc>
              <a:spcBef>
                <a:spcPts val="1100"/>
              </a:spcBef>
              <a:spcAft>
                <a:spcPts val="0"/>
              </a:spcAft>
              <a:buClr>
                <a:srgbClr val="3B3B3B"/>
              </a:buClr>
              <a:buSzPts val="1700"/>
              <a:buFont typeface="McLaren"/>
              <a:buAutoNum type="arabicPeriod"/>
            </a:pPr>
            <a:r>
              <a:rPr lang="en" sz="1700">
                <a:solidFill>
                  <a:srgbClr val="3B3B3B"/>
                </a:solidFill>
                <a:latin typeface="McLaren"/>
                <a:ea typeface="McLaren"/>
                <a:cs typeface="McLaren"/>
                <a:sym typeface="McLaren"/>
              </a:rPr>
              <a:t>Choose the condition you read about (Anemia, Asthma, Diabetes, or Pancreas Injury), and then select OBSERVE.</a:t>
            </a:r>
            <a:endParaRPr sz="1700">
              <a:solidFill>
                <a:srgbClr val="3B3B3B"/>
              </a:solidFill>
              <a:latin typeface="McLaren"/>
              <a:ea typeface="McLaren"/>
              <a:cs typeface="McLaren"/>
              <a:sym typeface="McLaren"/>
            </a:endParaRPr>
          </a:p>
          <a:p>
            <a:pPr indent="-336550" lvl="0" marL="762000" rtl="0" algn="l">
              <a:lnSpc>
                <a:spcPct val="150000"/>
              </a:lnSpc>
              <a:spcBef>
                <a:spcPts val="0"/>
              </a:spcBef>
              <a:spcAft>
                <a:spcPts val="0"/>
              </a:spcAft>
              <a:buClr>
                <a:srgbClr val="3B3B3B"/>
              </a:buClr>
              <a:buSzPts val="1700"/>
              <a:buFont typeface="McLaren"/>
              <a:buAutoNum type="arabicPeriod"/>
            </a:pPr>
            <a:r>
              <a:rPr lang="en" sz="1700">
                <a:solidFill>
                  <a:srgbClr val="3B3B3B"/>
                </a:solidFill>
                <a:latin typeface="McLaren"/>
                <a:ea typeface="McLaren"/>
                <a:cs typeface="McLaren"/>
                <a:sym typeface="McLaren"/>
              </a:rPr>
              <a:t>Feed and observe the body.</a:t>
            </a:r>
            <a:endParaRPr sz="1700">
              <a:solidFill>
                <a:srgbClr val="3B3B3B"/>
              </a:solidFill>
              <a:latin typeface="McLaren"/>
              <a:ea typeface="McLaren"/>
              <a:cs typeface="McLaren"/>
              <a:sym typeface="McLaren"/>
            </a:endParaRPr>
          </a:p>
          <a:p>
            <a:pPr indent="-336550" lvl="0" marL="762000" rtl="0" algn="l">
              <a:lnSpc>
                <a:spcPct val="150000"/>
              </a:lnSpc>
              <a:spcBef>
                <a:spcPts val="0"/>
              </a:spcBef>
              <a:spcAft>
                <a:spcPts val="0"/>
              </a:spcAft>
              <a:buClr>
                <a:srgbClr val="3B3B3B"/>
              </a:buClr>
              <a:buSzPts val="1700"/>
              <a:buFont typeface="McLaren"/>
              <a:buAutoNum type="arabicPeriod"/>
            </a:pPr>
            <a:r>
              <a:rPr lang="en" sz="1700">
                <a:solidFill>
                  <a:srgbClr val="3B3B3B"/>
                </a:solidFill>
                <a:latin typeface="McLaren"/>
                <a:ea typeface="McLaren"/>
                <a:cs typeface="McLaren"/>
                <a:sym typeface="McLaren"/>
              </a:rPr>
              <a:t>Record your observations and questions.</a:t>
            </a:r>
            <a:endParaRPr sz="1700">
              <a:solidFill>
                <a:srgbClr val="2F2F2F"/>
              </a:solidFill>
              <a:latin typeface="McLaren"/>
              <a:ea typeface="McLaren"/>
              <a:cs typeface="McLaren"/>
              <a:sym typeface="McLare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S Slides Templat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Jaques template">
  <a:themeElements>
    <a:clrScheme name="Custom 347">
      <a:dk1>
        <a:srgbClr val="434343"/>
      </a:dk1>
      <a:lt1>
        <a:srgbClr val="FFFFFF"/>
      </a:lt1>
      <a:dk2>
        <a:srgbClr val="0B5394"/>
      </a:dk2>
      <a:lt2>
        <a:srgbClr val="D5DDE4"/>
      </a:lt2>
      <a:accent1>
        <a:srgbClr val="55AAEE"/>
      </a:accent1>
      <a:accent2>
        <a:srgbClr val="FFBA3F"/>
      </a:accent2>
      <a:accent3>
        <a:srgbClr val="BDE06C"/>
      </a:accent3>
      <a:accent4>
        <a:srgbClr val="6AD8D6"/>
      </a:accent4>
      <a:accent5>
        <a:srgbClr val="AE98E4"/>
      </a:accent5>
      <a:accent6>
        <a:srgbClr val="F55A5A"/>
      </a:accent6>
      <a:hlink>
        <a:srgbClr val="434343"/>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