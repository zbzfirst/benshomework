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0" r:id="rId4"/>
    <p:sldMasterId id="214748374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Black"/>
      <p:bold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Inconsolata"/>
      <p:regular r:id="rId33"/>
      <p:bold r:id="rId34"/>
    </p:embeddedFont>
    <p:embeddedFont>
      <p:font typeface="Pangolin"/>
      <p:regular r:id="rId35"/>
    </p:embeddedFont>
    <p:embeddedFont>
      <p:font typeface="Loved by the King"/>
      <p:regular r:id="rId36"/>
    </p:embeddedFont>
    <p:embeddedFont>
      <p:font typeface="Give You Glory"/>
      <p:regular r:id="rId37"/>
    </p:embeddedFont>
    <p:embeddedFont>
      <p:font typeface="McLaren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33" Type="http://schemas.openxmlformats.org/officeDocument/2006/relationships/font" Target="fonts/Inconsolata-regular.fntdata"/><Relationship Id="rId32" Type="http://schemas.openxmlformats.org/officeDocument/2006/relationships/font" Target="fonts/RobotoMedium-boldItalic.fntdata"/><Relationship Id="rId35" Type="http://schemas.openxmlformats.org/officeDocument/2006/relationships/font" Target="fonts/Pangolin-regular.fntdata"/><Relationship Id="rId34" Type="http://schemas.openxmlformats.org/officeDocument/2006/relationships/font" Target="fonts/Inconsolata-bold.fntdata"/><Relationship Id="rId37" Type="http://schemas.openxmlformats.org/officeDocument/2006/relationships/font" Target="fonts/GiveYouGlory-regular.fntdata"/><Relationship Id="rId36" Type="http://schemas.openxmlformats.org/officeDocument/2006/relationships/font" Target="fonts/LovedbytheKing-regular.fntdata"/><Relationship Id="rId38" Type="http://schemas.openxmlformats.org/officeDocument/2006/relationships/font" Target="fonts/McLaren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Black-boldItalic.fntdata"/><Relationship Id="rId23" Type="http://schemas.openxmlformats.org/officeDocument/2006/relationships/font" Target="fonts/RobotoBlack-bold.fntdata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29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33abf62bb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c33abf62bb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9694836b9_0_1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69694836b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69694836b9_0_1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69694836b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69694836b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69694836b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c33abf62bb_0_11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c33abf62bb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c33abf62bb_0_10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c33abf62bb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33abf62bb_0_1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c33abf62bb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9694836b9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9694836b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33abf62bb_0_1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c33abf62bb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c33abf62bb_0_11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c33abf62bb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c33abf62bb_0_11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c33abf62bb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33abf62bb_0_11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c33abf62bb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33abf62bb_0_11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c33abf62bb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33abf62bb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c33abf62bb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33abf62bb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c33abf62bb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33abf62bb_0_11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c33abf62bb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4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745450" y="1197750"/>
            <a:ext cx="3434100" cy="27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703525" y="1735750"/>
            <a:ext cx="34863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2703525" y="2763852"/>
            <a:ext cx="34863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Inconsolata"/>
              <a:buNone/>
              <a:defRPr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idx="1" type="body"/>
          </p:nvPr>
        </p:nvSpPr>
        <p:spPr>
          <a:xfrm>
            <a:off x="962850" y="876850"/>
            <a:ext cx="4955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1pPr>
            <a:lvl2pPr indent="-4191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2pPr>
            <a:lvl3pPr indent="-4191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3pPr>
            <a:lvl4pPr indent="-4191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4pPr>
            <a:lvl5pPr indent="-4191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5pPr>
            <a:lvl6pPr indent="-4191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6pPr>
            <a:lvl7pPr indent="-4191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7pPr>
            <a:lvl8pPr indent="-4191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8pPr>
            <a:lvl9pPr indent="-4191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66375" y="1304543"/>
            <a:ext cx="5626200" cy="30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66375" y="642310"/>
            <a:ext cx="3966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66375" y="1609350"/>
            <a:ext cx="3966600" cy="28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866375" y="1310800"/>
            <a:ext cx="2730900" cy="30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3761704" y="1310800"/>
            <a:ext cx="2730900" cy="30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66375" y="358375"/>
            <a:ext cx="75678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66375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3430687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994999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924850" y="3872900"/>
            <a:ext cx="7599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olaroid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ostit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ig postit">
  <p:cSld name="BLANK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tepad4.png" id="51" name="Google Shape;5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wo lines)">
  <p:cSld name="SECTION_HEADER_1_1_1_1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6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6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">
  <p:cSld name="SECTION_HEADER_1_1_2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2" type="subTitle"/>
          </p:nvPr>
        </p:nvSpPr>
        <p:spPr>
          <a:xfrm>
            <a:off x="236875" y="164600"/>
            <a:ext cx="4335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3" type="body"/>
          </p:nvPr>
        </p:nvSpPr>
        <p:spPr>
          <a:xfrm>
            <a:off x="804672" y="941832"/>
            <a:ext cx="7503600" cy="3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Picture - pg#">
  <p:cSld name="SECTION_HEADER_1_1_2_2_7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18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1 Line - pg#">
  <p:cSld name="SECTION_HEADER_1_1_2_2_2_1_2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4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5" type="body"/>
          </p:nvPr>
        </p:nvSpPr>
        <p:spPr>
          <a:xfrm>
            <a:off x="804672" y="201168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ion/Video">
  <p:cSld name="SECTION_HEADER_1_1_2_2_2_2_1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20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Image - pg#">
  <p:cSld name="SECTION_HEADER_1_1_2_1_2_4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2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/Unit Question">
  <p:cSld name="SECTION_HEADER_1_1_2_3_1_1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075" y="1190168"/>
            <a:ext cx="8595350" cy="3008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>
            <p:ph type="title"/>
          </p:nvPr>
        </p:nvSpPr>
        <p:spPr>
          <a:xfrm>
            <a:off x="1229950" y="1739144"/>
            <a:ext cx="701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 sz="2800"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1234440" y="2313432"/>
            <a:ext cx="68490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810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810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810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810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810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810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810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810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- pg #">
  <p:cSld name="SECTION_HEADER_1_1_2_2_5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  <p:sp>
        <p:nvSpPr>
          <p:cNvPr id="93" name="Google Shape;93;p23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3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95" name="Google Shape;95;p23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23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97" name="Google Shape;97;p23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3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3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Picture - pg#">
  <p:cSld name="SECTION_HEADER_1_1_2_2_2_5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24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4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and SA - pg #">
  <p:cSld name="SECTION_HEADER_1_1_2_2_2_3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2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3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13" name="Google Shape;113;p25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25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115" name="Google Shape;115;p25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" name="Google Shape;116;p25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117" name="Google Shape;117;p25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5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25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">
  <p:cSld name="SECTION_HEADER_1_1_2_3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8613" y="1741916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6"/>
          <p:cNvSpPr txBox="1"/>
          <p:nvPr>
            <p:ph type="title"/>
          </p:nvPr>
        </p:nvSpPr>
        <p:spPr>
          <a:xfrm>
            <a:off x="820200" y="1184699"/>
            <a:ext cx="7503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b="1" sz="2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3" type="body"/>
          </p:nvPr>
        </p:nvSpPr>
        <p:spPr>
          <a:xfrm>
            <a:off x="905256" y="3493008"/>
            <a:ext cx="73335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0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4" type="body"/>
          </p:nvPr>
        </p:nvSpPr>
        <p:spPr>
          <a:xfrm>
            <a:off x="2286000" y="2203704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1pPr>
            <a:lvl2pPr indent="-482600" lvl="1" marL="9144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2pPr>
            <a:lvl3pPr indent="-482600" lvl="2" marL="13716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3pPr>
            <a:lvl4pPr indent="-482600" lvl="3" marL="18288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4pPr>
            <a:lvl5pPr indent="-482600" lvl="4" marL="22860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5pPr>
            <a:lvl6pPr indent="-482600" lvl="5" marL="27432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6pPr>
            <a:lvl7pPr indent="-482600" lvl="6" marL="32004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7pPr>
            <a:lvl8pPr indent="-482600" lvl="7" marL="36576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8pPr>
            <a:lvl9pPr indent="-482600" lvl="8" marL="41148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- pg#">
  <p:cSld name="SECTION_HEADER_1_1_2_2_7_1"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" name="Google Shape;129;p2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  <p:sp>
        <p:nvSpPr>
          <p:cNvPr id="132" name="Google Shape;132;p27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7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134" name="Google Shape;134;p27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27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136" name="Google Shape;136;p27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7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7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of Lesson">
  <p:cSld name="SECTION_HEADER_1_1_2_1_2_1_1_1_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/>
        </p:nvSpPr>
        <p:spPr>
          <a:xfrm>
            <a:off x="804676" y="2133000"/>
            <a:ext cx="74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rPr>
              <a:t>End of @Home Lesson </a:t>
            </a:r>
            <a:endParaRPr b="1" sz="4800">
              <a:solidFill>
                <a:srgbClr val="333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42000" y="4251004"/>
            <a:ext cx="83352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/>
          <p:nvPr/>
        </p:nvSpPr>
        <p:spPr>
          <a:xfrm>
            <a:off x="92875" y="113525"/>
            <a:ext cx="2239500" cy="4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3">
            <a:alphaModFix/>
          </a:blip>
          <a:srcRect b="0" l="90" r="80" t="0"/>
          <a:stretch/>
        </p:blipFill>
        <p:spPr>
          <a:xfrm>
            <a:off x="228600" y="4103055"/>
            <a:ext cx="832104" cy="64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/>
        </p:nvSpPr>
        <p:spPr>
          <a:xfrm>
            <a:off x="1399196" y="4530646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Published and Distributed by Amplify. www.amplify.com</a:t>
            </a:r>
            <a:endParaRPr i="1" sz="600">
              <a:solidFill>
                <a:srgbClr val="2F2F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  <p15:guide id="3" pos="151">
          <p15:clr>
            <a:srgbClr val="FA7B17"/>
          </p15:clr>
        </p15:guide>
        <p15:guide id="4" orient="horz" pos="3100">
          <p15:clr>
            <a:srgbClr val="FA7B17"/>
          </p15:clr>
        </p15:guide>
        <p15:guide id="5" orient="horz" pos="2991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">
  <p:cSld name="SECTION_HEADER_1_1_2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idx="2" type="subTitle"/>
          </p:nvPr>
        </p:nvSpPr>
        <p:spPr>
          <a:xfrm>
            <a:off x="236875" y="164600"/>
            <a:ext cx="4335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3" type="body"/>
          </p:nvPr>
        </p:nvSpPr>
        <p:spPr>
          <a:xfrm>
            <a:off x="804672" y="941832"/>
            <a:ext cx="7503600" cy="3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16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Title">
  <p:cSld name="SECTION_HEADER_1_1_2_4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1"/>
          <p:cNvSpPr txBox="1"/>
          <p:nvPr>
            <p:ph idx="1" type="subTitle"/>
          </p:nvPr>
        </p:nvSpPr>
        <p:spPr>
          <a:xfrm>
            <a:off x="804672" y="2048256"/>
            <a:ext cx="6080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" name="Google Shape;157;p31"/>
          <p:cNvSpPr txBox="1"/>
          <p:nvPr>
            <p:ph type="title"/>
          </p:nvPr>
        </p:nvSpPr>
        <p:spPr>
          <a:xfrm>
            <a:off x="804675" y="2477494"/>
            <a:ext cx="6080700" cy="8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31"/>
          <p:cNvSpPr txBox="1"/>
          <p:nvPr>
            <p:ph idx="2" type="subTitle"/>
          </p:nvPr>
        </p:nvSpPr>
        <p:spPr>
          <a:xfrm>
            <a:off x="6839700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3" type="subTitle"/>
          </p:nvPr>
        </p:nvSpPr>
        <p:spPr>
          <a:xfrm>
            <a:off x="228600" y="164600"/>
            <a:ext cx="43434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60" name="Google Shape;16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6563" y="173736"/>
            <a:ext cx="193362" cy="2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4">
          <p15:clr>
            <a:srgbClr val="F9AD4C"/>
          </p15:clr>
        </p15:guide>
        <p15:guide id="2" pos="2880">
          <p15:clr>
            <a:srgbClr val="F9AD4C"/>
          </p15:clr>
        </p15:guide>
        <p15:guide id="3" pos="5451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- pg#">
  <p:cSld name="CUSTOM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2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32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165" name="Google Shape;165;p32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3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32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1" name="Google Shape;171;p32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Differentiation - pg#">
  <p:cSld name="CUSTOM_3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3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33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176" name="Google Shape;176;p33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3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3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3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33"/>
          <p:cNvSpPr txBox="1"/>
          <p:nvPr>
            <p:ph idx="1" type="subTitle"/>
          </p:nvPr>
        </p:nvSpPr>
        <p:spPr>
          <a:xfrm>
            <a:off x="3511296" y="4800600"/>
            <a:ext cx="16734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1" name="Google Shape;181;p33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4" type="subTitle"/>
          </p:nvPr>
        </p:nvSpPr>
        <p:spPr>
          <a:xfrm>
            <a:off x="5184648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5" type="subTitle"/>
          </p:nvPr>
        </p:nvSpPr>
        <p:spPr>
          <a:xfrm>
            <a:off x="6391656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6" type="subTitle"/>
          </p:nvPr>
        </p:nvSpPr>
        <p:spPr>
          <a:xfrm>
            <a:off x="7598664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6" name="Google Shape;186;p33"/>
          <p:cNvSpPr/>
          <p:nvPr/>
        </p:nvSpPr>
        <p:spPr>
          <a:xfrm>
            <a:off x="7217750" y="4822650"/>
            <a:ext cx="192000" cy="1845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17B4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6008350" y="4820250"/>
            <a:ext cx="219600" cy="189300"/>
          </a:xfrm>
          <a:prstGeom prst="triangle">
            <a:avLst>
              <a:gd fmla="val 50000" name="adj"/>
            </a:avLst>
          </a:prstGeom>
          <a:solidFill>
            <a:srgbClr val="8FC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/>
          <p:nvPr/>
        </p:nvSpPr>
        <p:spPr>
          <a:xfrm>
            <a:off x="8427388" y="4823400"/>
            <a:ext cx="183000" cy="183000"/>
          </a:xfrm>
          <a:prstGeom prst="ellipse">
            <a:avLst/>
          </a:prstGeom>
          <a:solidFill>
            <a:srgbClr val="9A5A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33"/>
          <p:cNvCxnSpPr/>
          <p:nvPr/>
        </p:nvCxnSpPr>
        <p:spPr>
          <a:xfrm>
            <a:off x="5270375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33"/>
          <p:cNvCxnSpPr/>
          <p:nvPr/>
        </p:nvCxnSpPr>
        <p:spPr>
          <a:xfrm>
            <a:off x="644945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33"/>
          <p:cNvCxnSpPr/>
          <p:nvPr/>
        </p:nvCxnSpPr>
        <p:spPr>
          <a:xfrm>
            <a:off x="765010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400" y="4804875"/>
            <a:ext cx="228175" cy="2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">
  <p:cSld name="SECTION_HEADER_1_1_2_3"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8613" y="1741916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>
            <p:ph type="title"/>
          </p:nvPr>
        </p:nvSpPr>
        <p:spPr>
          <a:xfrm>
            <a:off x="820200" y="1184699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3" type="body"/>
          </p:nvPr>
        </p:nvSpPr>
        <p:spPr>
          <a:xfrm>
            <a:off x="905256" y="3493008"/>
            <a:ext cx="73335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4" type="body"/>
          </p:nvPr>
        </p:nvSpPr>
        <p:spPr>
          <a:xfrm>
            <a:off x="2286000" y="2203704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 with Drawn Element">
  <p:cSld name="SECTION_HEADER_1_1_2_3_3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880" y="1737360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5"/>
          <p:cNvSpPr txBox="1"/>
          <p:nvPr>
            <p:ph type="title"/>
          </p:nvPr>
        </p:nvSpPr>
        <p:spPr>
          <a:xfrm>
            <a:off x="219519" y="1179576"/>
            <a:ext cx="54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3" name="Google Shape;203;p3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35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056" y="1690357"/>
            <a:ext cx="2785749" cy="17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>
            <p:ph idx="3" type="body"/>
          </p:nvPr>
        </p:nvSpPr>
        <p:spPr>
          <a:xfrm>
            <a:off x="347472" y="3474720"/>
            <a:ext cx="51573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7" name="Google Shape;207;p35"/>
          <p:cNvSpPr txBox="1"/>
          <p:nvPr>
            <p:ph idx="4" type="body"/>
          </p:nvPr>
        </p:nvSpPr>
        <p:spPr>
          <a:xfrm>
            <a:off x="630936" y="2185416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TT">
  <p:cSld name="SECTION_HEADER_1_1_2_3_2_1"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6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804672" y="941832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11" name="Google Shape;211;p3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2" name="Google Shape;212;p36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SA">
  <p:cSld name="SECTION_HEADER_1_1_2_3_2_1_2"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804672" y="1014984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18" name="Google Shape;218;p37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- numbered">
  <p:cSld name="SECTION_HEADER_1_1_2_3_1_3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8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223" name="Google Shape;223;p3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3" type="body"/>
          </p:nvPr>
        </p:nvSpPr>
        <p:spPr>
          <a:xfrm>
            <a:off x="10332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4" type="body"/>
          </p:nvPr>
        </p:nvSpPr>
        <p:spPr>
          <a:xfrm>
            <a:off x="1664208" y="2109216"/>
            <a:ext cx="64989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">
  <p:cSld name="SECTION_HEADER_1_1_2_3_1"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b="1" sz="2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30" name="Google Shape;230;p39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1" name="Google Shape;231;p39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3" type="body"/>
          </p:nvPr>
        </p:nvSpPr>
        <p:spPr>
          <a:xfrm>
            <a:off x="1152144" y="2109216"/>
            <a:ext cx="70134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/Unit Question">
  <p:cSld name="SECTION_HEADER_1_1_2_3_1_1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075" y="1190168"/>
            <a:ext cx="8595350" cy="3008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0"/>
          <p:cNvSpPr txBox="1"/>
          <p:nvPr>
            <p:ph type="title"/>
          </p:nvPr>
        </p:nvSpPr>
        <p:spPr>
          <a:xfrm>
            <a:off x="1229950" y="1739144"/>
            <a:ext cx="701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 sz="2800">
                <a:solidFill>
                  <a:srgbClr val="2F2F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236" name="Google Shape;236;p4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7" name="Google Shape;237;p40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3" type="body"/>
          </p:nvPr>
        </p:nvSpPr>
        <p:spPr>
          <a:xfrm>
            <a:off x="1234440" y="2313432"/>
            <a:ext cx="68490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Picture - pg#">
  <p:cSld name="SECTION_HEADER_1_1_2_2_7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1" name="Google Shape;241;p4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3" name="Google Shape;243;p41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Text - pg#">
  <p:cSld name="SECTION_HEADER_1_1_2_2_7_2"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42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2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1" name="Google Shape;251;p42"/>
          <p:cNvSpPr txBox="1"/>
          <p:nvPr>
            <p:ph idx="5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2" name="Google Shape;252;p42"/>
          <p:cNvSpPr txBox="1"/>
          <p:nvPr>
            <p:ph idx="6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- pg#">
  <p:cSld name="SECTION_HEADER_1_1_2_2_7_1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6" name="Google Shape;256;p43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7" name="Google Shape;257;p43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8" name="Google Shape;258;p43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43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260" name="Google Shape;260;p43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43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262" name="Google Shape;262;p43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43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43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SA - pg#">
  <p:cSld name="SECTION_HEADER_1_1_2_2_7_1_1"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7" name="Google Shape;267;p4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8" name="Google Shape;268;p44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69" name="Google Shape;269;p44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70" name="Google Shape;270;p44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44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272" name="Google Shape;272;p44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44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276" name="Google Shape;276;p44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44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278" name="Google Shape;278;p44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44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44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with TT - pg#">
  <p:cSld name="SECTION_HEADER_1_1_2_2_6_2"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5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45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87" name="Google Shape;287;p45"/>
          <p:cNvSpPr txBox="1"/>
          <p:nvPr>
            <p:ph idx="5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">
  <p:cSld name="SECTION_HEADER_1_1_2_2_6_1"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290" name="Google Shape;290;p46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291" name="Google Shape;291;p46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92" name="Google Shape;292;p4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3" name="Google Shape;293;p46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94" name="Google Shape;294;p46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- 2 Column">
  <p:cSld name="SECTION_HEADER_1_1_2_2_6_1_3"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pic>
        <p:nvPicPr>
          <p:cNvPr id="297" name="Google Shape;297;p47"/>
          <p:cNvPicPr preferRelativeResize="0"/>
          <p:nvPr/>
        </p:nvPicPr>
        <p:blipFill rotWithShape="1">
          <a:blip r:embed="rId3">
            <a:alphaModFix/>
          </a:blip>
          <a:srcRect b="1250" l="2190" r="2190" t="22554"/>
          <a:stretch/>
        </p:blipFill>
        <p:spPr>
          <a:xfrm>
            <a:off x="312525" y="1555225"/>
            <a:ext cx="3303849" cy="325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35662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299" name="Google Shape;299;p47"/>
          <p:cNvSpPr txBox="1"/>
          <p:nvPr>
            <p:ph type="title"/>
          </p:nvPr>
        </p:nvSpPr>
        <p:spPr>
          <a:xfrm>
            <a:off x="438900" y="950975"/>
            <a:ext cx="3063300" cy="685800"/>
          </a:xfrm>
          <a:prstGeom prst="rect">
            <a:avLst/>
          </a:prstGeom>
        </p:spPr>
        <p:txBody>
          <a:bodyPr anchorCtr="0" anchor="t" bIns="228600" lIns="320025" spcFirstLastPara="1" rIns="320025" wrap="square" tIns="1737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00" name="Google Shape;300;p4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1" name="Google Shape;301;p47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02" name="Google Shape;302;p47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03" name="Google Shape;303;p47"/>
          <p:cNvSpPr txBox="1"/>
          <p:nvPr>
            <p:ph idx="5" type="body"/>
          </p:nvPr>
        </p:nvSpPr>
        <p:spPr>
          <a:xfrm>
            <a:off x="35657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04" name="Google Shape;304;p47"/>
          <p:cNvSpPr txBox="1"/>
          <p:nvPr>
            <p:ph idx="6" type="subTitle"/>
          </p:nvPr>
        </p:nvSpPr>
        <p:spPr>
          <a:xfrm>
            <a:off x="196737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05" name="Google Shape;305;p47"/>
          <p:cNvSpPr txBox="1"/>
          <p:nvPr>
            <p:ph idx="7" type="body"/>
          </p:nvPr>
        </p:nvSpPr>
        <p:spPr>
          <a:xfrm>
            <a:off x="196732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SA">
  <p:cSld name="SECTION_HEADER_1_1_2_2_6_1_2"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308" name="Google Shape;308;p48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09" name="Google Shape;309;p48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2" name="Google Shape;312;p48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and SA">
  <p:cSld name="SECTION_HEADER_1_1_2_2_6_1_2_1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315" name="Google Shape;315;p49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16" name="Google Shape;316;p49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17" name="Google Shape;317;p4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8" name="Google Shape;318;p49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9" name="Google Shape;319;p49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20" name="Google Shape;320;p49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- pg #">
  <p:cSld name="SECTION_HEADER_1_1_2_2_5"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3" name="Google Shape;323;p50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4" name="Google Shape;324;p50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25" name="Google Shape;325;p50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6" name="Google Shape;326;p50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50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328" name="Google Shape;328;p50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" name="Google Shape;329;p50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330" name="Google Shape;330;p50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50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50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Text - pg#">
  <p:cSld name="SECTION_HEADER_1_1_2_2_2_7_1"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5" name="Google Shape;335;p51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36" name="Google Shape;336;p51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7" name="Google Shape;337;p51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38" name="Google Shape;338;p5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1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40" name="Google Shape;340;p51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1" name="Google Shape;341;p51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and SA - pg#">
  <p:cSld name="SECTION_HEADER_1_1_2_2_2_6"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2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45" name="Google Shape;345;p52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52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47" name="Google Shape;347;p52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48" name="Google Shape;348;p52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52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350" name="Google Shape;350;p52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52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354" name="Google Shape;354;p52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5" name="Google Shape;355;p52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356" name="Google Shape;356;p52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Picture - pg#">
  <p:cSld name="SECTION_HEADER_1_1_2_2_2_5"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1" name="Google Shape;361;p53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62" name="Google Shape;362;p53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3" name="Google Shape;363;p53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64" name="Google Shape;364;p53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3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TT and SA - pg#">
  <p:cSld name="SECTION_HEADER_1_1_2_2_2_4_1"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4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9" name="Google Shape;369;p5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0" name="Google Shape;370;p54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1" name="Google Shape;371;p54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72" name="Google Shape;372;p54"/>
          <p:cNvSpPr txBox="1"/>
          <p:nvPr>
            <p:ph idx="5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3" name="Google Shape;373;p54"/>
          <p:cNvSpPr txBox="1"/>
          <p:nvPr>
            <p:ph idx="6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and SA - pg #">
  <p:cSld name="SECTION_HEADER_1_1_2_2_2_3"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6" name="Google Shape;376;p55"/>
          <p:cNvSpPr txBox="1"/>
          <p:nvPr>
            <p:ph idx="2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7" name="Google Shape;377;p55"/>
          <p:cNvSpPr txBox="1"/>
          <p:nvPr>
            <p:ph idx="3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8" name="Google Shape;378;p55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9" name="Google Shape;379;p55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80" name="Google Shape;380;p55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55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382" name="Google Shape;382;p55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3" name="Google Shape;383;p55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384" name="Google Shape;384;p55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55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55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Picture - pg#">
  <p:cSld name="SECTION_HEADER_1_1_2_2_2_2_2"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89" name="Google Shape;389;p5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0" name="Google Shape;390;p56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91" name="Google Shape;391;p56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6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93" name="Google Shape;393;p56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Text - pg#">
  <p:cSld name="SECTION_HEADER_1_1_2_2_2_2_2_1_1"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96" name="Google Shape;396;p5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7" name="Google Shape;397;p57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98" name="Google Shape;398;p57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7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0" name="Google Shape;400;p57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1" name="Google Shape;401;p57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02" name="Google Shape;402;p57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ion/Video">
  <p:cSld name="SECTION_HEADER_1_1_2_2_2_2_1"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8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idence Card Section Title">
  <p:cSld name="SECTION_HEADER_1_1_2_2_2_2_1_2">
    <p:bg>
      <p:bgPr>
        <a:solidFill>
          <a:srgbClr val="000000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Evidence Cards A through O." id="408" name="Google Shape;408;p59"/>
          <p:cNvSpPr/>
          <p:nvPr/>
        </p:nvSpPr>
        <p:spPr>
          <a:xfrm rot="5400000">
            <a:off x="2861850" y="-1140850"/>
            <a:ext cx="3420300" cy="9148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9"/>
          <p:cNvSpPr txBox="1"/>
          <p:nvPr/>
        </p:nvSpPr>
        <p:spPr>
          <a:xfrm>
            <a:off x="820200" y="661906"/>
            <a:ext cx="75036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Evidence Cards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ail">
  <p:cSld name="SECTION_HEADER_1_1_2_2_2_2_1_1"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0"/>
          <p:cNvPicPr preferRelativeResize="0"/>
          <p:nvPr/>
        </p:nvPicPr>
        <p:blipFill rotWithShape="1">
          <a:blip r:embed="rId2">
            <a:alphaModFix/>
          </a:blip>
          <a:srcRect b="10" l="0" r="0" t="10"/>
          <a:stretch/>
        </p:blipFill>
        <p:spPr>
          <a:xfrm>
            <a:off x="651150" y="291325"/>
            <a:ext cx="7841794" cy="4852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9000"/>
              </a:srgbClr>
            </a:outerShdw>
          </a:effectLst>
        </p:spPr>
      </p:pic>
      <p:sp>
        <p:nvSpPr>
          <p:cNvPr id="413" name="Google Shape;413;p60"/>
          <p:cNvSpPr/>
          <p:nvPr/>
        </p:nvSpPr>
        <p:spPr>
          <a:xfrm>
            <a:off x="651050" y="990075"/>
            <a:ext cx="7841700" cy="415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1 Line - pg#">
  <p:cSld name="SECTION_HEADER_1_1_2_2_2_1_2"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6" name="Google Shape;416;p61"/>
          <p:cNvSpPr txBox="1"/>
          <p:nvPr>
            <p:ph idx="2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17" name="Google Shape;417;p61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8" name="Google Shape;418;p61"/>
          <p:cNvSpPr txBox="1"/>
          <p:nvPr>
            <p:ph idx="4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19" name="Google Shape;419;p61"/>
          <p:cNvSpPr txBox="1"/>
          <p:nvPr>
            <p:ph idx="5" type="body"/>
          </p:nvPr>
        </p:nvSpPr>
        <p:spPr>
          <a:xfrm>
            <a:off x="804672" y="201168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2 Line - pg#">
  <p:cSld name="SECTION_HEADER_1_1_2_2_2_1_1_1"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2" name="Google Shape;422;p62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23" name="Google Shape;423;p62"/>
          <p:cNvSpPr txBox="1"/>
          <p:nvPr>
            <p:ph idx="3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24" name="Google Shape;424;p62"/>
          <p:cNvSpPr txBox="1"/>
          <p:nvPr>
            <p:ph idx="4" type="body"/>
          </p:nvPr>
        </p:nvSpPr>
        <p:spPr>
          <a:xfrm>
            <a:off x="804672" y="228600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425" name="Google Shape;425;p62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- pg#">
  <p:cSld name="SECTION_HEADER_1_1_2_1_3"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8" name="Google Shape;428;p6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9" name="Google Shape;429;p63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30" name="Google Shape;430;p63"/>
          <p:cNvSpPr txBox="1"/>
          <p:nvPr>
            <p:ph idx="4" type="body"/>
          </p:nvPr>
        </p:nvSpPr>
        <p:spPr>
          <a:xfrm>
            <a:off x="804672" y="1353312"/>
            <a:ext cx="7507200" cy="30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1: SA with Image - pg#">
  <p:cSld name="SECTION_HEADER_1_1_2_1_2_5"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4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4" name="Google Shape;434;p64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35" name="Google Shape;435;p64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436" name="Google Shape;43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4"/>
          <p:cNvSpPr txBox="1"/>
          <p:nvPr>
            <p:ph idx="4" type="subTitle"/>
          </p:nvPr>
        </p:nvSpPr>
        <p:spPr>
          <a:xfrm>
            <a:off x="40290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2: SA with Image - pg#">
  <p:cSld name="SECTION_HEADER_1_1_2_1_2_5_1"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5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5"/>
          <p:cNvSpPr/>
          <p:nvPr/>
        </p:nvSpPr>
        <p:spPr>
          <a:xfrm>
            <a:off x="247113" y="2715993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2" name="Google Shape;442;p65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43" name="Google Shape;443;p65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444" name="Google Shape;444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5"/>
          <p:cNvSpPr txBox="1"/>
          <p:nvPr>
            <p:ph idx="4" type="subTitle"/>
          </p:nvPr>
        </p:nvSpPr>
        <p:spPr>
          <a:xfrm>
            <a:off x="40285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46" name="Google Shape;446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4524607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5"/>
          <p:cNvSpPr txBox="1"/>
          <p:nvPr>
            <p:ph idx="5" type="subTitle"/>
          </p:nvPr>
        </p:nvSpPr>
        <p:spPr>
          <a:xfrm>
            <a:off x="402850" y="4520326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Image - pg#">
  <p:cSld name="SECTION_HEADER_1_1_2_1_2_4"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6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0" name="Google Shape;450;p6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1" name="Google Shape;451;p66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2" name="Google Shape;452;p66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6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SA - pg#">
  <p:cSld name="SECTION_HEADER_1_1_2_1_2_3_1"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67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7" name="Google Shape;457;p6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8" name="Google Shape;458;p67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9" name="Google Shape;459;p67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60" name="Google Shape;460;p67"/>
          <p:cNvSpPr txBox="1"/>
          <p:nvPr>
            <p:ph idx="5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SA - pg #">
  <p:cSld name="SECTION_HEADER_1_1_2_1_2_1_3"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3" name="Google Shape;463;p68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64" name="Google Shape;464;p68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465" name="Google Shape;465;p68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6" name="Google Shape;466;p68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68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468" name="Google Shape;468;p68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9" name="Google Shape;469;p68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470" name="Google Shape;470;p68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68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68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Full Screen">
  <p:cSld name="SECTION_HEADER_1_1_2_1_2_1_2"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/>
          <p:nvPr/>
        </p:nvSpPr>
        <p:spPr>
          <a:xfrm>
            <a:off x="1681012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9"/>
          <p:cNvSpPr/>
          <p:nvPr/>
        </p:nvSpPr>
        <p:spPr>
          <a:xfrm>
            <a:off x="136100" y="4957967"/>
            <a:ext cx="1683600" cy="1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69"/>
          <p:cNvGrpSpPr/>
          <p:nvPr/>
        </p:nvGrpSpPr>
        <p:grpSpPr>
          <a:xfrm>
            <a:off x="1681091" y="258200"/>
            <a:ext cx="5781900" cy="175800"/>
            <a:chOff x="1691753" y="258200"/>
            <a:chExt cx="5781900" cy="175800"/>
          </a:xfrm>
        </p:grpSpPr>
        <p:sp>
          <p:nvSpPr>
            <p:cNvPr id="477" name="Google Shape;477;p69"/>
            <p:cNvSpPr/>
            <p:nvPr/>
          </p:nvSpPr>
          <p:spPr>
            <a:xfrm>
              <a:off x="1691753" y="258200"/>
              <a:ext cx="5781900" cy="175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8" name="Google Shape;478;p69"/>
            <p:cNvGrpSpPr/>
            <p:nvPr/>
          </p:nvGrpSpPr>
          <p:grpSpPr>
            <a:xfrm>
              <a:off x="1756443" y="308221"/>
              <a:ext cx="282317" cy="65922"/>
              <a:chOff x="322595" y="642846"/>
              <a:chExt cx="264664" cy="61800"/>
            </a:xfrm>
          </p:grpSpPr>
          <p:sp>
            <p:nvSpPr>
              <p:cNvPr id="479" name="Google Shape;479;p69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69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69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Demo">
  <p:cSld name="SECTION_HEADER_1_1_2_1_2_1_2_1">
    <p:bg>
      <p:bgPr>
        <a:solidFill>
          <a:srgbClr val="EFEFE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1682325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0"/>
          <p:cNvSpPr/>
          <p:nvPr/>
        </p:nvSpPr>
        <p:spPr>
          <a:xfrm>
            <a:off x="1682325" y="308225"/>
            <a:ext cx="5781900" cy="4461600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F6F6F6"/>
          </a:solidFill>
          <a:ln cap="flat" cmpd="sng" w="11430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 dir="5340000" dist="9525">
              <a:srgbClr val="000000">
                <a:alpha val="4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0"/>
          <p:cNvSpPr/>
          <p:nvPr/>
        </p:nvSpPr>
        <p:spPr>
          <a:xfrm>
            <a:off x="136100" y="4931975"/>
            <a:ext cx="1683600" cy="17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0"/>
          <p:cNvSpPr/>
          <p:nvPr/>
        </p:nvSpPr>
        <p:spPr>
          <a:xfrm>
            <a:off x="1651350" y="258200"/>
            <a:ext cx="5841300" cy="17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70"/>
          <p:cNvGrpSpPr/>
          <p:nvPr/>
        </p:nvGrpSpPr>
        <p:grpSpPr>
          <a:xfrm>
            <a:off x="1710905" y="308221"/>
            <a:ext cx="282317" cy="65922"/>
            <a:chOff x="322595" y="642846"/>
            <a:chExt cx="264664" cy="61800"/>
          </a:xfrm>
        </p:grpSpPr>
        <p:sp>
          <p:nvSpPr>
            <p:cNvPr id="488" name="Google Shape;488;p70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70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70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70"/>
          <p:cNvSpPr txBox="1"/>
          <p:nvPr>
            <p:ph idx="1" type="subTitle"/>
          </p:nvPr>
        </p:nvSpPr>
        <p:spPr>
          <a:xfrm>
            <a:off x="7919850" y="164592"/>
            <a:ext cx="1097400" cy="249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pg#">
  <p:cSld name="SECTION_HEADER_1_1_2_1_2_1_1"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4" name="Google Shape;494;p71"/>
          <p:cNvSpPr txBox="1"/>
          <p:nvPr>
            <p:ph idx="2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5" name="Google Shape;495;p71"/>
          <p:cNvSpPr txBox="1"/>
          <p:nvPr>
            <p:ph idx="3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6" name="Google Shape;496;p71"/>
          <p:cNvSpPr txBox="1"/>
          <p:nvPr>
            <p:ph idx="4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7" name="Google Shape;497;p71"/>
          <p:cNvSpPr txBox="1"/>
          <p:nvPr>
            <p:ph idx="5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8" name="Google Shape;498;p71"/>
          <p:cNvSpPr txBox="1"/>
          <p:nvPr>
            <p:ph idx="6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9" name="Google Shape;499;p71"/>
          <p:cNvSpPr txBox="1"/>
          <p:nvPr>
            <p:ph type="title"/>
          </p:nvPr>
        </p:nvSpPr>
        <p:spPr>
          <a:xfrm>
            <a:off x="589626" y="648200"/>
            <a:ext cx="7963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0" name="Google Shape;500;p71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1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1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1"/>
          <p:cNvSpPr txBox="1"/>
          <p:nvPr>
            <p:ph idx="7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4" name="Google Shape;504;p71"/>
          <p:cNvSpPr txBox="1"/>
          <p:nvPr>
            <p:ph idx="8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05" name="Google Shape;505;p71"/>
          <p:cNvSpPr txBox="1"/>
          <p:nvPr>
            <p:ph idx="9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Action pg#">
  <p:cSld name="SECTION_HEADER_1_1_2_1_2_1_1_5"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8" name="Google Shape;508;p72"/>
          <p:cNvSpPr txBox="1"/>
          <p:nvPr>
            <p:ph idx="2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09" name="Google Shape;509;p72"/>
          <p:cNvSpPr txBox="1"/>
          <p:nvPr>
            <p:ph idx="3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10" name="Google Shape;510;p72"/>
          <p:cNvSpPr txBox="1"/>
          <p:nvPr>
            <p:ph idx="4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11" name="Google Shape;511;p72"/>
          <p:cNvSpPr txBox="1"/>
          <p:nvPr>
            <p:ph idx="5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2" name="Google Shape;512;p72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513" name="Google Shape;513;p72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2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2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2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7" name="Google Shape;517;p72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18" name="Google Shape;518;p72"/>
          <p:cNvSpPr txBox="1"/>
          <p:nvPr>
            <p:ph idx="8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9" name="Google Shape;519;p72"/>
          <p:cNvSpPr txBox="1"/>
          <p:nvPr>
            <p:ph idx="9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3: Activity Steps - pg#">
  <p:cSld name="SECTION_HEADER_1_1_2_1_2_1_1_4"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3"/>
          <p:cNvSpPr txBox="1"/>
          <p:nvPr>
            <p:ph idx="1" type="body"/>
          </p:nvPr>
        </p:nvSpPr>
        <p:spPr>
          <a:xfrm>
            <a:off x="515015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2" name="Google Shape;522;p73"/>
          <p:cNvSpPr txBox="1"/>
          <p:nvPr>
            <p:ph idx="2" type="body"/>
          </p:nvPr>
        </p:nvSpPr>
        <p:spPr>
          <a:xfrm>
            <a:off x="3291768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3" name="Google Shape;523;p73"/>
          <p:cNvSpPr txBox="1"/>
          <p:nvPr>
            <p:ph idx="3" type="body"/>
          </p:nvPr>
        </p:nvSpPr>
        <p:spPr>
          <a:xfrm>
            <a:off x="6068492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4" name="Google Shape;524;p73"/>
          <p:cNvSpPr txBox="1"/>
          <p:nvPr>
            <p:ph idx="4" type="body"/>
          </p:nvPr>
        </p:nvSpPr>
        <p:spPr>
          <a:xfrm>
            <a:off x="515011" y="3132669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25" name="Google Shape;525;p73"/>
          <p:cNvSpPr txBox="1"/>
          <p:nvPr>
            <p:ph type="title"/>
          </p:nvPr>
        </p:nvSpPr>
        <p:spPr>
          <a:xfrm>
            <a:off x="509016" y="648200"/>
            <a:ext cx="79644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26" name="Google Shape;526;p73"/>
          <p:cNvSpPr/>
          <p:nvPr/>
        </p:nvSpPr>
        <p:spPr>
          <a:xfrm>
            <a:off x="6247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3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73"/>
          <p:cNvSpPr/>
          <p:nvPr/>
        </p:nvSpPr>
        <p:spPr>
          <a:xfrm>
            <a:off x="61782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3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0" name="Google Shape;530;p73"/>
          <p:cNvSpPr txBox="1"/>
          <p:nvPr>
            <p:ph idx="6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31" name="Google Shape;531;p73"/>
          <p:cNvSpPr txBox="1"/>
          <p:nvPr>
            <p:ph idx="7" type="body"/>
          </p:nvPr>
        </p:nvSpPr>
        <p:spPr>
          <a:xfrm>
            <a:off x="3291764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2" name="Google Shape;532;p73"/>
          <p:cNvSpPr txBox="1"/>
          <p:nvPr>
            <p:ph idx="8" type="body"/>
          </p:nvPr>
        </p:nvSpPr>
        <p:spPr>
          <a:xfrm>
            <a:off x="6068489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533" name="Google Shape;533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473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73"/>
          <p:cNvSpPr txBox="1"/>
          <p:nvPr>
            <p:ph idx="9" type="subTitle"/>
          </p:nvPr>
        </p:nvSpPr>
        <p:spPr>
          <a:xfrm>
            <a:off x="51502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535" name="Google Shape;53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24075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73"/>
          <p:cNvSpPr txBox="1"/>
          <p:nvPr>
            <p:ph idx="13" type="subTitle"/>
          </p:nvPr>
        </p:nvSpPr>
        <p:spPr>
          <a:xfrm>
            <a:off x="3291800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537" name="Google Shape;537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08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3"/>
          <p:cNvSpPr txBox="1"/>
          <p:nvPr>
            <p:ph idx="14" type="subTitle"/>
          </p:nvPr>
        </p:nvSpPr>
        <p:spPr>
          <a:xfrm>
            <a:off x="606857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pg#">
  <p:cSld name="SECTION_HEADER_1_1_2_1_2_1_1_3"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idx="1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41" name="Google Shape;541;p74"/>
          <p:cNvSpPr txBox="1"/>
          <p:nvPr>
            <p:ph idx="2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42" name="Google Shape;542;p74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4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4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4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6" name="Google Shape;546;p74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47" name="Google Shape;547;p74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4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9" name="Google Shape;549;p74"/>
          <p:cNvSpPr txBox="1"/>
          <p:nvPr>
            <p:ph idx="6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0" name="Google Shape;550;p74"/>
          <p:cNvSpPr txBox="1"/>
          <p:nvPr>
            <p:ph idx="7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1" name="Google Shape;551;p74"/>
          <p:cNvSpPr txBox="1"/>
          <p:nvPr>
            <p:ph idx="8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2" name="Google Shape;552;p74"/>
          <p:cNvSpPr txBox="1"/>
          <p:nvPr>
            <p:ph idx="9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3" name="Google Shape;553;p74"/>
          <p:cNvSpPr txBox="1"/>
          <p:nvPr>
            <p:ph idx="13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4" name="Google Shape;554;p74"/>
          <p:cNvSpPr txBox="1"/>
          <p:nvPr>
            <p:ph idx="14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5" name="Google Shape;555;p74"/>
          <p:cNvSpPr txBox="1"/>
          <p:nvPr>
            <p:ph type="title"/>
          </p:nvPr>
        </p:nvSpPr>
        <p:spPr>
          <a:xfrm>
            <a:off x="585225" y="648200"/>
            <a:ext cx="8046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Action pg#">
  <p:cSld name="SECTION_HEADER_1_1_2_1_2_1_1_3_1"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8" name="Google Shape;558;p75"/>
          <p:cNvSpPr txBox="1"/>
          <p:nvPr>
            <p:ph idx="2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9" name="Google Shape;559;p75"/>
          <p:cNvSpPr txBox="1"/>
          <p:nvPr>
            <p:ph idx="3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60" name="Google Shape;560;p75"/>
          <p:cNvSpPr txBox="1"/>
          <p:nvPr>
            <p:ph idx="4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61" name="Google Shape;561;p75"/>
          <p:cNvSpPr txBox="1"/>
          <p:nvPr>
            <p:ph idx="5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62" name="Google Shape;562;p75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5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5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5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6" name="Google Shape;566;p75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67" name="Google Shape;567;p75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5"/>
          <p:cNvSpPr txBox="1"/>
          <p:nvPr>
            <p:ph idx="8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69" name="Google Shape;569;p75"/>
          <p:cNvSpPr txBox="1"/>
          <p:nvPr>
            <p:ph idx="9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0" name="Google Shape;570;p75"/>
          <p:cNvSpPr txBox="1"/>
          <p:nvPr>
            <p:ph idx="13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71" name="Google Shape;571;p75"/>
          <p:cNvSpPr txBox="1"/>
          <p:nvPr>
            <p:ph idx="14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2" name="Google Shape;572;p75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 with Single Image or GIF - pg#">
  <p:cSld name="SECTION_HEADER_1_1_2_1_2_1_1_2_1"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6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5" name="Google Shape;575;p76"/>
          <p:cNvSpPr txBox="1"/>
          <p:nvPr>
            <p:ph type="title"/>
          </p:nvPr>
        </p:nvSpPr>
        <p:spPr>
          <a:xfrm>
            <a:off x="1088136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6" name="Google Shape;576;p76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8" name="Google Shape;578;p76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79" name="Google Shape;579;p76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Review with Image or GIF - pg#">
  <p:cSld name="SECTION_HEADER_1_1_2_1_2_1_1_2_1_1_1"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2" name="Google Shape;582;p77"/>
          <p:cNvSpPr txBox="1"/>
          <p:nvPr>
            <p:ph type="title"/>
          </p:nvPr>
        </p:nvSpPr>
        <p:spPr>
          <a:xfrm>
            <a:off x="594347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3" name="Google Shape;583;p77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5" name="Google Shape;585;p77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86" name="Google Shape;586;p77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with Numbering - pg#">
  <p:cSld name="SECTION_HEADER_1_1_2_1_2_1_1_1_3"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idx="1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9" name="Google Shape;589;p78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7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1" name="Google Shape;591;p78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92" name="Google Shape;592;p78"/>
          <p:cNvSpPr txBox="1"/>
          <p:nvPr>
            <p:ph idx="4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93" name="Google Shape;593;p78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- pg#">
  <p:cSld name="SECTION_HEADER_1_1_2_1_2_1_1_1_3_1">
    <p:bg>
      <p:bgPr>
        <a:solidFill>
          <a:srgbClr val="FFFFF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9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96" name="Google Shape;596;p79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7" name="Google Shape;597;p7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8" name="Google Shape;598;p79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99" name="Google Shape;599;p79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with Numbering - pg#">
  <p:cSld name="SECTION_HEADER_1_1_2_1_2_1_1_1_3_1_1"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0"/>
          <p:cNvSpPr txBox="1"/>
          <p:nvPr>
            <p:ph idx="1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602" name="Google Shape;602;p80"/>
          <p:cNvSpPr txBox="1"/>
          <p:nvPr>
            <p:ph idx="2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03" name="Google Shape;603;p80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04" name="Google Shape;604;p80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5" name="Google Shape;605;p80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06" name="Google Shape;606;p80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- pg#">
  <p:cSld name="SECTION_HEADER_1_1_2_1_2_1_1_1_3_1_1_1"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1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09" name="Google Shape;609;p81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0" name="Google Shape;610;p8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1" name="Google Shape;611;p81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12" name="Google Shape;612;p81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">
  <p:cSld name="SECTION_HEADER_1_1_2_1_2_1_1_1_2">
    <p:bg>
      <p:bgPr>
        <a:solidFill>
          <a:srgbClr val="D9D9D9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2"/>
          <p:cNvSpPr txBox="1"/>
          <p:nvPr>
            <p:ph idx="1" type="body"/>
          </p:nvPr>
        </p:nvSpPr>
        <p:spPr>
          <a:xfrm>
            <a:off x="804672" y="1481328"/>
            <a:ext cx="7333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5" name="Google Shape;615;p82"/>
          <p:cNvSpPr txBox="1"/>
          <p:nvPr>
            <p:ph type="title"/>
          </p:nvPr>
        </p:nvSpPr>
        <p:spPr>
          <a:xfrm>
            <a:off x="808850" y="822960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of Lesson">
  <p:cSld name="SECTION_HEADER_1_1_2_1_2_1_1_1_1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3"/>
          <p:cNvSpPr txBox="1"/>
          <p:nvPr/>
        </p:nvSpPr>
        <p:spPr>
          <a:xfrm>
            <a:off x="804672" y="2133000"/>
            <a:ext cx="567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rPr>
              <a:t>End of Lesson</a:t>
            </a:r>
            <a:r>
              <a:rPr lang="en" sz="4800">
                <a:solidFill>
                  <a:srgbClr val="333FBF"/>
                </a:solidFill>
              </a:rPr>
              <a:t> </a:t>
            </a:r>
            <a:endParaRPr sz="4800">
              <a:solidFill>
                <a:srgbClr val="333FBF"/>
              </a:solidFill>
            </a:endParaRPr>
          </a:p>
        </p:txBody>
      </p:sp>
      <p:pic>
        <p:nvPicPr>
          <p:cNvPr id="618" name="Google Shape;61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42000" y="4251004"/>
            <a:ext cx="83352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3"/>
          <p:cNvSpPr/>
          <p:nvPr/>
        </p:nvSpPr>
        <p:spPr>
          <a:xfrm>
            <a:off x="92875" y="113525"/>
            <a:ext cx="2239500" cy="4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83"/>
          <p:cNvPicPr preferRelativeResize="0"/>
          <p:nvPr/>
        </p:nvPicPr>
        <p:blipFill rotWithShape="1">
          <a:blip r:embed="rId3">
            <a:alphaModFix/>
          </a:blip>
          <a:srcRect b="0" l="90" r="80" t="0"/>
          <a:stretch/>
        </p:blipFill>
        <p:spPr>
          <a:xfrm>
            <a:off x="228600" y="4103055"/>
            <a:ext cx="832104" cy="644449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83"/>
          <p:cNvSpPr txBox="1"/>
          <p:nvPr/>
        </p:nvSpPr>
        <p:spPr>
          <a:xfrm>
            <a:off x="1399196" y="4530646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Published and Distributed by Amplify. www.amplify.com</a:t>
            </a:r>
            <a:endParaRPr i="1" sz="600">
              <a:solidFill>
                <a:srgbClr val="2F2F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83"/>
          <p:cNvSpPr txBox="1"/>
          <p:nvPr>
            <p:ph idx="1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  <p15:guide id="3" pos="151">
          <p15:clr>
            <a:srgbClr val="FA7B17"/>
          </p15:clr>
        </p15:guide>
        <p15:guide id="4" orient="horz" pos="3100">
          <p15:clr>
            <a:srgbClr val="FA7B17"/>
          </p15:clr>
        </p15:guide>
        <p15:guide id="5" orient="horz" pos="2991">
          <p15:clr>
            <a:srgbClr val="FA7B17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">
  <p:cSld name="SECTION_HEADER_1_1_1">
    <p:bg>
      <p:bgPr>
        <a:solidFill>
          <a:srgbClr val="000000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84"/>
          <p:cNvSpPr txBox="1"/>
          <p:nvPr>
            <p:ph type="title"/>
          </p:nvPr>
        </p:nvSpPr>
        <p:spPr>
          <a:xfrm>
            <a:off x="808850" y="3170750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6" name="Google Shape;626;p84"/>
          <p:cNvSpPr txBox="1"/>
          <p:nvPr>
            <p:ph idx="2" type="title"/>
          </p:nvPr>
        </p:nvSpPr>
        <p:spPr>
          <a:xfrm>
            <a:off x="808850" y="3683675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2683">
          <p15:clr>
            <a:srgbClr val="FA7B17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wo lines)">
  <p:cSld name="SECTION_HEADER_1_1_1_1">
    <p:bg>
      <p:bgPr>
        <a:solidFill>
          <a:srgbClr val="000000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85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0" name="Google Shape;630;p85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hree lines) ">
  <p:cSld name="SECTION_HEADER_1_1_1_1_1">
    <p:bg>
      <p:bgPr>
        <a:solidFill>
          <a:srgbClr val="000000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808850" y="2020824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808850" y="2533749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Text - pg#">
  <p:cSld name="SECTION_HEADER_1_1_2_1_2_2_1"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7" name="Google Shape;637;p87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7"/>
          <p:cNvSpPr txBox="1"/>
          <p:nvPr>
            <p:ph idx="2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9" name="Google Shape;639;p87"/>
          <p:cNvSpPr txBox="1"/>
          <p:nvPr>
            <p:ph idx="3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0" name="Google Shape;640;p87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641" name="Google Shape;641;p87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2" name="Google Shape;642;p87"/>
          <p:cNvSpPr txBox="1"/>
          <p:nvPr>
            <p:ph idx="6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CCC - numbered">
  <p:cSld name="SECTION_HEADER_1_1_2_3_1_4"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8"/>
          <p:cNvSpPr txBox="1"/>
          <p:nvPr>
            <p:ph type="title"/>
          </p:nvPr>
        </p:nvSpPr>
        <p:spPr>
          <a:xfrm>
            <a:off x="822960" y="1179576"/>
            <a:ext cx="7507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B9E3F"/>
              </a:buClr>
              <a:buSzPts val="2800"/>
              <a:buNone/>
              <a:defRPr sz="2800">
                <a:solidFill>
                  <a:srgbClr val="7B9E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6" name="Google Shape;646;p8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7" name="Google Shape;647;p88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48" name="Google Shape;648;p88"/>
          <p:cNvSpPr txBox="1"/>
          <p:nvPr>
            <p:ph idx="3" type="title"/>
          </p:nvPr>
        </p:nvSpPr>
        <p:spPr>
          <a:xfrm>
            <a:off x="822960" y="694944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9" name="Google Shape;649;p88"/>
          <p:cNvSpPr txBox="1"/>
          <p:nvPr>
            <p:ph idx="4" type="body"/>
          </p:nvPr>
        </p:nvSpPr>
        <p:spPr>
          <a:xfrm>
            <a:off x="8808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0" name="Google Shape;650;p88"/>
          <p:cNvSpPr txBox="1"/>
          <p:nvPr>
            <p:ph idx="5" type="body"/>
          </p:nvPr>
        </p:nvSpPr>
        <p:spPr>
          <a:xfrm>
            <a:off x="1511800" y="2109225"/>
            <a:ext cx="66660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image - numbered">
  <p:cSld name="SECTION_HEADER_1_1_2_3_1_3_1"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89"/>
          <p:cNvPicPr preferRelativeResize="0"/>
          <p:nvPr/>
        </p:nvPicPr>
        <p:blipFill rotWithShape="1">
          <a:blip r:embed="rId2">
            <a:alphaModFix/>
          </a:blip>
          <a:srcRect b="-8684" l="0" r="0" t="0"/>
          <a:stretch/>
        </p:blipFill>
        <p:spPr>
          <a:xfrm>
            <a:off x="549100" y="1104729"/>
            <a:ext cx="8210620" cy="399865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89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4" name="Google Shape;654;p89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55" name="Google Shape;655;p89"/>
          <p:cNvSpPr txBox="1"/>
          <p:nvPr>
            <p:ph type="title"/>
          </p:nvPr>
        </p:nvSpPr>
        <p:spPr>
          <a:xfrm>
            <a:off x="818410" y="548640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656" name="Google Shape;656;p89"/>
          <p:cNvSpPr txBox="1"/>
          <p:nvPr>
            <p:ph idx="3" type="body"/>
          </p:nvPr>
        </p:nvSpPr>
        <p:spPr>
          <a:xfrm>
            <a:off x="813816" y="1389888"/>
            <a:ext cx="7047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7" name="Google Shape;657;p89"/>
          <p:cNvSpPr txBox="1"/>
          <p:nvPr>
            <p:ph idx="4" type="body"/>
          </p:nvPr>
        </p:nvSpPr>
        <p:spPr>
          <a:xfrm>
            <a:off x="1444758" y="1389899"/>
            <a:ext cx="66648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">
  <p:cSld name="CUSTOM_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0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0" name="Google Shape;660;p90"/>
          <p:cNvPicPr preferRelativeResize="0"/>
          <p:nvPr/>
        </p:nvPicPr>
        <p:blipFill rotWithShape="1">
          <a:blip r:embed="rId2">
            <a:alphaModFix/>
          </a:blip>
          <a:srcRect b="1888" l="397" r="407" t="17421"/>
          <a:stretch/>
        </p:blipFill>
        <p:spPr>
          <a:xfrm>
            <a:off x="0" y="962950"/>
            <a:ext cx="9144003" cy="4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90"/>
          <p:cNvSpPr txBox="1"/>
          <p:nvPr/>
        </p:nvSpPr>
        <p:spPr>
          <a:xfrm>
            <a:off x="786104" y="365750"/>
            <a:ext cx="756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Scientific Argumentation</a:t>
            </a: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 w/ text">
  <p:cSld name="CUSTOM_2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1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91"/>
          <p:cNvPicPr preferRelativeResize="0"/>
          <p:nvPr/>
        </p:nvPicPr>
        <p:blipFill rotWithShape="1">
          <a:blip r:embed="rId2">
            <a:alphaModFix/>
          </a:blip>
          <a:srcRect b="1153" l="0" r="0" t="2795"/>
          <a:stretch/>
        </p:blipFill>
        <p:spPr>
          <a:xfrm>
            <a:off x="1458213" y="97014"/>
            <a:ext cx="6227575" cy="49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91"/>
          <p:cNvSpPr txBox="1"/>
          <p:nvPr>
            <p:ph idx="1" type="body"/>
          </p:nvPr>
        </p:nvSpPr>
        <p:spPr>
          <a:xfrm>
            <a:off x="2073824" y="1328925"/>
            <a:ext cx="5131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indent="-355600" lvl="1" marL="9144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666" name="Google Shape;666;p91"/>
          <p:cNvSpPr txBox="1"/>
          <p:nvPr>
            <p:ph type="title"/>
          </p:nvPr>
        </p:nvSpPr>
        <p:spPr>
          <a:xfrm>
            <a:off x="2002536" y="649224"/>
            <a:ext cx="52029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TT">
  <p:cSld name="SECTION_HEADER_1_1_2_2_8"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9" name="Google Shape;669;p92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0" name="Google Shape;670;p92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71" name="Google Shape;671;p92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pic>
        <p:nvPicPr>
          <p:cNvPr id="672" name="Google Shape;672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92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74" name="Google Shape;674;p92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SA">
  <p:cSld name="SECTION_HEADER_1_1_2_1_2_6">
    <p:bg>
      <p:bgPr>
        <a:solidFill>
          <a:srgbClr val="FFFFF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7" name="Google Shape;677;p9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8" name="Google Shape;678;p93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79" name="Google Shape;679;p93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680" name="Google Shape;68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93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82" name="Google Shape;682;p93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fety Guidelines">
  <p:cSld name="SECTION_HEADER_1_1_2_1_2_1_1_1_4"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80575" y="991457"/>
            <a:ext cx="3122150" cy="367829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94"/>
          <p:cNvSpPr txBox="1"/>
          <p:nvPr/>
        </p:nvSpPr>
        <p:spPr>
          <a:xfrm>
            <a:off x="956975" y="991450"/>
            <a:ext cx="47670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00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Follow instructions.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Don’t taste things.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Smell substances like a chemist.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eyes.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hands.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Keep your hands away from your face.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Tell your teacher if you have allergies.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Be calm and careful.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Report all spills, accidents, and injuries to your teacher.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Avoid anything that could cause a burn.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Wash your hands after class.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4"/>
          <p:cNvSpPr txBox="1"/>
          <p:nvPr/>
        </p:nvSpPr>
        <p:spPr>
          <a:xfrm>
            <a:off x="676656" y="333093"/>
            <a:ext cx="750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Medium"/>
                <a:ea typeface="Roboto Medium"/>
                <a:cs typeface="Roboto Medium"/>
                <a:sym typeface="Roboto Medium"/>
              </a:rPr>
              <a:t>Safety Guidelines for Science Investigations</a:t>
            </a:r>
            <a:endParaRPr sz="2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7" name="Google Shape;687;p94"/>
          <p:cNvSpPr txBox="1"/>
          <p:nvPr/>
        </p:nvSpPr>
        <p:spPr>
          <a:xfrm>
            <a:off x="582875" y="991450"/>
            <a:ext cx="3741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7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6.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7.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8.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9.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11.</a:t>
            </a:r>
            <a:endParaRPr b="1" sz="16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9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2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48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89.xml"/><Relationship Id="rId61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47.xml"/><Relationship Id="rId64" Type="http://schemas.openxmlformats.org/officeDocument/2006/relationships/slideLayout" Target="../slideLayouts/slideLayout91.xml"/><Relationship Id="rId63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49.xml"/><Relationship Id="rId66" Type="http://schemas.openxmlformats.org/officeDocument/2006/relationships/theme" Target="../theme/theme1.xml"/><Relationship Id="rId21" Type="http://schemas.openxmlformats.org/officeDocument/2006/relationships/slideLayout" Target="../slideLayouts/slideLayout48.xml"/><Relationship Id="rId65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60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6.xml"/><Relationship Id="rId51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77.xml"/><Relationship Id="rId53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38.xml"/><Relationship Id="rId5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37.xml"/><Relationship Id="rId54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40.xml"/><Relationship Id="rId5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39.xml"/><Relationship Id="rId56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42.xml"/><Relationship Id="rId5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41.xml"/><Relationship Id="rId58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6375" y="1304543"/>
            <a:ext cx="5626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indent="-317500" lvl="1" marL="9144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indent="-317500" lvl="2" marL="1371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indent="-317500" lvl="3" marL="18288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indent="-342900" lvl="4" marL="22860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indent="-342900" lvl="5" marL="27432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indent="-342900" lvl="6" marL="32004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indent="-342900" lvl="7" marL="3657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indent="-342900" lvl="8" marL="41148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3000"/>
              <a:buFont typeface="Roboto"/>
              <a:buNone/>
              <a:defRPr sz="30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9"/>
          <p:cNvSpPr txBox="1"/>
          <p:nvPr/>
        </p:nvSpPr>
        <p:spPr>
          <a:xfrm>
            <a:off x="237744" y="4846320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© The Regents of the University of California. All rights reserved.</a:t>
            </a:r>
            <a:endParaRPr i="1" sz="4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  <p:sldLayoutId id="2147483736" r:id="rId62"/>
    <p:sldLayoutId id="2147483737" r:id="rId63"/>
    <p:sldLayoutId id="2147483738" r:id="rId64"/>
    <p:sldLayoutId id="2147483739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">
          <p15:clr>
            <a:srgbClr val="F06B4A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jpg"/><Relationship Id="rId4" Type="http://schemas.openxmlformats.org/officeDocument/2006/relationships/image" Target="../media/image33.jpg"/><Relationship Id="rId5" Type="http://schemas.openxmlformats.org/officeDocument/2006/relationships/image" Target="../media/image31.jpg"/><Relationship Id="rId6" Type="http://schemas.openxmlformats.org/officeDocument/2006/relationships/image" Target="../media/image3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pps.learning.amplify.com/metabolism" TargetMode="External"/><Relationship Id="rId4" Type="http://schemas.openxmlformats.org/officeDocument/2006/relationships/hyperlink" Target="https://apps.learning.amplify.com/metabolis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5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Metabolism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695" name="Google Shape;695;p95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Lesson 3.1: 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Learning About Energy Release in the Body</a:t>
            </a:r>
            <a:endParaRPr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6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1" name="Google Shape;70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00" y="2644825"/>
            <a:ext cx="7863426" cy="17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96"/>
          <p:cNvSpPr txBox="1"/>
          <p:nvPr/>
        </p:nvSpPr>
        <p:spPr>
          <a:xfrm>
            <a:off x="797998" y="371923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Warmup Page 60</a:t>
            </a:r>
            <a:endParaRPr b="1" sz="31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03" name="Google Shape;703;p96"/>
          <p:cNvSpPr txBox="1"/>
          <p:nvPr/>
        </p:nvSpPr>
        <p:spPr>
          <a:xfrm>
            <a:off x="900852" y="1098558"/>
            <a:ext cx="76260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cLaren"/>
                <a:ea typeface="McLaren"/>
                <a:cs typeface="McLaren"/>
                <a:sym typeface="McLaren"/>
              </a:rPr>
              <a:t>The data table below shows Elisa’s test results and test results from a healthy body. Use the data to answer the questions below the table.</a:t>
            </a:r>
            <a:endParaRPr sz="12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>
                <a:latin typeface="McLaren"/>
                <a:ea typeface="McLaren"/>
                <a:cs typeface="McLaren"/>
                <a:sym typeface="McLaren"/>
              </a:rPr>
              <a:t>Compared to the cells in a healthy body, Elisa’s cells are getting far fewer _________ molecules. </a:t>
            </a:r>
            <a:endParaRPr sz="12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200">
                <a:latin typeface="McLaren"/>
                <a:ea typeface="McLaren"/>
                <a:cs typeface="McLaren"/>
                <a:sym typeface="McLaren"/>
              </a:rPr>
              <a:t>How do you think getting fewer of these molecules to her cells contributed to Elisa’s tiredness? Explain your ideas.</a:t>
            </a:r>
            <a:endParaRPr sz="120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7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9" name="Google Shape;709;p97"/>
          <p:cNvSpPr txBox="1"/>
          <p:nvPr/>
        </p:nvSpPr>
        <p:spPr>
          <a:xfrm>
            <a:off x="885176" y="836872"/>
            <a:ext cx="5705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cLaren"/>
                <a:ea typeface="McLaren"/>
                <a:cs typeface="McLaren"/>
                <a:sym typeface="McLaren"/>
              </a:rPr>
              <a:t>Considering Claims About Energy Release</a:t>
            </a:r>
            <a:endParaRPr b="1" sz="16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10" name="Google Shape;710;p97"/>
          <p:cNvSpPr txBox="1"/>
          <p:nvPr/>
        </p:nvSpPr>
        <p:spPr>
          <a:xfrm>
            <a:off x="844330" y="1769688"/>
            <a:ext cx="57057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" sz="25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Elisa was feeling extremely tired. Based on the analysis you did, we now know that she has </a:t>
            </a:r>
            <a:r>
              <a:rPr b="1" lang="en" sz="25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diabetes,</a:t>
            </a:r>
            <a:r>
              <a:rPr lang="en" sz="25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 a condition that </a:t>
            </a:r>
            <a:r>
              <a:rPr b="1" lang="en" sz="25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prevents glucose from entering the cells</a:t>
            </a:r>
            <a:r>
              <a:rPr lang="en" sz="25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 in her body.</a:t>
            </a:r>
            <a:endParaRPr sz="25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Photo of Elisa in a hospital bed hugging a plush rabbit." id="711" name="Google Shape;711;p97"/>
          <p:cNvPicPr preferRelativeResize="0"/>
          <p:nvPr/>
        </p:nvPicPr>
        <p:blipFill rotWithShape="1">
          <a:blip r:embed="rId3">
            <a:alphaModFix/>
          </a:blip>
          <a:srcRect b="15491" l="0" r="0" t="14225"/>
          <a:stretch/>
        </p:blipFill>
        <p:spPr>
          <a:xfrm>
            <a:off x="6802325" y="836875"/>
            <a:ext cx="1913699" cy="165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8"/>
          <p:cNvSpPr txBox="1"/>
          <p:nvPr>
            <p:ph idx="4294967295" type="body"/>
          </p:nvPr>
        </p:nvSpPr>
        <p:spPr>
          <a:xfrm>
            <a:off x="3011400" y="1295750"/>
            <a:ext cx="2978700" cy="23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Chapter 3 Question</a:t>
            </a:r>
            <a:r>
              <a:rPr b="1" lang="en" sz="21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:</a:t>
            </a:r>
            <a:endParaRPr b="1" sz="21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How do molecules in the cells of the body release energy?</a:t>
            </a:r>
            <a:endParaRPr sz="39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9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2" name="Google Shape;722;p99"/>
          <p:cNvSpPr txBox="1"/>
          <p:nvPr/>
        </p:nvSpPr>
        <p:spPr>
          <a:xfrm>
            <a:off x="885176" y="836872"/>
            <a:ext cx="5705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cLaren"/>
                <a:ea typeface="McLaren"/>
                <a:cs typeface="McLaren"/>
                <a:sym typeface="McLaren"/>
              </a:rPr>
              <a:t>Considering Claims About Energy Release</a:t>
            </a:r>
            <a:endParaRPr b="1" sz="16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23" name="Google Shape;723;p99"/>
          <p:cNvSpPr txBox="1"/>
          <p:nvPr/>
        </p:nvSpPr>
        <p:spPr>
          <a:xfrm>
            <a:off x="887923" y="1856879"/>
            <a:ext cx="66975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Choose the claim you think is most accurate:</a:t>
            </a:r>
            <a:endParaRPr sz="19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1: Cells need glucose to release energy.</a:t>
            </a:r>
            <a:endParaRPr sz="13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2: Cells need amino acids to release energy.</a:t>
            </a:r>
            <a:endParaRPr sz="13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3: Cells need oxygen to release energy.</a:t>
            </a:r>
            <a:endParaRPr sz="13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4: Cells need glucose AND amino acids to release energy.</a:t>
            </a:r>
            <a:endParaRPr sz="13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5: Cells need glucose AND oxygen to release energy.</a:t>
            </a:r>
            <a:endParaRPr sz="13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11150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00"/>
              <a:buFont typeface="McLaren"/>
              <a:buChar char="●"/>
            </a:pPr>
            <a:r>
              <a:rPr lang="en" sz="13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Claim 6: Cells need ALL THREE types of molecules to release energy..</a:t>
            </a:r>
            <a:endParaRPr sz="2600">
              <a:solidFill>
                <a:srgbClr val="2F2F2F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Photo of Elisa in a hospital bed hugging a plush rabbit." id="724" name="Google Shape;724;p99"/>
          <p:cNvPicPr preferRelativeResize="0"/>
          <p:nvPr/>
        </p:nvPicPr>
        <p:blipFill rotWithShape="1">
          <a:blip r:embed="rId3">
            <a:alphaModFix/>
          </a:blip>
          <a:srcRect b="15491" l="0" r="0" t="14225"/>
          <a:stretch/>
        </p:blipFill>
        <p:spPr>
          <a:xfrm>
            <a:off x="6802325" y="836875"/>
            <a:ext cx="1913699" cy="165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0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0" name="Google Shape;730;p100"/>
          <p:cNvSpPr txBox="1"/>
          <p:nvPr/>
        </p:nvSpPr>
        <p:spPr>
          <a:xfrm>
            <a:off x="742080" y="639311"/>
            <a:ext cx="790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cLaren"/>
                <a:ea typeface="McLaren"/>
                <a:cs typeface="McLaren"/>
                <a:sym typeface="McLaren"/>
              </a:rPr>
              <a:t>Gathering Evidence from Heart and Breath Rates</a:t>
            </a:r>
            <a:endParaRPr b="1" sz="24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31" name="Google Shape;731;p100"/>
          <p:cNvSpPr txBox="1"/>
          <p:nvPr/>
        </p:nvSpPr>
        <p:spPr>
          <a:xfrm>
            <a:off x="2979625" y="1188926"/>
            <a:ext cx="5695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We’ll be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gathering evidence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today to help figure out which claim is best supported. 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We’ll start by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observing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what happens in our bodies when we increase our activity level by running in place. Since movement requires energy, we can see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what happens to the body when it uses more energy.</a:t>
            </a:r>
            <a:endParaRPr b="1" sz="16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You will observe your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heart rate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and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breath rate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before and after you run in place.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What could changes to your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heart rate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and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breath rate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tell you about what is going on inside your body?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Illustration of the outline of a human body with animation to show heart beats and breath rates. &#10;The chest contains a beating heart. &#10;The mouth exhales breaths every few seconds. &#10;" id="732" name="Google Shape;732;p100"/>
          <p:cNvPicPr preferRelativeResize="0"/>
          <p:nvPr/>
        </p:nvPicPr>
        <p:blipFill rotWithShape="1">
          <a:blip r:embed="rId3">
            <a:alphaModFix/>
          </a:blip>
          <a:srcRect b="0" l="10360" r="8642" t="0"/>
          <a:stretch/>
        </p:blipFill>
        <p:spPr>
          <a:xfrm>
            <a:off x="742075" y="1256651"/>
            <a:ext cx="2107250" cy="32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8" name="Google Shape;738;p101"/>
          <p:cNvSpPr txBox="1"/>
          <p:nvPr/>
        </p:nvSpPr>
        <p:spPr>
          <a:xfrm>
            <a:off x="6881525" y="953175"/>
            <a:ext cx="17181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Give You Glory"/>
              <a:ea typeface="Give You Glory"/>
              <a:cs typeface="Give You Glory"/>
              <a:sym typeface="Give You Glory"/>
            </a:endParaRPr>
          </a:p>
        </p:txBody>
      </p:sp>
      <p:sp>
        <p:nvSpPr>
          <p:cNvPr id="739" name="Google Shape;739;p101"/>
          <p:cNvSpPr txBox="1"/>
          <p:nvPr/>
        </p:nvSpPr>
        <p:spPr>
          <a:xfrm>
            <a:off x="609966" y="2649881"/>
            <a:ext cx="1975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Observe</a:t>
            </a:r>
            <a:endParaRPr b="1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0" name="Google Shape;740;p101"/>
          <p:cNvSpPr txBox="1"/>
          <p:nvPr/>
        </p:nvSpPr>
        <p:spPr>
          <a:xfrm>
            <a:off x="609962" y="2933391"/>
            <a:ext cx="19752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Observe </a:t>
            </a:r>
            <a:r>
              <a:rPr b="1" lang="en">
                <a:latin typeface="McLaren"/>
                <a:ea typeface="McLaren"/>
                <a:cs typeface="McLaren"/>
                <a:sym typeface="McLaren"/>
              </a:rPr>
              <a:t>breath rate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by putting a finger under your nose. </a:t>
            </a:r>
            <a:endParaRPr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Observe </a:t>
            </a:r>
            <a:r>
              <a:rPr b="1" lang="en">
                <a:latin typeface="McLaren"/>
                <a:ea typeface="McLaren"/>
                <a:cs typeface="McLaren"/>
                <a:sym typeface="McLaren"/>
              </a:rPr>
              <a:t>heart rate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by finding your pulse.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1" name="Google Shape;741;p101"/>
          <p:cNvSpPr txBox="1"/>
          <p:nvPr/>
        </p:nvSpPr>
        <p:spPr>
          <a:xfrm>
            <a:off x="5468112" y="4800600"/>
            <a:ext cx="333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3150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Investigation Notebook </a:t>
            </a:r>
            <a:r>
              <a:rPr b="1" lang="en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pg 62</a:t>
            </a:r>
            <a:endParaRPr b="1" sz="11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101"/>
          <p:cNvSpPr txBox="1"/>
          <p:nvPr/>
        </p:nvSpPr>
        <p:spPr>
          <a:xfrm>
            <a:off x="2620727" y="2649881"/>
            <a:ext cx="1975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Exercise</a:t>
            </a:r>
            <a:endParaRPr b="1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3" name="Google Shape;743;p101"/>
          <p:cNvSpPr txBox="1"/>
          <p:nvPr/>
        </p:nvSpPr>
        <p:spPr>
          <a:xfrm>
            <a:off x="2620723" y="2933391"/>
            <a:ext cx="19752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cLaren"/>
                <a:ea typeface="McLaren"/>
                <a:cs typeface="McLaren"/>
                <a:sym typeface="McLaren"/>
              </a:rPr>
              <a:t>At my signal, </a:t>
            </a:r>
            <a:r>
              <a:rPr b="1" lang="en" sz="1300">
                <a:latin typeface="McLaren"/>
                <a:ea typeface="McLaren"/>
                <a:cs typeface="McLaren"/>
                <a:sym typeface="McLaren"/>
              </a:rPr>
              <a:t>run in place for one minute.</a:t>
            </a:r>
            <a:r>
              <a:rPr lang="en" sz="1300">
                <a:latin typeface="McLaren"/>
                <a:ea typeface="McLaren"/>
                <a:cs typeface="McLaren"/>
                <a:sym typeface="McLaren"/>
              </a:rPr>
              <a:t> Lift your knees as high as you can and as fast as you can. Listen for the signal to stop.</a:t>
            </a:r>
            <a:endParaRPr sz="13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4" name="Google Shape;744;p101"/>
          <p:cNvSpPr txBox="1"/>
          <p:nvPr/>
        </p:nvSpPr>
        <p:spPr>
          <a:xfrm>
            <a:off x="4689607" y="2649881"/>
            <a:ext cx="1975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Observe again</a:t>
            </a:r>
            <a:endParaRPr b="1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5" name="Google Shape;745;p101"/>
          <p:cNvSpPr txBox="1"/>
          <p:nvPr/>
        </p:nvSpPr>
        <p:spPr>
          <a:xfrm>
            <a:off x="4689603" y="2933391"/>
            <a:ext cx="19752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As soon as you stop exercising, </a:t>
            </a:r>
            <a:r>
              <a:rPr b="1" lang="en">
                <a:latin typeface="McLaren"/>
                <a:ea typeface="McLaren"/>
                <a:cs typeface="McLaren"/>
                <a:sym typeface="McLaren"/>
              </a:rPr>
              <a:t>observe your breath and heart rate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as you did before.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6" name="Google Shape;746;p101"/>
          <p:cNvSpPr txBox="1"/>
          <p:nvPr/>
        </p:nvSpPr>
        <p:spPr>
          <a:xfrm>
            <a:off x="6714897" y="2649881"/>
            <a:ext cx="1975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Discuss</a:t>
            </a:r>
            <a:endParaRPr b="1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7" name="Google Shape;747;p101"/>
          <p:cNvSpPr txBox="1"/>
          <p:nvPr/>
        </p:nvSpPr>
        <p:spPr>
          <a:xfrm>
            <a:off x="6714894" y="2933391"/>
            <a:ext cx="19752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How did your </a:t>
            </a:r>
            <a:r>
              <a:rPr b="1" lang="en">
                <a:latin typeface="McLaren"/>
                <a:ea typeface="McLaren"/>
                <a:cs typeface="McLaren"/>
                <a:sym typeface="McLaren"/>
              </a:rPr>
              <a:t>breath rate change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after exercise?</a:t>
            </a:r>
            <a:endParaRPr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How did your </a:t>
            </a:r>
            <a:r>
              <a:rPr b="1" lang="en">
                <a:latin typeface="McLaren"/>
                <a:ea typeface="McLaren"/>
                <a:cs typeface="McLaren"/>
                <a:sym typeface="McLaren"/>
              </a:rPr>
              <a:t>heart rate change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after exercise?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48" name="Google Shape;748;p101"/>
          <p:cNvSpPr txBox="1"/>
          <p:nvPr/>
        </p:nvSpPr>
        <p:spPr>
          <a:xfrm>
            <a:off x="771150" y="502903"/>
            <a:ext cx="786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McLaren"/>
                <a:ea typeface="McLaren"/>
                <a:cs typeface="McLaren"/>
                <a:sym typeface="McLaren"/>
              </a:rPr>
              <a:t>Heart and Breath Rate Activity</a:t>
            </a:r>
            <a:endParaRPr b="1" sz="3600"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A row of 4 illustrations.&#10;Observe illustration: One student with 1 finger under nose. One student with 2 fingers under jaw.&#10;Exercise illustration: Two students running in place with knees up high.&#10;Observe again illustration: Same as first image.&#10;Discuss illustration: Two students talking." id="749" name="Google Shape;749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1353312"/>
            <a:ext cx="1874520" cy="117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0904" y="1353312"/>
            <a:ext cx="1874520" cy="117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304" y="1353312"/>
            <a:ext cx="1874520" cy="117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4848" y="1353312"/>
            <a:ext cx="1874520" cy="1170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2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8" name="Google Shape;758;p102"/>
          <p:cNvSpPr txBox="1"/>
          <p:nvPr/>
        </p:nvSpPr>
        <p:spPr>
          <a:xfrm>
            <a:off x="5406775" y="1104225"/>
            <a:ext cx="2896200" cy="25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434343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—--------</a:t>
            </a:r>
            <a:endParaRPr sz="34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</p:txBody>
      </p:sp>
      <p:sp>
        <p:nvSpPr>
          <p:cNvPr id="759" name="Google Shape;759;p102"/>
          <p:cNvSpPr txBox="1"/>
          <p:nvPr/>
        </p:nvSpPr>
        <p:spPr>
          <a:xfrm>
            <a:off x="793190" y="1323547"/>
            <a:ext cx="4341300" cy="3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Step 1</a:t>
            </a:r>
            <a:b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</a:br>
            <a: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Place two fingers gently on your neck, just under your jaw (or on your wrist). </a:t>
            </a:r>
            <a:endParaRPr sz="1700">
              <a:solidFill>
                <a:srgbClr val="2F2F2F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Step 2</a:t>
            </a:r>
            <a:b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</a:br>
            <a: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Move your fingers around until you can feel a steady beat. </a:t>
            </a:r>
            <a:endParaRPr sz="1700">
              <a:solidFill>
                <a:srgbClr val="2F2F2F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Step 3</a:t>
            </a:r>
            <a:b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</a:br>
            <a:r>
              <a:rPr lang="en" sz="17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Each beat you feel is a pulse of blood from one pump of the heart.</a:t>
            </a:r>
            <a:endParaRPr sz="17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60" name="Google Shape;760;p102"/>
          <p:cNvSpPr txBox="1"/>
          <p:nvPr/>
        </p:nvSpPr>
        <p:spPr>
          <a:xfrm>
            <a:off x="696056" y="604611"/>
            <a:ext cx="444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McLaren"/>
                <a:ea typeface="McLaren"/>
                <a:cs typeface="McLaren"/>
                <a:sym typeface="McLaren"/>
              </a:rPr>
              <a:t>Observing Heart Rate</a:t>
            </a:r>
            <a:endParaRPr b="1" sz="2800"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Top image is a student checking his pulse by placing two fingers on his neck.&#10;Bottom image is a student checking his pulse by placing two fingers on his opposite wrist." id="761" name="Google Shape;761;p102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5714446" y="849126"/>
            <a:ext cx="2423226" cy="29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3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103"/>
          <p:cNvSpPr txBox="1"/>
          <p:nvPr/>
        </p:nvSpPr>
        <p:spPr>
          <a:xfrm>
            <a:off x="6881525" y="953175"/>
            <a:ext cx="17181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Give You Glory"/>
              <a:ea typeface="Give You Glory"/>
              <a:cs typeface="Give You Glory"/>
              <a:sym typeface="Give You Glory"/>
            </a:endParaRPr>
          </a:p>
        </p:txBody>
      </p:sp>
      <p:pic>
        <p:nvPicPr>
          <p:cNvPr id="768" name="Google Shape;76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63" y="455070"/>
            <a:ext cx="7086881" cy="420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04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104"/>
          <p:cNvSpPr txBox="1"/>
          <p:nvPr/>
        </p:nvSpPr>
        <p:spPr>
          <a:xfrm>
            <a:off x="6881525" y="953175"/>
            <a:ext cx="17181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Give You Glory"/>
              <a:ea typeface="Give You Glory"/>
              <a:cs typeface="Give You Glory"/>
              <a:sym typeface="Give You Glory"/>
            </a:endParaRPr>
          </a:p>
        </p:txBody>
      </p:sp>
      <p:sp>
        <p:nvSpPr>
          <p:cNvPr id="775" name="Google Shape;775;p104"/>
          <p:cNvSpPr txBox="1"/>
          <p:nvPr/>
        </p:nvSpPr>
        <p:spPr>
          <a:xfrm>
            <a:off x="868624" y="1105592"/>
            <a:ext cx="7713300" cy="3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What happened to your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breath rate?</a:t>
            </a:r>
            <a:endParaRPr b="1"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Which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molecule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is taken into the body from the air with each breath?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Why do you think the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respiratory system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took in more of this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molecule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when you were running?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What happened to your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heart rate?</a:t>
            </a:r>
            <a:endParaRPr b="1"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What does the increased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heart rate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tell us about the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circulatory system?</a:t>
            </a:r>
            <a:endParaRPr b="1"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Why do you think the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circulatory system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was pumping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blood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faster when you were running?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b="1" sz="4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76" name="Google Shape;776;p104"/>
          <p:cNvSpPr txBox="1"/>
          <p:nvPr/>
        </p:nvSpPr>
        <p:spPr>
          <a:xfrm>
            <a:off x="841342" y="590070"/>
            <a:ext cx="790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cLaren"/>
                <a:ea typeface="McLaren"/>
                <a:cs typeface="McLaren"/>
                <a:sym typeface="McLaren"/>
              </a:rPr>
              <a:t>Observing Heart Rate</a:t>
            </a:r>
            <a:endParaRPr b="1" sz="310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5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p105"/>
          <p:cNvSpPr txBox="1"/>
          <p:nvPr/>
        </p:nvSpPr>
        <p:spPr>
          <a:xfrm>
            <a:off x="725350" y="299275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cLaren"/>
                <a:ea typeface="McLaren"/>
                <a:cs typeface="McLaren"/>
                <a:sym typeface="McLaren"/>
              </a:rPr>
              <a:t>Gathering Evidence from the Sim</a:t>
            </a:r>
            <a:endParaRPr b="1" sz="5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83" name="Google Shape;783;p105"/>
          <p:cNvSpPr txBox="1"/>
          <p:nvPr/>
        </p:nvSpPr>
        <p:spPr>
          <a:xfrm>
            <a:off x="553189" y="1040438"/>
            <a:ext cx="46494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cLaren"/>
              <a:buChar char="➔"/>
            </a:pPr>
            <a:r>
              <a:rPr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We will use the </a:t>
            </a:r>
            <a:r>
              <a:rPr i="1"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Metabolism</a:t>
            </a:r>
            <a:r>
              <a:rPr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 Simulation to get more evidence about the relationship between </a:t>
            </a:r>
            <a:r>
              <a:rPr b="1"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energy</a:t>
            </a:r>
            <a:r>
              <a:rPr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 and the </a:t>
            </a:r>
            <a:r>
              <a:rPr b="1"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molecules</a:t>
            </a:r>
            <a:r>
              <a:rPr lang="en" sz="1600">
                <a:solidFill>
                  <a:srgbClr val="2F2F2F"/>
                </a:solidFill>
                <a:latin typeface="McLaren"/>
                <a:ea typeface="McLaren"/>
                <a:cs typeface="McLaren"/>
                <a:sym typeface="McLaren"/>
              </a:rPr>
              <a:t> that are getting to the cells.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-323850" lvl="0" marL="45720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cLaren"/>
              <a:buChar char="➔"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You will conduct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three tests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in the Sim to determine which molecules are needed in the cells for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energy release.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cLaren"/>
              <a:buChar char="➔"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In each test, you will eliminate one molecule—either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glucose, oxygen,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or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amino acid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molecules—and then see how that affects the body’s ability to release energy.</a:t>
            </a:r>
            <a:endParaRPr sz="5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Screenshot of Metabolism Sim in Healthy Body Mode" id="784" name="Google Shape;784;p105"/>
          <p:cNvPicPr preferRelativeResize="0"/>
          <p:nvPr/>
        </p:nvPicPr>
        <p:blipFill rotWithShape="1">
          <a:blip r:embed="rId3">
            <a:alphaModFix/>
          </a:blip>
          <a:srcRect b="0" l="0" r="26729" t="0"/>
          <a:stretch/>
        </p:blipFill>
        <p:spPr>
          <a:xfrm>
            <a:off x="5544827" y="1023400"/>
            <a:ext cx="2680023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6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0" name="Google Shape;790;p106"/>
          <p:cNvSpPr txBox="1"/>
          <p:nvPr/>
        </p:nvSpPr>
        <p:spPr>
          <a:xfrm>
            <a:off x="4258276" y="1046150"/>
            <a:ext cx="4341300" cy="3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Notice that the first row of the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data table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is already completed with a control test. You will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compare your tests to the control test 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to see if there was a change.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The Sim is designed so when there is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not enough energy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 being released in the cells, the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activity level drops</a:t>
            </a: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. 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latin typeface="McLaren"/>
                <a:ea typeface="McLaren"/>
                <a:cs typeface="McLaren"/>
                <a:sym typeface="McLaren"/>
              </a:rPr>
              <a:t>By measuring how long the body can keep jogging, we are indirectly measuring how </a:t>
            </a:r>
            <a:r>
              <a:rPr b="1" lang="en" sz="1600">
                <a:latin typeface="McLaren"/>
                <a:ea typeface="McLaren"/>
                <a:cs typeface="McLaren"/>
                <a:sym typeface="McLaren"/>
              </a:rPr>
              <a:t>much energy is being released in the cells.</a:t>
            </a:r>
            <a:endParaRPr sz="1600"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Screenshot of student view of Gathering Evidence from the Sim" id="791" name="Google Shape;791;p106"/>
          <p:cNvPicPr preferRelativeResize="0"/>
          <p:nvPr/>
        </p:nvPicPr>
        <p:blipFill rotWithShape="1">
          <a:blip r:embed="rId3">
            <a:alphaModFix/>
          </a:blip>
          <a:srcRect b="5935" l="0" r="0" t="0"/>
          <a:stretch/>
        </p:blipFill>
        <p:spPr>
          <a:xfrm>
            <a:off x="784495" y="1046151"/>
            <a:ext cx="3337500" cy="3597432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06"/>
          <p:cNvSpPr txBox="1"/>
          <p:nvPr/>
        </p:nvSpPr>
        <p:spPr>
          <a:xfrm>
            <a:off x="5468112" y="4800600"/>
            <a:ext cx="333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3150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Investigation Notebook </a:t>
            </a:r>
            <a:r>
              <a:rPr b="1" lang="en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pg 63</a:t>
            </a:r>
            <a:endParaRPr sz="11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3" name="Google Shape;793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864" y="1923401"/>
            <a:ext cx="2727900" cy="626308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106"/>
          <p:cNvSpPr txBox="1"/>
          <p:nvPr/>
        </p:nvSpPr>
        <p:spPr>
          <a:xfrm>
            <a:off x="797998" y="299275"/>
            <a:ext cx="754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cLaren"/>
                <a:ea typeface="McLaren"/>
                <a:cs typeface="McLaren"/>
                <a:sym typeface="McLaren"/>
              </a:rPr>
              <a:t>Gathering Evidence from the Sim</a:t>
            </a:r>
            <a:endParaRPr b="1" sz="160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7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0" name="Google Shape;800;p107"/>
          <p:cNvSpPr txBox="1"/>
          <p:nvPr/>
        </p:nvSpPr>
        <p:spPr>
          <a:xfrm>
            <a:off x="5115506" y="859877"/>
            <a:ext cx="3414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1: Cells need glucose to release energy.</a:t>
            </a:r>
            <a:endParaRPr sz="1350">
              <a:solidFill>
                <a:srgbClr val="3B3B3B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-314325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2: Cells need amino acids to release energy.</a:t>
            </a:r>
            <a:endParaRPr sz="1350">
              <a:solidFill>
                <a:srgbClr val="3B3B3B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-314325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3: Cells need oxygen to release energy.</a:t>
            </a:r>
            <a:endParaRPr sz="1350">
              <a:solidFill>
                <a:srgbClr val="3B3B3B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-314325" lvl="0" marL="457200" marR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4: Cells need glucose AND amino acids to release energy.</a:t>
            </a:r>
            <a:endParaRPr sz="1350">
              <a:solidFill>
                <a:srgbClr val="3B3B3B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-314325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5: Cells need glucose AND oxygen to release energy.</a:t>
            </a:r>
            <a:endParaRPr sz="1350">
              <a:solidFill>
                <a:srgbClr val="3B3B3B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-314325" lvl="0" marL="4572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350"/>
              <a:buFont typeface="Loved by the King"/>
              <a:buChar char="●"/>
            </a:pPr>
            <a:r>
              <a:rPr lang="en" sz="1350">
                <a:solidFill>
                  <a:srgbClr val="3B3B3B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Claim 6: Cells need ALL THREE types of molecules to release energy..</a:t>
            </a:r>
            <a:endParaRPr sz="135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</p:txBody>
      </p:sp>
      <p:sp>
        <p:nvSpPr>
          <p:cNvPr id="801" name="Google Shape;801;p107"/>
          <p:cNvSpPr txBox="1"/>
          <p:nvPr/>
        </p:nvSpPr>
        <p:spPr>
          <a:xfrm>
            <a:off x="796072" y="357394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McLaren"/>
                <a:ea typeface="McLaren"/>
                <a:cs typeface="McLaren"/>
                <a:sym typeface="McLaren"/>
              </a:rPr>
              <a:t>Revising Claims</a:t>
            </a:r>
            <a:endParaRPr b="1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802" name="Google Shape;802;p107"/>
          <p:cNvSpPr txBox="1"/>
          <p:nvPr/>
        </p:nvSpPr>
        <p:spPr>
          <a:xfrm>
            <a:off x="698500" y="1156675"/>
            <a:ext cx="44172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cLaren"/>
              <a:buChar char="➔"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You collected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evidence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from two sources: your own body and the Sim. 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  <a:p>
            <a:pPr indent="-323850" lvl="0" marL="457200" rtl="0" algn="l">
              <a:spcBef>
                <a:spcPts val="2000"/>
              </a:spcBef>
              <a:spcAft>
                <a:spcPts val="0"/>
              </a:spcAft>
              <a:buSzPts val="1500"/>
              <a:buFont typeface="McLaren"/>
              <a:buChar char="➔"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Now, you’ll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return to the claims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and discuss which claim you think our new evidence best supports. It’s okay if you have changed your mind; </a:t>
            </a:r>
            <a:r>
              <a:rPr b="1" lang="en" sz="1500">
                <a:latin typeface="McLaren"/>
                <a:ea typeface="McLaren"/>
                <a:cs typeface="McLaren"/>
                <a:sym typeface="McLaren"/>
              </a:rPr>
              <a:t>scientists regularly revise their claims</a:t>
            </a: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 when they get new evidence.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  <a:p>
            <a:pPr indent="-323850" lvl="0" marL="457200" rtl="0" algn="l">
              <a:spcBef>
                <a:spcPts val="2000"/>
              </a:spcBef>
              <a:spcAft>
                <a:spcPts val="1600"/>
              </a:spcAft>
              <a:buSzPts val="1500"/>
              <a:buFont typeface="McLaren"/>
              <a:buChar char="➔"/>
            </a:pPr>
            <a:r>
              <a:rPr lang="en" sz="1500">
                <a:latin typeface="McLaren"/>
                <a:ea typeface="McLaren"/>
                <a:cs typeface="McLaren"/>
                <a:sym typeface="McLaren"/>
              </a:rPr>
              <a:t>Which molecules do cells need to release energy? Explain how the evidence supports this claim.</a:t>
            </a:r>
            <a:endParaRPr sz="150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08"/>
          <p:cNvSpPr txBox="1"/>
          <p:nvPr>
            <p:ph idx="4294967295" type="body"/>
          </p:nvPr>
        </p:nvSpPr>
        <p:spPr>
          <a:xfrm>
            <a:off x="2866103" y="1194056"/>
            <a:ext cx="3237300" cy="23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Key Concept #8:</a:t>
            </a:r>
            <a:endParaRPr b="1" sz="26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In order to release energy, cells need both glucose and oxygen molecules.</a:t>
            </a:r>
            <a:endParaRPr sz="34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9"/>
          <p:cNvSpPr txBox="1"/>
          <p:nvPr>
            <p:ph idx="4294967295" type="body"/>
          </p:nvPr>
        </p:nvSpPr>
        <p:spPr>
          <a:xfrm>
            <a:off x="2689050" y="1092350"/>
            <a:ext cx="3530700" cy="26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Elisa had low levels of </a:t>
            </a:r>
            <a:r>
              <a:rPr b="1"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glucose molecules</a:t>
            </a: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 in her cells due to the condition diabetes.</a:t>
            </a:r>
            <a:endParaRPr sz="2000">
              <a:solidFill>
                <a:srgbClr val="2F2F2F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The evidence you gathered reveals why Elisa’s </a:t>
            </a:r>
            <a:r>
              <a:rPr b="1"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low glucose levels </a:t>
            </a: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contributed to her </a:t>
            </a:r>
            <a:r>
              <a:rPr b="1"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extreme tiredness.</a:t>
            </a: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 We will continue to learn more about </a:t>
            </a:r>
            <a:r>
              <a:rPr b="1"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how energy is released in the cells</a:t>
            </a:r>
            <a:r>
              <a:rPr lang="en" sz="20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 in the next lesson.</a:t>
            </a:r>
            <a:endParaRPr sz="2600">
              <a:solidFill>
                <a:schemeClr val="dk1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10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8" name="Google Shape;818;p110"/>
          <p:cNvSpPr txBox="1"/>
          <p:nvPr/>
        </p:nvSpPr>
        <p:spPr>
          <a:xfrm>
            <a:off x="725350" y="299275"/>
            <a:ext cx="7630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Homework: pg 65-66</a:t>
            </a:r>
            <a:endParaRPr b="1" sz="25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819" name="Google Shape;819;p110"/>
          <p:cNvSpPr txBox="1"/>
          <p:nvPr/>
        </p:nvSpPr>
        <p:spPr>
          <a:xfrm>
            <a:off x="725350" y="1054967"/>
            <a:ext cx="79908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For this activity, you will </a:t>
            </a:r>
            <a:r>
              <a:rPr b="1" lang="en" sz="1450">
                <a:latin typeface="McLaren"/>
                <a:ea typeface="McLaren"/>
                <a:cs typeface="McLaren"/>
                <a:sym typeface="McLaren"/>
              </a:rPr>
              <a:t>run </a:t>
            </a: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additional Sim tests to </a:t>
            </a:r>
            <a:r>
              <a:rPr b="1" lang="en" sz="1450">
                <a:latin typeface="McLaren"/>
                <a:ea typeface="McLaren"/>
                <a:cs typeface="McLaren"/>
                <a:sym typeface="McLaren"/>
              </a:rPr>
              <a:t>compare two different activity levels</a:t>
            </a: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 in the Healthy Body. Then, you’ll </a:t>
            </a:r>
            <a:r>
              <a:rPr b="1" lang="en" sz="1450">
                <a:latin typeface="McLaren"/>
                <a:ea typeface="McLaren"/>
                <a:cs typeface="McLaren"/>
                <a:sym typeface="McLaren"/>
              </a:rPr>
              <a:t>record your results</a:t>
            </a: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 in a data table.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  <a:p>
            <a:pPr indent="-320675" lvl="0" marL="457200" rtl="0" algn="l">
              <a:spcBef>
                <a:spcPts val="1600"/>
              </a:spcBef>
              <a:spcAft>
                <a:spcPts val="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Run tests to compare two different activity levels in the Healthy Body of the </a:t>
            </a:r>
            <a:r>
              <a:rPr i="1" lang="en" sz="1450">
                <a:uFill>
                  <a:noFill/>
                </a:uFill>
                <a:latin typeface="McLaren"/>
                <a:ea typeface="McLaren"/>
                <a:cs typeface="McLaren"/>
                <a:sym typeface="McLaren"/>
                <a:hlinkClick r:id="rId3"/>
              </a:rPr>
              <a:t>Metabolism</a:t>
            </a:r>
            <a:r>
              <a:rPr lang="en" sz="1450">
                <a:uFill>
                  <a:noFill/>
                </a:uFill>
                <a:latin typeface="McLaren"/>
                <a:ea typeface="McLaren"/>
                <a:cs typeface="McLaren"/>
                <a:sym typeface="McLaren"/>
                <a:hlinkClick r:id="rId4"/>
              </a:rPr>
              <a:t> Simulation</a:t>
            </a: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  <a:p>
            <a:pPr indent="-320675" lvl="0" marL="457200" rtl="0" algn="l">
              <a:spcBef>
                <a:spcPts val="1600"/>
              </a:spcBef>
              <a:spcAft>
                <a:spcPts val="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Select HEALTHY BODY and select TEST.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  <a:p>
            <a:pPr indent="-320675" lvl="0" marL="457200" rtl="0" algn="l">
              <a:spcBef>
                <a:spcPts val="1600"/>
              </a:spcBef>
              <a:spcAft>
                <a:spcPts val="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Food Queue: 6 corn.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  <a:p>
            <a:pPr indent="-320675" lvl="0" marL="457200" rtl="0" algn="l">
              <a:spcBef>
                <a:spcPts val="1600"/>
              </a:spcBef>
              <a:spcAft>
                <a:spcPts val="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Do two trials for each activity level (Rest and Jog).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  <a:p>
            <a:pPr indent="-320675" lvl="0" marL="457200" rtl="0" algn="l">
              <a:spcBef>
                <a:spcPts val="1600"/>
              </a:spcBef>
              <a:spcAft>
                <a:spcPts val="1600"/>
              </a:spcAft>
              <a:buSzPts val="1450"/>
              <a:buFont typeface="McLaren"/>
              <a:buChar char="➔"/>
            </a:pPr>
            <a:r>
              <a:rPr lang="en" sz="1450">
                <a:latin typeface="McLaren"/>
                <a:ea typeface="McLaren"/>
                <a:cs typeface="McLaren"/>
                <a:sym typeface="McLaren"/>
              </a:rPr>
              <a:t>Record your results in the data table, and then answer the questions below the data table.</a:t>
            </a:r>
            <a:endParaRPr sz="145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S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aques template">
  <a:themeElements>
    <a:clrScheme name="Custom 347">
      <a:dk1>
        <a:srgbClr val="434343"/>
      </a:dk1>
      <a:lt1>
        <a:srgbClr val="FFFFFF"/>
      </a:lt1>
      <a:dk2>
        <a:srgbClr val="0B5394"/>
      </a:dk2>
      <a:lt2>
        <a:srgbClr val="D5DDE4"/>
      </a:lt2>
      <a:accent1>
        <a:srgbClr val="55AAEE"/>
      </a:accent1>
      <a:accent2>
        <a:srgbClr val="FFBA3F"/>
      </a:accent2>
      <a:accent3>
        <a:srgbClr val="BDE06C"/>
      </a:accent3>
      <a:accent4>
        <a:srgbClr val="6AD8D6"/>
      </a:accent4>
      <a:accent5>
        <a:srgbClr val="AE98E4"/>
      </a:accent5>
      <a:accent6>
        <a:srgbClr val="F55A5A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