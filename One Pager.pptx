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Cabin Sketch"/>
      <p:regular r:id="rId8"/>
      <p:bold r:id="rId9"/>
    </p:embeddedFont>
    <p:embeddedFont>
      <p:font typeface="Century Gothic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enturyGothic-bold.fntdata"/><Relationship Id="rId10" Type="http://schemas.openxmlformats.org/officeDocument/2006/relationships/font" Target="fonts/CenturyGothic-regular.fntdata"/><Relationship Id="rId13" Type="http://schemas.openxmlformats.org/officeDocument/2006/relationships/font" Target="fonts/CenturyGothic-boldItalic.fntdata"/><Relationship Id="rId12" Type="http://schemas.openxmlformats.org/officeDocument/2006/relationships/font" Target="fonts/CenturyGothic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CabinSketch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CabinSketch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9da55ca3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9da55ca3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02925" y="69925"/>
            <a:ext cx="8520600" cy="1056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80">
                <a:latin typeface="Cabin Sketch"/>
                <a:ea typeface="Cabin Sketch"/>
                <a:cs typeface="Cabin Sketch"/>
                <a:sym typeface="Cabin Sketch"/>
              </a:rPr>
              <a:t>Coordinate Plane</a:t>
            </a:r>
            <a:endParaRPr sz="3380">
              <a:latin typeface="Cabin Sketch"/>
              <a:ea typeface="Cabin Sketch"/>
              <a:cs typeface="Cabin Sketch"/>
              <a:sym typeface="Cabin Sketc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80">
                <a:latin typeface="Cabin Sketch"/>
                <a:ea typeface="Cabin Sketch"/>
                <a:cs typeface="Cabin Sketch"/>
                <a:sym typeface="Cabin Sketch"/>
              </a:rPr>
              <a:t> 1-Pager Requirements</a:t>
            </a:r>
            <a:r>
              <a:rPr lang="en" sz="3380">
                <a:latin typeface="Cabin Sketch"/>
                <a:ea typeface="Cabin Sketch"/>
                <a:cs typeface="Cabin Sketch"/>
                <a:sym typeface="Cabin Sketch"/>
              </a:rPr>
              <a:t> (Due Thursday)</a:t>
            </a:r>
            <a:endParaRPr sz="3380">
              <a:latin typeface="Cabin Sketch"/>
              <a:ea typeface="Cabin Sketch"/>
              <a:cs typeface="Cabin Sketch"/>
              <a:sym typeface="Cabin Sketch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04968" y="1119366"/>
            <a:ext cx="8520600" cy="39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5999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entury Gothic"/>
              <a:buAutoNum type="arabicPeriod"/>
            </a:pPr>
            <a:r>
              <a:rPr lang="en" sz="2670">
                <a:latin typeface="Century Gothic"/>
                <a:ea typeface="Century Gothic"/>
                <a:cs typeface="Century Gothic"/>
                <a:sym typeface="Century Gothic"/>
              </a:rPr>
              <a:t>Show 3 examples of an ordered pair on a coordinate plane</a:t>
            </a:r>
            <a:endParaRPr sz="267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9013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Century Gothic"/>
              <a:buAutoNum type="arabicPeriod"/>
            </a:pPr>
            <a:r>
              <a:rPr lang="en" sz="2650">
                <a:latin typeface="Century Gothic"/>
                <a:ea typeface="Century Gothic"/>
                <a:cs typeface="Century Gothic"/>
                <a:sym typeface="Century Gothic"/>
              </a:rPr>
              <a:t>Label the 4 quadrants, the origin and the x &amp; y axis </a:t>
            </a:r>
            <a:endParaRPr sz="26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999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entury Gothic"/>
              <a:buAutoNum type="arabicPeriod"/>
            </a:pPr>
            <a:r>
              <a:rPr lang="en" sz="2670">
                <a:latin typeface="Century Gothic"/>
                <a:ea typeface="Century Gothic"/>
                <a:cs typeface="Century Gothic"/>
                <a:sym typeface="Century Gothic"/>
              </a:rPr>
              <a:t>Correctly label the integers on the coordinate plane</a:t>
            </a:r>
            <a:endParaRPr sz="267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999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755"/>
              <a:buFont typeface="Century Gothic"/>
              <a:buAutoNum type="arabicPeriod"/>
            </a:pPr>
            <a:r>
              <a:rPr lang="en" sz="2650">
                <a:latin typeface="Century Gothic"/>
                <a:ea typeface="Century Gothic"/>
                <a:cs typeface="Century Gothic"/>
                <a:sym typeface="Century Gothic"/>
              </a:rPr>
              <a:t>Examples of finding the distance between two points on a coordinate plane</a:t>
            </a:r>
            <a:endParaRPr sz="267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999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entury Gothic"/>
              <a:buAutoNum type="arabicPeriod"/>
            </a:pPr>
            <a:r>
              <a:rPr lang="en" sz="2670">
                <a:latin typeface="Century Gothic"/>
                <a:ea typeface="Century Gothic"/>
                <a:cs typeface="Century Gothic"/>
                <a:sym typeface="Century Gothic"/>
              </a:rPr>
              <a:t>Reflect an image over the x-axis </a:t>
            </a:r>
            <a:endParaRPr sz="267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9997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Century Gothic"/>
              <a:buAutoNum type="arabicPeriod"/>
            </a:pPr>
            <a:r>
              <a:rPr lang="en" sz="2670">
                <a:latin typeface="Century Gothic"/>
                <a:ea typeface="Century Gothic"/>
                <a:cs typeface="Century Gothic"/>
                <a:sym typeface="Century Gothic"/>
              </a:rPr>
              <a:t>Reflect an image over the y-axis</a:t>
            </a:r>
            <a:endParaRPr sz="267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9997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ct val="100000"/>
              <a:buFont typeface="Century Gothic"/>
              <a:buAutoNum type="arabicPeriod"/>
            </a:pPr>
            <a:r>
              <a:rPr lang="en" sz="2670">
                <a:latin typeface="Century Gothic"/>
                <a:ea typeface="Century Gothic"/>
                <a:cs typeface="Century Gothic"/>
                <a:sym typeface="Century Gothic"/>
              </a:rPr>
              <a:t>Identify the image &amp; preimages on your reflections</a:t>
            </a:r>
            <a:endParaRPr sz="267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179600" y="186475"/>
            <a:ext cx="8520600" cy="714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80">
                <a:latin typeface="Cabin Sketch"/>
                <a:ea typeface="Cabin Sketch"/>
                <a:cs typeface="Cabin Sketch"/>
                <a:sym typeface="Cabin Sketch"/>
              </a:rPr>
              <a:t>1-Pager Requirements</a:t>
            </a:r>
            <a:endParaRPr sz="3380">
              <a:latin typeface="Cabin Sketch"/>
              <a:ea typeface="Cabin Sketch"/>
              <a:cs typeface="Cabin Sketch"/>
              <a:sym typeface="Cabin Sketch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1173225"/>
            <a:ext cx="8520600" cy="37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AutoNum type="arabicPeriod"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Appropriate use of color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AutoNum type="arabicPeriod"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Neat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AutoNum type="arabicPeriod"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Well organized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AutoNum type="arabicPeriod"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Appropriate use of all space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AutoNum type="arabicPeriod"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Spelling matters!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entury Gothic"/>
              <a:buAutoNum type="arabicPeriod"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Correct computation matters!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